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20"/>
  </p:notesMasterIdLst>
  <p:handoutMasterIdLst>
    <p:handoutMasterId r:id="rId21"/>
  </p:handoutMasterIdLst>
  <p:sldIdLst>
    <p:sldId id="277" r:id="rId3"/>
    <p:sldId id="291" r:id="rId4"/>
    <p:sldId id="271" r:id="rId5"/>
    <p:sldId id="268" r:id="rId6"/>
    <p:sldId id="292" r:id="rId7"/>
    <p:sldId id="386" r:id="rId8"/>
    <p:sldId id="294" r:id="rId9"/>
    <p:sldId id="399" r:id="rId10"/>
    <p:sldId id="267" r:id="rId11"/>
    <p:sldId id="265" r:id="rId12"/>
    <p:sldId id="389" r:id="rId13"/>
    <p:sldId id="392" r:id="rId14"/>
    <p:sldId id="393" r:id="rId15"/>
    <p:sldId id="394" r:id="rId16"/>
    <p:sldId id="395" r:id="rId17"/>
    <p:sldId id="272" r:id="rId18"/>
    <p:sldId id="398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7152" userDrawn="1">
          <p15:clr>
            <a:srgbClr val="A4A3A4"/>
          </p15:clr>
        </p15:guide>
        <p15:guide id="3" orient="horz" pos="3816" userDrawn="1">
          <p15:clr>
            <a:srgbClr val="A4A3A4"/>
          </p15:clr>
        </p15:guide>
        <p15:guide id="4" pos="5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80C1FE-7670-780C-1F0D-7AF7B9D7369D}" name="Desikan" initials="D" userId="S::Desikan@mriukr.onmicrosoft.com::8da90dcd-ed72-4e62-bfe2-5e01c799b4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EA1"/>
    <a:srgbClr val="00B6AB"/>
    <a:srgbClr val="00376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95119" autoAdjust="0"/>
  </p:normalViewPr>
  <p:slideViewPr>
    <p:cSldViewPr snapToGrid="0" showGuides="1">
      <p:cViewPr>
        <p:scale>
          <a:sx n="75" d="100"/>
          <a:sy n="75" d="100"/>
        </p:scale>
        <p:origin x="1080" y="882"/>
      </p:cViewPr>
      <p:guideLst>
        <p:guide orient="horz" pos="504"/>
        <p:guide pos="7152"/>
        <p:guide orient="horz" pos="3816"/>
        <p:guide pos="52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1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C9C82B-731F-D213-7996-CC6E6A7405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96609-1DC4-E3BF-61D4-C7AC6F8798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9322E-44C8-459B-8139-9DD7C29949AB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64450-1F60-B289-E1EC-BE3BD3E46F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A1796-DDAF-94F4-7915-204CF988F8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9E0ED-A647-4D6A-8AFC-DF78B15A3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4036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ED301-8505-4FB2-949D-7F889092D9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284BB-5EB5-4019-8720-C15FC1CB6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121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3371-CF68-5D42-A09B-C939B64C28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63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8C3A-CB2D-89DE-161C-FBB8EAE861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45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523C8-DFEA-D5B5-2A80-65005E5969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0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67000">
              <a:schemeClr val="accent1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324CE30-93B5-C83E-1A5A-CA75DC9469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7999"/>
          </a:xfrm>
          <a:custGeom>
            <a:avLst/>
            <a:gdLst>
              <a:gd name="connsiteX0" fmla="*/ 0 w 12192000"/>
              <a:gd name="connsiteY0" fmla="*/ 0 h 3389304"/>
              <a:gd name="connsiteX1" fmla="*/ 12192000 w 12192000"/>
              <a:gd name="connsiteY1" fmla="*/ 0 h 3389304"/>
              <a:gd name="connsiteX2" fmla="*/ 12192000 w 12192000"/>
              <a:gd name="connsiteY2" fmla="*/ 3389304 h 3389304"/>
              <a:gd name="connsiteX3" fmla="*/ 0 w 12192000"/>
              <a:gd name="connsiteY3" fmla="*/ 3389304 h 338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89304">
                <a:moveTo>
                  <a:pt x="0" y="0"/>
                </a:moveTo>
                <a:lnTo>
                  <a:pt x="12192000" y="0"/>
                </a:lnTo>
                <a:lnTo>
                  <a:pt x="12192000" y="3389304"/>
                </a:lnTo>
                <a:lnTo>
                  <a:pt x="0" y="338930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1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796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F599B-7732-D32F-4E85-FE2B3E279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1" y="3853468"/>
            <a:ext cx="4881186" cy="1880083"/>
          </a:xfrm>
          <a:custGeom>
            <a:avLst/>
            <a:gdLst>
              <a:gd name="connsiteX0" fmla="*/ 267630 w 4881186"/>
              <a:gd name="connsiteY0" fmla="*/ 0 h 1880083"/>
              <a:gd name="connsiteX1" fmla="*/ 4613556 w 4881186"/>
              <a:gd name="connsiteY1" fmla="*/ 0 h 1880083"/>
              <a:gd name="connsiteX2" fmla="*/ 4881186 w 4881186"/>
              <a:gd name="connsiteY2" fmla="*/ 267630 h 1880083"/>
              <a:gd name="connsiteX3" fmla="*/ 4881186 w 4881186"/>
              <a:gd name="connsiteY3" fmla="*/ 1880083 h 1880083"/>
              <a:gd name="connsiteX4" fmla="*/ 0 w 4881186"/>
              <a:gd name="connsiteY4" fmla="*/ 1880083 h 1880083"/>
              <a:gd name="connsiteX5" fmla="*/ 0 w 4881186"/>
              <a:gd name="connsiteY5" fmla="*/ 267630 h 1880083"/>
              <a:gd name="connsiteX6" fmla="*/ 267630 w 4881186"/>
              <a:gd name="connsiteY6" fmla="*/ 0 h 188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1186" h="1880083">
                <a:moveTo>
                  <a:pt x="267630" y="0"/>
                </a:moveTo>
                <a:lnTo>
                  <a:pt x="4613556" y="0"/>
                </a:lnTo>
                <a:cubicBezTo>
                  <a:pt x="4761364" y="0"/>
                  <a:pt x="4881186" y="119822"/>
                  <a:pt x="4881186" y="267630"/>
                </a:cubicBezTo>
                <a:lnTo>
                  <a:pt x="4881186" y="1880083"/>
                </a:lnTo>
                <a:lnTo>
                  <a:pt x="0" y="1880083"/>
                </a:lnTo>
                <a:lnTo>
                  <a:pt x="0" y="267630"/>
                </a:lnTo>
                <a:cubicBezTo>
                  <a:pt x="0" y="119822"/>
                  <a:pt x="119822" y="0"/>
                  <a:pt x="2676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99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1AF762E-9B6A-7EFE-9ABE-F6457A333F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58072" y="1"/>
            <a:ext cx="3695727" cy="6858000"/>
          </a:xfrm>
          <a:custGeom>
            <a:avLst/>
            <a:gdLst>
              <a:gd name="connsiteX0" fmla="*/ 0 w 3695727"/>
              <a:gd name="connsiteY0" fmla="*/ 0 h 6858000"/>
              <a:gd name="connsiteX1" fmla="*/ 3695727 w 3695727"/>
              <a:gd name="connsiteY1" fmla="*/ 0 h 6858000"/>
              <a:gd name="connsiteX2" fmla="*/ 3695727 w 3695727"/>
              <a:gd name="connsiteY2" fmla="*/ 6858000 h 6858000"/>
              <a:gd name="connsiteX3" fmla="*/ 0 w 36957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5727" h="6858000">
                <a:moveTo>
                  <a:pt x="0" y="0"/>
                </a:moveTo>
                <a:lnTo>
                  <a:pt x="3695727" y="0"/>
                </a:lnTo>
                <a:lnTo>
                  <a:pt x="369572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69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F985142-BF1E-B0BA-AE12-2C496EDA61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20182" y="800101"/>
            <a:ext cx="3633618" cy="2859537"/>
          </a:xfrm>
          <a:custGeom>
            <a:avLst/>
            <a:gdLst>
              <a:gd name="connsiteX0" fmla="*/ 294904 w 3633618"/>
              <a:gd name="connsiteY0" fmla="*/ 0 h 2859537"/>
              <a:gd name="connsiteX1" fmla="*/ 3338714 w 3633618"/>
              <a:gd name="connsiteY1" fmla="*/ 0 h 2859537"/>
              <a:gd name="connsiteX2" fmla="*/ 3633618 w 3633618"/>
              <a:gd name="connsiteY2" fmla="*/ 294904 h 2859537"/>
              <a:gd name="connsiteX3" fmla="*/ 3633618 w 3633618"/>
              <a:gd name="connsiteY3" fmla="*/ 2564633 h 2859537"/>
              <a:gd name="connsiteX4" fmla="*/ 3338714 w 3633618"/>
              <a:gd name="connsiteY4" fmla="*/ 2859537 h 2859537"/>
              <a:gd name="connsiteX5" fmla="*/ 294904 w 3633618"/>
              <a:gd name="connsiteY5" fmla="*/ 2859537 h 2859537"/>
              <a:gd name="connsiteX6" fmla="*/ 0 w 3633618"/>
              <a:gd name="connsiteY6" fmla="*/ 2564633 h 2859537"/>
              <a:gd name="connsiteX7" fmla="*/ 0 w 3633618"/>
              <a:gd name="connsiteY7" fmla="*/ 294904 h 2859537"/>
              <a:gd name="connsiteX8" fmla="*/ 294904 w 3633618"/>
              <a:gd name="connsiteY8" fmla="*/ 0 h 285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33618" h="2859537">
                <a:moveTo>
                  <a:pt x="294904" y="0"/>
                </a:moveTo>
                <a:lnTo>
                  <a:pt x="3338714" y="0"/>
                </a:lnTo>
                <a:cubicBezTo>
                  <a:pt x="3501585" y="0"/>
                  <a:pt x="3633618" y="132033"/>
                  <a:pt x="3633618" y="294904"/>
                </a:cubicBezTo>
                <a:lnTo>
                  <a:pt x="3633618" y="2564633"/>
                </a:lnTo>
                <a:cubicBezTo>
                  <a:pt x="3633618" y="2727504"/>
                  <a:pt x="3501585" y="2859537"/>
                  <a:pt x="3338714" y="2859537"/>
                </a:cubicBezTo>
                <a:lnTo>
                  <a:pt x="294904" y="2859537"/>
                </a:lnTo>
                <a:cubicBezTo>
                  <a:pt x="132033" y="2859537"/>
                  <a:pt x="0" y="2727504"/>
                  <a:pt x="0" y="2564633"/>
                </a:cubicBezTo>
                <a:lnTo>
                  <a:pt x="0" y="294904"/>
                </a:lnTo>
                <a:cubicBezTo>
                  <a:pt x="0" y="132033"/>
                  <a:pt x="132033" y="0"/>
                  <a:pt x="294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DF6ADCC-69E8-CDF7-4CDD-7A49FEB7B0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0101" y="800100"/>
            <a:ext cx="2847975" cy="5257800"/>
          </a:xfrm>
          <a:custGeom>
            <a:avLst/>
            <a:gdLst>
              <a:gd name="connsiteX0" fmla="*/ 237777 w 2847975"/>
              <a:gd name="connsiteY0" fmla="*/ 0 h 5257800"/>
              <a:gd name="connsiteX1" fmla="*/ 2610198 w 2847975"/>
              <a:gd name="connsiteY1" fmla="*/ 0 h 5257800"/>
              <a:gd name="connsiteX2" fmla="*/ 2847975 w 2847975"/>
              <a:gd name="connsiteY2" fmla="*/ 237777 h 5257800"/>
              <a:gd name="connsiteX3" fmla="*/ 2847975 w 2847975"/>
              <a:gd name="connsiteY3" fmla="*/ 5020023 h 5257800"/>
              <a:gd name="connsiteX4" fmla="*/ 2610198 w 2847975"/>
              <a:gd name="connsiteY4" fmla="*/ 5257800 h 5257800"/>
              <a:gd name="connsiteX5" fmla="*/ 237777 w 2847975"/>
              <a:gd name="connsiteY5" fmla="*/ 5257800 h 5257800"/>
              <a:gd name="connsiteX6" fmla="*/ 0 w 2847975"/>
              <a:gd name="connsiteY6" fmla="*/ 5020023 h 5257800"/>
              <a:gd name="connsiteX7" fmla="*/ 0 w 2847975"/>
              <a:gd name="connsiteY7" fmla="*/ 237777 h 5257800"/>
              <a:gd name="connsiteX8" fmla="*/ 237777 w 2847975"/>
              <a:gd name="connsiteY8" fmla="*/ 0 h 52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47975" h="5257800">
                <a:moveTo>
                  <a:pt x="237777" y="0"/>
                </a:moveTo>
                <a:lnTo>
                  <a:pt x="2610198" y="0"/>
                </a:lnTo>
                <a:cubicBezTo>
                  <a:pt x="2741519" y="0"/>
                  <a:pt x="2847975" y="106456"/>
                  <a:pt x="2847975" y="237777"/>
                </a:cubicBezTo>
                <a:lnTo>
                  <a:pt x="2847975" y="5020023"/>
                </a:lnTo>
                <a:cubicBezTo>
                  <a:pt x="2847975" y="5151344"/>
                  <a:pt x="2741519" y="5257800"/>
                  <a:pt x="2610198" y="5257800"/>
                </a:cubicBezTo>
                <a:lnTo>
                  <a:pt x="237777" y="5257800"/>
                </a:lnTo>
                <a:cubicBezTo>
                  <a:pt x="106456" y="5257800"/>
                  <a:pt x="0" y="5151344"/>
                  <a:pt x="0" y="5020023"/>
                </a:cubicBezTo>
                <a:lnTo>
                  <a:pt x="0" y="237777"/>
                </a:lnTo>
                <a:cubicBezTo>
                  <a:pt x="0" y="106456"/>
                  <a:pt x="106456" y="0"/>
                  <a:pt x="23777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17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B9B0AAE-E276-D299-4B53-DEDC8843F2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0101" y="2418551"/>
            <a:ext cx="7524482" cy="2181787"/>
          </a:xfrm>
          <a:custGeom>
            <a:avLst/>
            <a:gdLst>
              <a:gd name="connsiteX0" fmla="*/ 363638 w 7524482"/>
              <a:gd name="connsiteY0" fmla="*/ 0 h 2181787"/>
              <a:gd name="connsiteX1" fmla="*/ 7160844 w 7524482"/>
              <a:gd name="connsiteY1" fmla="*/ 0 h 2181787"/>
              <a:gd name="connsiteX2" fmla="*/ 7524482 w 7524482"/>
              <a:gd name="connsiteY2" fmla="*/ 363638 h 2181787"/>
              <a:gd name="connsiteX3" fmla="*/ 7524482 w 7524482"/>
              <a:gd name="connsiteY3" fmla="*/ 1818149 h 2181787"/>
              <a:gd name="connsiteX4" fmla="*/ 7160844 w 7524482"/>
              <a:gd name="connsiteY4" fmla="*/ 2181787 h 2181787"/>
              <a:gd name="connsiteX5" fmla="*/ 363638 w 7524482"/>
              <a:gd name="connsiteY5" fmla="*/ 2181787 h 2181787"/>
              <a:gd name="connsiteX6" fmla="*/ 0 w 7524482"/>
              <a:gd name="connsiteY6" fmla="*/ 1818149 h 2181787"/>
              <a:gd name="connsiteX7" fmla="*/ 0 w 7524482"/>
              <a:gd name="connsiteY7" fmla="*/ 363638 h 2181787"/>
              <a:gd name="connsiteX8" fmla="*/ 363638 w 7524482"/>
              <a:gd name="connsiteY8" fmla="*/ 0 h 218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24482" h="2181787">
                <a:moveTo>
                  <a:pt x="363638" y="0"/>
                </a:moveTo>
                <a:lnTo>
                  <a:pt x="7160844" y="0"/>
                </a:lnTo>
                <a:cubicBezTo>
                  <a:pt x="7361676" y="0"/>
                  <a:pt x="7524482" y="162806"/>
                  <a:pt x="7524482" y="363638"/>
                </a:cubicBezTo>
                <a:lnTo>
                  <a:pt x="7524482" y="1818149"/>
                </a:lnTo>
                <a:cubicBezTo>
                  <a:pt x="7524482" y="2018981"/>
                  <a:pt x="7361676" y="2181787"/>
                  <a:pt x="7160844" y="2181787"/>
                </a:cubicBezTo>
                <a:lnTo>
                  <a:pt x="363638" y="2181787"/>
                </a:lnTo>
                <a:cubicBezTo>
                  <a:pt x="162806" y="2181787"/>
                  <a:pt x="0" y="2018981"/>
                  <a:pt x="0" y="1818149"/>
                </a:cubicBezTo>
                <a:lnTo>
                  <a:pt x="0" y="363638"/>
                </a:lnTo>
                <a:cubicBezTo>
                  <a:pt x="0" y="162806"/>
                  <a:pt x="162806" y="0"/>
                  <a:pt x="3636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C058904-4FF9-184C-174F-084F3F39A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99502" y="2418550"/>
            <a:ext cx="3492499" cy="2181787"/>
          </a:xfrm>
          <a:custGeom>
            <a:avLst/>
            <a:gdLst>
              <a:gd name="connsiteX0" fmla="*/ 334599 w 3492499"/>
              <a:gd name="connsiteY0" fmla="*/ 0 h 2181787"/>
              <a:gd name="connsiteX1" fmla="*/ 3492499 w 3492499"/>
              <a:gd name="connsiteY1" fmla="*/ 0 h 2181787"/>
              <a:gd name="connsiteX2" fmla="*/ 3492499 w 3492499"/>
              <a:gd name="connsiteY2" fmla="*/ 2181787 h 2181787"/>
              <a:gd name="connsiteX3" fmla="*/ 334599 w 3492499"/>
              <a:gd name="connsiteY3" fmla="*/ 2181787 h 2181787"/>
              <a:gd name="connsiteX4" fmla="*/ 0 w 3492499"/>
              <a:gd name="connsiteY4" fmla="*/ 1847188 h 2181787"/>
              <a:gd name="connsiteX5" fmla="*/ 0 w 3492499"/>
              <a:gd name="connsiteY5" fmla="*/ 334599 h 2181787"/>
              <a:gd name="connsiteX6" fmla="*/ 334599 w 3492499"/>
              <a:gd name="connsiteY6" fmla="*/ 0 h 218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2499" h="2181787">
                <a:moveTo>
                  <a:pt x="334599" y="0"/>
                </a:moveTo>
                <a:lnTo>
                  <a:pt x="3492499" y="0"/>
                </a:lnTo>
                <a:lnTo>
                  <a:pt x="3492499" y="2181787"/>
                </a:lnTo>
                <a:lnTo>
                  <a:pt x="334599" y="2181787"/>
                </a:lnTo>
                <a:cubicBezTo>
                  <a:pt x="149805" y="2181787"/>
                  <a:pt x="0" y="2031982"/>
                  <a:pt x="0" y="1847188"/>
                </a:cubicBezTo>
                <a:lnTo>
                  <a:pt x="0" y="334599"/>
                </a:lnTo>
                <a:cubicBezTo>
                  <a:pt x="0" y="149805"/>
                  <a:pt x="149805" y="0"/>
                  <a:pt x="3345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07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10C8F-EFFD-39AC-DB42-1B9B4308FA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389304"/>
          </a:xfrm>
          <a:custGeom>
            <a:avLst/>
            <a:gdLst>
              <a:gd name="connsiteX0" fmla="*/ 0 w 12192000"/>
              <a:gd name="connsiteY0" fmla="*/ 0 h 3389304"/>
              <a:gd name="connsiteX1" fmla="*/ 12192000 w 12192000"/>
              <a:gd name="connsiteY1" fmla="*/ 0 h 3389304"/>
              <a:gd name="connsiteX2" fmla="*/ 12192000 w 12192000"/>
              <a:gd name="connsiteY2" fmla="*/ 3389304 h 3389304"/>
              <a:gd name="connsiteX3" fmla="*/ 0 w 12192000"/>
              <a:gd name="connsiteY3" fmla="*/ 3389304 h 338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89304">
                <a:moveTo>
                  <a:pt x="0" y="0"/>
                </a:moveTo>
                <a:lnTo>
                  <a:pt x="12192000" y="0"/>
                </a:lnTo>
                <a:lnTo>
                  <a:pt x="12192000" y="3389304"/>
                </a:lnTo>
                <a:lnTo>
                  <a:pt x="0" y="338930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12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38C3BF3-4CEB-E06E-2A67-66ECAED4A7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70528" y="1592580"/>
            <a:ext cx="2583273" cy="3672840"/>
          </a:xfrm>
          <a:custGeom>
            <a:avLst/>
            <a:gdLst>
              <a:gd name="connsiteX0" fmla="*/ 247684 w 2583273"/>
              <a:gd name="connsiteY0" fmla="*/ 0 h 3672840"/>
              <a:gd name="connsiteX1" fmla="*/ 2335589 w 2583273"/>
              <a:gd name="connsiteY1" fmla="*/ 0 h 3672840"/>
              <a:gd name="connsiteX2" fmla="*/ 2583273 w 2583273"/>
              <a:gd name="connsiteY2" fmla="*/ 247684 h 3672840"/>
              <a:gd name="connsiteX3" fmla="*/ 2583273 w 2583273"/>
              <a:gd name="connsiteY3" fmla="*/ 3425156 h 3672840"/>
              <a:gd name="connsiteX4" fmla="*/ 2335589 w 2583273"/>
              <a:gd name="connsiteY4" fmla="*/ 3672840 h 3672840"/>
              <a:gd name="connsiteX5" fmla="*/ 247684 w 2583273"/>
              <a:gd name="connsiteY5" fmla="*/ 3672840 h 3672840"/>
              <a:gd name="connsiteX6" fmla="*/ 0 w 2583273"/>
              <a:gd name="connsiteY6" fmla="*/ 3425156 h 3672840"/>
              <a:gd name="connsiteX7" fmla="*/ 0 w 2583273"/>
              <a:gd name="connsiteY7" fmla="*/ 247684 h 3672840"/>
              <a:gd name="connsiteX8" fmla="*/ 247684 w 2583273"/>
              <a:gd name="connsiteY8" fmla="*/ 0 h 367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3273" h="3672840">
                <a:moveTo>
                  <a:pt x="247684" y="0"/>
                </a:moveTo>
                <a:lnTo>
                  <a:pt x="2335589" y="0"/>
                </a:lnTo>
                <a:cubicBezTo>
                  <a:pt x="2472381" y="0"/>
                  <a:pt x="2583273" y="110892"/>
                  <a:pt x="2583273" y="247684"/>
                </a:cubicBezTo>
                <a:lnTo>
                  <a:pt x="2583273" y="3425156"/>
                </a:lnTo>
                <a:cubicBezTo>
                  <a:pt x="2583273" y="3561948"/>
                  <a:pt x="2472381" y="3672840"/>
                  <a:pt x="2335589" y="3672840"/>
                </a:cubicBezTo>
                <a:lnTo>
                  <a:pt x="247684" y="3672840"/>
                </a:lnTo>
                <a:cubicBezTo>
                  <a:pt x="110892" y="3672840"/>
                  <a:pt x="0" y="3561948"/>
                  <a:pt x="0" y="3425156"/>
                </a:cubicBezTo>
                <a:lnTo>
                  <a:pt x="0" y="247684"/>
                </a:lnTo>
                <a:cubicBezTo>
                  <a:pt x="0" y="110892"/>
                  <a:pt x="110892" y="0"/>
                  <a:pt x="24768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3815C10-6690-6069-5847-425368472E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4292" y="3678886"/>
            <a:ext cx="3371468" cy="2381761"/>
          </a:xfrm>
          <a:custGeom>
            <a:avLst/>
            <a:gdLst>
              <a:gd name="connsiteX0" fmla="*/ 247155 w 3371468"/>
              <a:gd name="connsiteY0" fmla="*/ 0 h 2381761"/>
              <a:gd name="connsiteX1" fmla="*/ 3124313 w 3371468"/>
              <a:gd name="connsiteY1" fmla="*/ 0 h 2381761"/>
              <a:gd name="connsiteX2" fmla="*/ 3371468 w 3371468"/>
              <a:gd name="connsiteY2" fmla="*/ 247155 h 2381761"/>
              <a:gd name="connsiteX3" fmla="*/ 3371468 w 3371468"/>
              <a:gd name="connsiteY3" fmla="*/ 2134606 h 2381761"/>
              <a:gd name="connsiteX4" fmla="*/ 3124313 w 3371468"/>
              <a:gd name="connsiteY4" fmla="*/ 2381761 h 2381761"/>
              <a:gd name="connsiteX5" fmla="*/ 247155 w 3371468"/>
              <a:gd name="connsiteY5" fmla="*/ 2381761 h 2381761"/>
              <a:gd name="connsiteX6" fmla="*/ 0 w 3371468"/>
              <a:gd name="connsiteY6" fmla="*/ 2134606 h 2381761"/>
              <a:gd name="connsiteX7" fmla="*/ 0 w 3371468"/>
              <a:gd name="connsiteY7" fmla="*/ 247155 h 2381761"/>
              <a:gd name="connsiteX8" fmla="*/ 247155 w 3371468"/>
              <a:gd name="connsiteY8" fmla="*/ 0 h 2381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1468" h="2381761">
                <a:moveTo>
                  <a:pt x="247155" y="0"/>
                </a:moveTo>
                <a:lnTo>
                  <a:pt x="3124313" y="0"/>
                </a:lnTo>
                <a:cubicBezTo>
                  <a:pt x="3260813" y="0"/>
                  <a:pt x="3371468" y="110655"/>
                  <a:pt x="3371468" y="247155"/>
                </a:cubicBezTo>
                <a:lnTo>
                  <a:pt x="3371468" y="2134606"/>
                </a:lnTo>
                <a:cubicBezTo>
                  <a:pt x="3371468" y="2271106"/>
                  <a:pt x="3260813" y="2381761"/>
                  <a:pt x="3124313" y="2381761"/>
                </a:cubicBezTo>
                <a:lnTo>
                  <a:pt x="247155" y="2381761"/>
                </a:lnTo>
                <a:cubicBezTo>
                  <a:pt x="110655" y="2381761"/>
                  <a:pt x="0" y="2271106"/>
                  <a:pt x="0" y="2134606"/>
                </a:cubicBezTo>
                <a:lnTo>
                  <a:pt x="0" y="247155"/>
                </a:lnTo>
                <a:cubicBezTo>
                  <a:pt x="0" y="110655"/>
                  <a:pt x="110655" y="0"/>
                  <a:pt x="24715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671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F3DFFA6-D2D8-A292-D4CF-2898E58508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454013"/>
          </a:xfrm>
          <a:custGeom>
            <a:avLst/>
            <a:gdLst>
              <a:gd name="connsiteX0" fmla="*/ 0 w 12192000"/>
              <a:gd name="connsiteY0" fmla="*/ 0 h 4454013"/>
              <a:gd name="connsiteX1" fmla="*/ 12192000 w 12192000"/>
              <a:gd name="connsiteY1" fmla="*/ 0 h 4454013"/>
              <a:gd name="connsiteX2" fmla="*/ 12192000 w 12192000"/>
              <a:gd name="connsiteY2" fmla="*/ 4454013 h 4454013"/>
              <a:gd name="connsiteX3" fmla="*/ 0 w 12192000"/>
              <a:gd name="connsiteY3" fmla="*/ 4454013 h 4454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454013">
                <a:moveTo>
                  <a:pt x="0" y="0"/>
                </a:moveTo>
                <a:lnTo>
                  <a:pt x="12192000" y="0"/>
                </a:lnTo>
                <a:lnTo>
                  <a:pt x="12192000" y="4454013"/>
                </a:lnTo>
                <a:lnTo>
                  <a:pt x="0" y="44540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D7EF9A3-0636-742F-31D5-031AE9A24F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0102" y="3642359"/>
            <a:ext cx="2415541" cy="2415541"/>
          </a:xfrm>
          <a:custGeom>
            <a:avLst/>
            <a:gdLst>
              <a:gd name="connsiteX0" fmla="*/ 234960 w 2415541"/>
              <a:gd name="connsiteY0" fmla="*/ 0 h 2415541"/>
              <a:gd name="connsiteX1" fmla="*/ 2415541 w 2415541"/>
              <a:gd name="connsiteY1" fmla="*/ 0 h 2415541"/>
              <a:gd name="connsiteX2" fmla="*/ 2415541 w 2415541"/>
              <a:gd name="connsiteY2" fmla="*/ 2415541 h 2415541"/>
              <a:gd name="connsiteX3" fmla="*/ 234960 w 2415541"/>
              <a:gd name="connsiteY3" fmla="*/ 2415541 h 2415541"/>
              <a:gd name="connsiteX4" fmla="*/ 0 w 2415541"/>
              <a:gd name="connsiteY4" fmla="*/ 2180581 h 2415541"/>
              <a:gd name="connsiteX5" fmla="*/ 0 w 2415541"/>
              <a:gd name="connsiteY5" fmla="*/ 234960 h 2415541"/>
              <a:gd name="connsiteX6" fmla="*/ 234960 w 2415541"/>
              <a:gd name="connsiteY6" fmla="*/ 0 h 241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541" h="2415541">
                <a:moveTo>
                  <a:pt x="234960" y="0"/>
                </a:moveTo>
                <a:lnTo>
                  <a:pt x="2415541" y="0"/>
                </a:lnTo>
                <a:lnTo>
                  <a:pt x="2415541" y="2415541"/>
                </a:lnTo>
                <a:lnTo>
                  <a:pt x="234960" y="2415541"/>
                </a:lnTo>
                <a:cubicBezTo>
                  <a:pt x="105195" y="2415541"/>
                  <a:pt x="0" y="2310346"/>
                  <a:pt x="0" y="2180581"/>
                </a:cubicBezTo>
                <a:lnTo>
                  <a:pt x="0" y="234960"/>
                </a:lnTo>
                <a:cubicBezTo>
                  <a:pt x="0" y="105195"/>
                  <a:pt x="105195" y="0"/>
                  <a:pt x="2349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55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68C5E04-96AD-09BD-8F0C-2EBCD6ECFA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04388" y="2401575"/>
            <a:ext cx="2539898" cy="3641766"/>
          </a:xfrm>
          <a:custGeom>
            <a:avLst/>
            <a:gdLst>
              <a:gd name="connsiteX0" fmla="*/ 252186 w 2539898"/>
              <a:gd name="connsiteY0" fmla="*/ 0 h 3641766"/>
              <a:gd name="connsiteX1" fmla="*/ 2287712 w 2539898"/>
              <a:gd name="connsiteY1" fmla="*/ 0 h 3641766"/>
              <a:gd name="connsiteX2" fmla="*/ 2539898 w 2539898"/>
              <a:gd name="connsiteY2" fmla="*/ 252186 h 3641766"/>
              <a:gd name="connsiteX3" fmla="*/ 2539898 w 2539898"/>
              <a:gd name="connsiteY3" fmla="*/ 3389580 h 3641766"/>
              <a:gd name="connsiteX4" fmla="*/ 2287712 w 2539898"/>
              <a:gd name="connsiteY4" fmla="*/ 3641766 h 3641766"/>
              <a:gd name="connsiteX5" fmla="*/ 252186 w 2539898"/>
              <a:gd name="connsiteY5" fmla="*/ 3641766 h 3641766"/>
              <a:gd name="connsiteX6" fmla="*/ 0 w 2539898"/>
              <a:gd name="connsiteY6" fmla="*/ 3389580 h 3641766"/>
              <a:gd name="connsiteX7" fmla="*/ 0 w 2539898"/>
              <a:gd name="connsiteY7" fmla="*/ 252186 h 3641766"/>
              <a:gd name="connsiteX8" fmla="*/ 252186 w 2539898"/>
              <a:gd name="connsiteY8" fmla="*/ 0 h 364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98" h="3641766">
                <a:moveTo>
                  <a:pt x="252186" y="0"/>
                </a:moveTo>
                <a:lnTo>
                  <a:pt x="2287712" y="0"/>
                </a:lnTo>
                <a:cubicBezTo>
                  <a:pt x="2426990" y="0"/>
                  <a:pt x="2539898" y="112908"/>
                  <a:pt x="2539898" y="252186"/>
                </a:cubicBezTo>
                <a:lnTo>
                  <a:pt x="2539898" y="3389580"/>
                </a:lnTo>
                <a:cubicBezTo>
                  <a:pt x="2539898" y="3528858"/>
                  <a:pt x="2426990" y="3641766"/>
                  <a:pt x="2287712" y="3641766"/>
                </a:cubicBezTo>
                <a:lnTo>
                  <a:pt x="252186" y="3641766"/>
                </a:lnTo>
                <a:cubicBezTo>
                  <a:pt x="112908" y="3641766"/>
                  <a:pt x="0" y="3528858"/>
                  <a:pt x="0" y="3389580"/>
                </a:cubicBezTo>
                <a:lnTo>
                  <a:pt x="0" y="252186"/>
                </a:lnTo>
                <a:cubicBezTo>
                  <a:pt x="0" y="112908"/>
                  <a:pt x="112908" y="0"/>
                  <a:pt x="2521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635C8C-4E3C-D66E-78B8-634D37EB3D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14636" y="814660"/>
            <a:ext cx="2539898" cy="3641766"/>
          </a:xfrm>
          <a:custGeom>
            <a:avLst/>
            <a:gdLst>
              <a:gd name="connsiteX0" fmla="*/ 252186 w 2539898"/>
              <a:gd name="connsiteY0" fmla="*/ 0 h 3641766"/>
              <a:gd name="connsiteX1" fmla="*/ 2287712 w 2539898"/>
              <a:gd name="connsiteY1" fmla="*/ 0 h 3641766"/>
              <a:gd name="connsiteX2" fmla="*/ 2539898 w 2539898"/>
              <a:gd name="connsiteY2" fmla="*/ 252186 h 3641766"/>
              <a:gd name="connsiteX3" fmla="*/ 2539898 w 2539898"/>
              <a:gd name="connsiteY3" fmla="*/ 3389580 h 3641766"/>
              <a:gd name="connsiteX4" fmla="*/ 2287712 w 2539898"/>
              <a:gd name="connsiteY4" fmla="*/ 3641766 h 3641766"/>
              <a:gd name="connsiteX5" fmla="*/ 252186 w 2539898"/>
              <a:gd name="connsiteY5" fmla="*/ 3641766 h 3641766"/>
              <a:gd name="connsiteX6" fmla="*/ 0 w 2539898"/>
              <a:gd name="connsiteY6" fmla="*/ 3389580 h 3641766"/>
              <a:gd name="connsiteX7" fmla="*/ 0 w 2539898"/>
              <a:gd name="connsiteY7" fmla="*/ 252186 h 3641766"/>
              <a:gd name="connsiteX8" fmla="*/ 252186 w 2539898"/>
              <a:gd name="connsiteY8" fmla="*/ 0 h 364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898" h="3641766">
                <a:moveTo>
                  <a:pt x="252186" y="0"/>
                </a:moveTo>
                <a:lnTo>
                  <a:pt x="2287712" y="0"/>
                </a:lnTo>
                <a:cubicBezTo>
                  <a:pt x="2426990" y="0"/>
                  <a:pt x="2539898" y="112908"/>
                  <a:pt x="2539898" y="252186"/>
                </a:cubicBezTo>
                <a:lnTo>
                  <a:pt x="2539898" y="3389580"/>
                </a:lnTo>
                <a:cubicBezTo>
                  <a:pt x="2539898" y="3528858"/>
                  <a:pt x="2426990" y="3641766"/>
                  <a:pt x="2287712" y="3641766"/>
                </a:cubicBezTo>
                <a:lnTo>
                  <a:pt x="252186" y="3641766"/>
                </a:lnTo>
                <a:cubicBezTo>
                  <a:pt x="112908" y="3641766"/>
                  <a:pt x="0" y="3528858"/>
                  <a:pt x="0" y="3389580"/>
                </a:cubicBezTo>
                <a:lnTo>
                  <a:pt x="0" y="252186"/>
                </a:lnTo>
                <a:cubicBezTo>
                  <a:pt x="0" y="112908"/>
                  <a:pt x="112908" y="0"/>
                  <a:pt x="2521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35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D193E5-06BD-F478-3946-59784407D5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2480" y="1146625"/>
            <a:ext cx="2987040" cy="4564750"/>
          </a:xfrm>
          <a:custGeom>
            <a:avLst/>
            <a:gdLst>
              <a:gd name="connsiteX0" fmla="*/ 296583 w 2987040"/>
              <a:gd name="connsiteY0" fmla="*/ 0 h 4564750"/>
              <a:gd name="connsiteX1" fmla="*/ 2690457 w 2987040"/>
              <a:gd name="connsiteY1" fmla="*/ 0 h 4564750"/>
              <a:gd name="connsiteX2" fmla="*/ 2987040 w 2987040"/>
              <a:gd name="connsiteY2" fmla="*/ 296583 h 4564750"/>
              <a:gd name="connsiteX3" fmla="*/ 2987040 w 2987040"/>
              <a:gd name="connsiteY3" fmla="*/ 4268167 h 4564750"/>
              <a:gd name="connsiteX4" fmla="*/ 2690457 w 2987040"/>
              <a:gd name="connsiteY4" fmla="*/ 4564750 h 4564750"/>
              <a:gd name="connsiteX5" fmla="*/ 296583 w 2987040"/>
              <a:gd name="connsiteY5" fmla="*/ 4564750 h 4564750"/>
              <a:gd name="connsiteX6" fmla="*/ 0 w 2987040"/>
              <a:gd name="connsiteY6" fmla="*/ 4268167 h 4564750"/>
              <a:gd name="connsiteX7" fmla="*/ 0 w 2987040"/>
              <a:gd name="connsiteY7" fmla="*/ 296583 h 4564750"/>
              <a:gd name="connsiteX8" fmla="*/ 296583 w 2987040"/>
              <a:gd name="connsiteY8" fmla="*/ 0 h 456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7040" h="4564750">
                <a:moveTo>
                  <a:pt x="296583" y="0"/>
                </a:moveTo>
                <a:lnTo>
                  <a:pt x="2690457" y="0"/>
                </a:lnTo>
                <a:cubicBezTo>
                  <a:pt x="2854255" y="0"/>
                  <a:pt x="2987040" y="132785"/>
                  <a:pt x="2987040" y="296583"/>
                </a:cubicBezTo>
                <a:lnTo>
                  <a:pt x="2987040" y="4268167"/>
                </a:lnTo>
                <a:cubicBezTo>
                  <a:pt x="2987040" y="4431965"/>
                  <a:pt x="2854255" y="4564750"/>
                  <a:pt x="2690457" y="4564750"/>
                </a:cubicBezTo>
                <a:lnTo>
                  <a:pt x="296583" y="4564750"/>
                </a:lnTo>
                <a:cubicBezTo>
                  <a:pt x="132785" y="4564750"/>
                  <a:pt x="0" y="4431965"/>
                  <a:pt x="0" y="4268167"/>
                </a:cubicBezTo>
                <a:lnTo>
                  <a:pt x="0" y="296583"/>
                </a:lnTo>
                <a:cubicBezTo>
                  <a:pt x="0" y="132785"/>
                  <a:pt x="132785" y="0"/>
                  <a:pt x="2965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7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D70DD8-34E7-8C6A-21F6-8E393343B8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489865"/>
            <a:ext cx="5913120" cy="2060904"/>
          </a:xfrm>
          <a:custGeom>
            <a:avLst/>
            <a:gdLst>
              <a:gd name="connsiteX0" fmla="*/ 0 w 5913120"/>
              <a:gd name="connsiteY0" fmla="*/ 0 h 2060904"/>
              <a:gd name="connsiteX1" fmla="*/ 5645821 w 5913120"/>
              <a:gd name="connsiteY1" fmla="*/ 0 h 2060904"/>
              <a:gd name="connsiteX2" fmla="*/ 5913120 w 5913120"/>
              <a:gd name="connsiteY2" fmla="*/ 267299 h 2060904"/>
              <a:gd name="connsiteX3" fmla="*/ 5913120 w 5913120"/>
              <a:gd name="connsiteY3" fmla="*/ 1793605 h 2060904"/>
              <a:gd name="connsiteX4" fmla="*/ 5645821 w 5913120"/>
              <a:gd name="connsiteY4" fmla="*/ 2060904 h 2060904"/>
              <a:gd name="connsiteX5" fmla="*/ 0 w 5913120"/>
              <a:gd name="connsiteY5" fmla="*/ 2060904 h 206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3120" h="2060904">
                <a:moveTo>
                  <a:pt x="0" y="0"/>
                </a:moveTo>
                <a:lnTo>
                  <a:pt x="5645821" y="0"/>
                </a:lnTo>
                <a:cubicBezTo>
                  <a:pt x="5793447" y="0"/>
                  <a:pt x="5913120" y="119674"/>
                  <a:pt x="5913120" y="267299"/>
                </a:cubicBezTo>
                <a:lnTo>
                  <a:pt x="5913120" y="1793605"/>
                </a:lnTo>
                <a:cubicBezTo>
                  <a:pt x="5913120" y="1941230"/>
                  <a:pt x="5793447" y="2060904"/>
                  <a:pt x="5645821" y="2060904"/>
                </a:cubicBezTo>
                <a:lnTo>
                  <a:pt x="0" y="206090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D6BA7B-6B96-6292-4D18-B790AF31FB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8880" y="2489866"/>
            <a:ext cx="5913120" cy="2060904"/>
          </a:xfrm>
          <a:custGeom>
            <a:avLst/>
            <a:gdLst>
              <a:gd name="connsiteX0" fmla="*/ 267299 w 5913120"/>
              <a:gd name="connsiteY0" fmla="*/ 0 h 2060904"/>
              <a:gd name="connsiteX1" fmla="*/ 5913120 w 5913120"/>
              <a:gd name="connsiteY1" fmla="*/ 0 h 2060904"/>
              <a:gd name="connsiteX2" fmla="*/ 5913120 w 5913120"/>
              <a:gd name="connsiteY2" fmla="*/ 2060904 h 2060904"/>
              <a:gd name="connsiteX3" fmla="*/ 267299 w 5913120"/>
              <a:gd name="connsiteY3" fmla="*/ 2060904 h 2060904"/>
              <a:gd name="connsiteX4" fmla="*/ 0 w 5913120"/>
              <a:gd name="connsiteY4" fmla="*/ 1793605 h 2060904"/>
              <a:gd name="connsiteX5" fmla="*/ 0 w 5913120"/>
              <a:gd name="connsiteY5" fmla="*/ 267299 h 2060904"/>
              <a:gd name="connsiteX6" fmla="*/ 267299 w 5913120"/>
              <a:gd name="connsiteY6" fmla="*/ 0 h 206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3120" h="2060904">
                <a:moveTo>
                  <a:pt x="267299" y="0"/>
                </a:moveTo>
                <a:lnTo>
                  <a:pt x="5913120" y="0"/>
                </a:lnTo>
                <a:lnTo>
                  <a:pt x="5913120" y="2060904"/>
                </a:lnTo>
                <a:lnTo>
                  <a:pt x="267299" y="2060904"/>
                </a:lnTo>
                <a:cubicBezTo>
                  <a:pt x="119674" y="2060904"/>
                  <a:pt x="0" y="1941230"/>
                  <a:pt x="0" y="1793605"/>
                </a:cubicBezTo>
                <a:lnTo>
                  <a:pt x="0" y="267299"/>
                </a:lnTo>
                <a:cubicBezTo>
                  <a:pt x="0" y="119674"/>
                  <a:pt x="119674" y="0"/>
                  <a:pt x="2672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7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E5562-B111-5318-0762-A091DD3415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800100"/>
            <a:ext cx="5257801" cy="5257801"/>
          </a:xfrm>
          <a:custGeom>
            <a:avLst/>
            <a:gdLst>
              <a:gd name="connsiteX0" fmla="*/ 476252 w 5257801"/>
              <a:gd name="connsiteY0" fmla="*/ 0 h 5257801"/>
              <a:gd name="connsiteX1" fmla="*/ 4781549 w 5257801"/>
              <a:gd name="connsiteY1" fmla="*/ 0 h 5257801"/>
              <a:gd name="connsiteX2" fmla="*/ 5257801 w 5257801"/>
              <a:gd name="connsiteY2" fmla="*/ 476252 h 5257801"/>
              <a:gd name="connsiteX3" fmla="*/ 5257801 w 5257801"/>
              <a:gd name="connsiteY3" fmla="*/ 4781549 h 5257801"/>
              <a:gd name="connsiteX4" fmla="*/ 4781549 w 5257801"/>
              <a:gd name="connsiteY4" fmla="*/ 5257801 h 5257801"/>
              <a:gd name="connsiteX5" fmla="*/ 476252 w 5257801"/>
              <a:gd name="connsiteY5" fmla="*/ 5257801 h 5257801"/>
              <a:gd name="connsiteX6" fmla="*/ 0 w 5257801"/>
              <a:gd name="connsiteY6" fmla="*/ 4781549 h 5257801"/>
              <a:gd name="connsiteX7" fmla="*/ 0 w 5257801"/>
              <a:gd name="connsiteY7" fmla="*/ 476252 h 5257801"/>
              <a:gd name="connsiteX8" fmla="*/ 476252 w 5257801"/>
              <a:gd name="connsiteY8" fmla="*/ 0 h 525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57801" h="5257801">
                <a:moveTo>
                  <a:pt x="476252" y="0"/>
                </a:moveTo>
                <a:lnTo>
                  <a:pt x="4781549" y="0"/>
                </a:lnTo>
                <a:cubicBezTo>
                  <a:pt x="5044576" y="0"/>
                  <a:pt x="5257801" y="213225"/>
                  <a:pt x="5257801" y="476252"/>
                </a:cubicBezTo>
                <a:lnTo>
                  <a:pt x="5257801" y="4781549"/>
                </a:lnTo>
                <a:cubicBezTo>
                  <a:pt x="5257801" y="5044576"/>
                  <a:pt x="5044576" y="5257801"/>
                  <a:pt x="4781549" y="5257801"/>
                </a:cubicBezTo>
                <a:lnTo>
                  <a:pt x="476252" y="5257801"/>
                </a:lnTo>
                <a:cubicBezTo>
                  <a:pt x="213225" y="5257801"/>
                  <a:pt x="0" y="5044576"/>
                  <a:pt x="0" y="4781549"/>
                </a:cubicBezTo>
                <a:lnTo>
                  <a:pt x="0" y="476252"/>
                </a:lnTo>
                <a:cubicBezTo>
                  <a:pt x="0" y="213225"/>
                  <a:pt x="213225" y="0"/>
                  <a:pt x="4762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92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E606F49-4726-99EA-78E4-FFFF2869B9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5029200"/>
          </a:xfrm>
          <a:custGeom>
            <a:avLst/>
            <a:gdLst>
              <a:gd name="connsiteX0" fmla="*/ 0 w 12192000"/>
              <a:gd name="connsiteY0" fmla="*/ 0 h 5029200"/>
              <a:gd name="connsiteX1" fmla="*/ 12192000 w 12192000"/>
              <a:gd name="connsiteY1" fmla="*/ 0 h 5029200"/>
              <a:gd name="connsiteX2" fmla="*/ 12192000 w 12192000"/>
              <a:gd name="connsiteY2" fmla="*/ 5029200 h 5029200"/>
              <a:gd name="connsiteX3" fmla="*/ 0 w 12192000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029200">
                <a:moveTo>
                  <a:pt x="0" y="0"/>
                </a:moveTo>
                <a:lnTo>
                  <a:pt x="12192000" y="0"/>
                </a:lnTo>
                <a:lnTo>
                  <a:pt x="121920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34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562708-D36B-1FFB-5743-B0AD123383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00100"/>
            <a:ext cx="12192000" cy="5257800"/>
          </a:xfrm>
          <a:custGeom>
            <a:avLst/>
            <a:gdLst>
              <a:gd name="connsiteX0" fmla="*/ 0 w 12192000"/>
              <a:gd name="connsiteY0" fmla="*/ 0 h 5257800"/>
              <a:gd name="connsiteX1" fmla="*/ 12192000 w 12192000"/>
              <a:gd name="connsiteY1" fmla="*/ 0 h 5257800"/>
              <a:gd name="connsiteX2" fmla="*/ 12192000 w 12192000"/>
              <a:gd name="connsiteY2" fmla="*/ 5257800 h 5257800"/>
              <a:gd name="connsiteX3" fmla="*/ 0 w 12192000"/>
              <a:gd name="connsiteY3" fmla="*/ 5257800 h 525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257800">
                <a:moveTo>
                  <a:pt x="0" y="0"/>
                </a:moveTo>
                <a:lnTo>
                  <a:pt x="12192000" y="0"/>
                </a:lnTo>
                <a:lnTo>
                  <a:pt x="12192000" y="5257800"/>
                </a:lnTo>
                <a:lnTo>
                  <a:pt x="0" y="52578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25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51480478-7F3B-3D6C-6083-9B0120CDCBAA}"/>
              </a:ext>
            </a:extLst>
          </p:cNvPr>
          <p:cNvSpPr/>
          <p:nvPr userDrawn="1"/>
        </p:nvSpPr>
        <p:spPr>
          <a:xfrm flipV="1">
            <a:off x="0" y="0"/>
            <a:ext cx="12192000" cy="5762626"/>
          </a:xfrm>
          <a:prstGeom prst="rect">
            <a:avLst/>
          </a:prstGeom>
          <a:gradFill flip="none" rotWithShape="1">
            <a:gsLst>
              <a:gs pos="5200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  <a:gs pos="15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05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CDFA2D-B23C-B36E-2C0A-9E15408E29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123950"/>
            <a:ext cx="10515600" cy="4610100"/>
          </a:xfrm>
          <a:custGeom>
            <a:avLst/>
            <a:gdLst>
              <a:gd name="connsiteX0" fmla="*/ 406426 w 10515600"/>
              <a:gd name="connsiteY0" fmla="*/ 0 h 4610100"/>
              <a:gd name="connsiteX1" fmla="*/ 10109174 w 10515600"/>
              <a:gd name="connsiteY1" fmla="*/ 0 h 4610100"/>
              <a:gd name="connsiteX2" fmla="*/ 10515600 w 10515600"/>
              <a:gd name="connsiteY2" fmla="*/ 406426 h 4610100"/>
              <a:gd name="connsiteX3" fmla="*/ 10515600 w 10515600"/>
              <a:gd name="connsiteY3" fmla="*/ 4203674 h 4610100"/>
              <a:gd name="connsiteX4" fmla="*/ 10109174 w 10515600"/>
              <a:gd name="connsiteY4" fmla="*/ 4610100 h 4610100"/>
              <a:gd name="connsiteX5" fmla="*/ 406426 w 10515600"/>
              <a:gd name="connsiteY5" fmla="*/ 4610100 h 4610100"/>
              <a:gd name="connsiteX6" fmla="*/ 0 w 10515600"/>
              <a:gd name="connsiteY6" fmla="*/ 4203674 h 4610100"/>
              <a:gd name="connsiteX7" fmla="*/ 0 w 10515600"/>
              <a:gd name="connsiteY7" fmla="*/ 406426 h 4610100"/>
              <a:gd name="connsiteX8" fmla="*/ 406426 w 10515600"/>
              <a:gd name="connsiteY8" fmla="*/ 0 h 461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15600" h="4610100">
                <a:moveTo>
                  <a:pt x="406426" y="0"/>
                </a:moveTo>
                <a:lnTo>
                  <a:pt x="10109174" y="0"/>
                </a:lnTo>
                <a:cubicBezTo>
                  <a:pt x="10333637" y="0"/>
                  <a:pt x="10515600" y="181963"/>
                  <a:pt x="10515600" y="406426"/>
                </a:cubicBezTo>
                <a:lnTo>
                  <a:pt x="10515600" y="4203674"/>
                </a:lnTo>
                <a:cubicBezTo>
                  <a:pt x="10515600" y="4428137"/>
                  <a:pt x="10333637" y="4610100"/>
                  <a:pt x="10109174" y="4610100"/>
                </a:cubicBezTo>
                <a:lnTo>
                  <a:pt x="406426" y="4610100"/>
                </a:lnTo>
                <a:cubicBezTo>
                  <a:pt x="181963" y="4610100"/>
                  <a:pt x="0" y="4428137"/>
                  <a:pt x="0" y="4203674"/>
                </a:cubicBezTo>
                <a:lnTo>
                  <a:pt x="0" y="406426"/>
                </a:lnTo>
                <a:cubicBezTo>
                  <a:pt x="0" y="181963"/>
                  <a:pt x="181963" y="0"/>
                  <a:pt x="4064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53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CCD91E3-BD3B-6ECA-B3BB-C5831A5D5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90999" y="1731167"/>
            <a:ext cx="3810002" cy="3589340"/>
          </a:xfrm>
          <a:custGeom>
            <a:avLst/>
            <a:gdLst>
              <a:gd name="connsiteX0" fmla="*/ 1996996 w 3810002"/>
              <a:gd name="connsiteY0" fmla="*/ 1881337 h 3589340"/>
              <a:gd name="connsiteX1" fmla="*/ 2956000 w 3810002"/>
              <a:gd name="connsiteY1" fmla="*/ 1881337 h 3589340"/>
              <a:gd name="connsiteX2" fmla="*/ 3810002 w 3810002"/>
              <a:gd name="connsiteY2" fmla="*/ 2735339 h 3589340"/>
              <a:gd name="connsiteX3" fmla="*/ 3810002 w 3810002"/>
              <a:gd name="connsiteY3" fmla="*/ 3589340 h 3589340"/>
              <a:gd name="connsiteX4" fmla="*/ 2850997 w 3810002"/>
              <a:gd name="connsiteY4" fmla="*/ 3589340 h 3589340"/>
              <a:gd name="connsiteX5" fmla="*/ 1996996 w 3810002"/>
              <a:gd name="connsiteY5" fmla="*/ 2735339 h 3589340"/>
              <a:gd name="connsiteX6" fmla="*/ 854001 w 3810002"/>
              <a:gd name="connsiteY6" fmla="*/ 1881337 h 3589340"/>
              <a:gd name="connsiteX7" fmla="*/ 1813006 w 3810002"/>
              <a:gd name="connsiteY7" fmla="*/ 1881338 h 3589340"/>
              <a:gd name="connsiteX8" fmla="*/ 1813006 w 3810002"/>
              <a:gd name="connsiteY8" fmla="*/ 2735339 h 3589340"/>
              <a:gd name="connsiteX9" fmla="*/ 959004 w 3810002"/>
              <a:gd name="connsiteY9" fmla="*/ 3589340 h 3589340"/>
              <a:gd name="connsiteX10" fmla="*/ 0 w 3810002"/>
              <a:gd name="connsiteY10" fmla="*/ 3589340 h 3589340"/>
              <a:gd name="connsiteX11" fmla="*/ 0 w 3810002"/>
              <a:gd name="connsiteY11" fmla="*/ 2735339 h 3589340"/>
              <a:gd name="connsiteX12" fmla="*/ 854001 w 3810002"/>
              <a:gd name="connsiteY12" fmla="*/ 1881337 h 3589340"/>
              <a:gd name="connsiteX13" fmla="*/ 2850997 w 3810002"/>
              <a:gd name="connsiteY13" fmla="*/ 0 h 3589340"/>
              <a:gd name="connsiteX14" fmla="*/ 3810002 w 3810002"/>
              <a:gd name="connsiteY14" fmla="*/ 0 h 3589340"/>
              <a:gd name="connsiteX15" fmla="*/ 3810002 w 3810002"/>
              <a:gd name="connsiteY15" fmla="*/ 854001 h 3589340"/>
              <a:gd name="connsiteX16" fmla="*/ 2956000 w 3810002"/>
              <a:gd name="connsiteY16" fmla="*/ 1708003 h 3589340"/>
              <a:gd name="connsiteX17" fmla="*/ 1996996 w 3810002"/>
              <a:gd name="connsiteY17" fmla="*/ 1708003 h 3589340"/>
              <a:gd name="connsiteX18" fmla="*/ 1996996 w 3810002"/>
              <a:gd name="connsiteY18" fmla="*/ 854001 h 3589340"/>
              <a:gd name="connsiteX19" fmla="*/ 2850997 w 3810002"/>
              <a:gd name="connsiteY19" fmla="*/ 0 h 3589340"/>
              <a:gd name="connsiteX20" fmla="*/ 0 w 3810002"/>
              <a:gd name="connsiteY20" fmla="*/ 0 h 3589340"/>
              <a:gd name="connsiteX21" fmla="*/ 959004 w 3810002"/>
              <a:gd name="connsiteY21" fmla="*/ 0 h 3589340"/>
              <a:gd name="connsiteX22" fmla="*/ 1813006 w 3810002"/>
              <a:gd name="connsiteY22" fmla="*/ 854001 h 3589340"/>
              <a:gd name="connsiteX23" fmla="*/ 1813006 w 3810002"/>
              <a:gd name="connsiteY23" fmla="*/ 1708002 h 3589340"/>
              <a:gd name="connsiteX24" fmla="*/ 854001 w 3810002"/>
              <a:gd name="connsiteY24" fmla="*/ 1708003 h 3589340"/>
              <a:gd name="connsiteX25" fmla="*/ 0 w 3810002"/>
              <a:gd name="connsiteY25" fmla="*/ 854001 h 358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810002" h="3589340">
                <a:moveTo>
                  <a:pt x="1996996" y="1881337"/>
                </a:moveTo>
                <a:lnTo>
                  <a:pt x="2956000" y="1881337"/>
                </a:lnTo>
                <a:cubicBezTo>
                  <a:pt x="3427652" y="1881337"/>
                  <a:pt x="3810002" y="2263687"/>
                  <a:pt x="3810002" y="2735339"/>
                </a:cubicBezTo>
                <a:lnTo>
                  <a:pt x="3810002" y="3589340"/>
                </a:lnTo>
                <a:lnTo>
                  <a:pt x="2850997" y="3589340"/>
                </a:lnTo>
                <a:cubicBezTo>
                  <a:pt x="2379345" y="3589340"/>
                  <a:pt x="1996996" y="3206991"/>
                  <a:pt x="1996996" y="2735339"/>
                </a:cubicBezTo>
                <a:close/>
                <a:moveTo>
                  <a:pt x="854001" y="1881337"/>
                </a:moveTo>
                <a:lnTo>
                  <a:pt x="1813006" y="1881338"/>
                </a:lnTo>
                <a:lnTo>
                  <a:pt x="1813006" y="2735339"/>
                </a:lnTo>
                <a:cubicBezTo>
                  <a:pt x="1813006" y="3206991"/>
                  <a:pt x="1430656" y="3589340"/>
                  <a:pt x="959004" y="3589340"/>
                </a:cubicBezTo>
                <a:lnTo>
                  <a:pt x="0" y="3589340"/>
                </a:lnTo>
                <a:lnTo>
                  <a:pt x="0" y="2735339"/>
                </a:lnTo>
                <a:cubicBezTo>
                  <a:pt x="0" y="2263687"/>
                  <a:pt x="382349" y="1881337"/>
                  <a:pt x="854001" y="1881337"/>
                </a:cubicBezTo>
                <a:close/>
                <a:moveTo>
                  <a:pt x="2850997" y="0"/>
                </a:moveTo>
                <a:lnTo>
                  <a:pt x="3810002" y="0"/>
                </a:lnTo>
                <a:lnTo>
                  <a:pt x="3810002" y="854001"/>
                </a:lnTo>
                <a:cubicBezTo>
                  <a:pt x="3810002" y="1325653"/>
                  <a:pt x="3427652" y="1708003"/>
                  <a:pt x="2956000" y="1708003"/>
                </a:cubicBezTo>
                <a:lnTo>
                  <a:pt x="1996996" y="1708003"/>
                </a:lnTo>
                <a:lnTo>
                  <a:pt x="1996996" y="854001"/>
                </a:lnTo>
                <a:cubicBezTo>
                  <a:pt x="1996996" y="382349"/>
                  <a:pt x="2379345" y="0"/>
                  <a:pt x="2850997" y="0"/>
                </a:cubicBezTo>
                <a:close/>
                <a:moveTo>
                  <a:pt x="0" y="0"/>
                </a:moveTo>
                <a:lnTo>
                  <a:pt x="959004" y="0"/>
                </a:lnTo>
                <a:cubicBezTo>
                  <a:pt x="1430656" y="0"/>
                  <a:pt x="1813006" y="382349"/>
                  <a:pt x="1813006" y="854001"/>
                </a:cubicBezTo>
                <a:lnTo>
                  <a:pt x="1813006" y="1708002"/>
                </a:lnTo>
                <a:lnTo>
                  <a:pt x="854001" y="1708003"/>
                </a:lnTo>
                <a:cubicBezTo>
                  <a:pt x="382349" y="1708003"/>
                  <a:pt x="0" y="1325653"/>
                  <a:pt x="0" y="85400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55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C853C6C-2F76-9A94-33BD-04F1BB88E0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5"/>
            <a:ext cx="12192000" cy="4319837"/>
          </a:xfrm>
          <a:custGeom>
            <a:avLst/>
            <a:gdLst>
              <a:gd name="connsiteX0" fmla="*/ 0 w 12192000"/>
              <a:gd name="connsiteY0" fmla="*/ 0 h 4319837"/>
              <a:gd name="connsiteX1" fmla="*/ 12192000 w 12192000"/>
              <a:gd name="connsiteY1" fmla="*/ 0 h 4319837"/>
              <a:gd name="connsiteX2" fmla="*/ 12192000 w 12192000"/>
              <a:gd name="connsiteY2" fmla="*/ 4319837 h 4319837"/>
              <a:gd name="connsiteX3" fmla="*/ 11970965 w 12192000"/>
              <a:gd name="connsiteY3" fmla="*/ 4274906 h 4319837"/>
              <a:gd name="connsiteX4" fmla="*/ 6096000 w 12192000"/>
              <a:gd name="connsiteY4" fmla="*/ 3790950 h 4319837"/>
              <a:gd name="connsiteX5" fmla="*/ 221035 w 12192000"/>
              <a:gd name="connsiteY5" fmla="*/ 4274906 h 4319837"/>
              <a:gd name="connsiteX6" fmla="*/ 0 w 12192000"/>
              <a:gd name="connsiteY6" fmla="*/ 4319837 h 431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19837">
                <a:moveTo>
                  <a:pt x="0" y="0"/>
                </a:moveTo>
                <a:lnTo>
                  <a:pt x="12192000" y="0"/>
                </a:lnTo>
                <a:lnTo>
                  <a:pt x="12192000" y="4319837"/>
                </a:lnTo>
                <a:lnTo>
                  <a:pt x="11970965" y="4274906"/>
                </a:lnTo>
                <a:cubicBezTo>
                  <a:pt x="10419278" y="3974216"/>
                  <a:pt x="8358019" y="3790950"/>
                  <a:pt x="6096000" y="3790950"/>
                </a:cubicBezTo>
                <a:cubicBezTo>
                  <a:pt x="3833980" y="3790950"/>
                  <a:pt x="1772720" y="3974216"/>
                  <a:pt x="221035" y="4274906"/>
                </a:cubicBezTo>
                <a:lnTo>
                  <a:pt x="0" y="431983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75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5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58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D7EB6B6-F647-4ED2-88CE-2B6BC897C3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42882" y="1600199"/>
            <a:ext cx="1688646" cy="1564018"/>
          </a:xfrm>
          <a:prstGeom prst="roundRect">
            <a:avLst>
              <a:gd name="adj" fmla="val 7110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700000" scaled="1"/>
          </a:gradFill>
        </p:spPr>
        <p:txBody>
          <a:bodyPr anchor="ctr" anchorCtr="1">
            <a:normAutofit/>
          </a:bodyPr>
          <a:lstStyle>
            <a:lvl1pPr algn="ctr">
              <a:lnSpc>
                <a:spcPct val="100000"/>
              </a:lnSpc>
              <a:defRPr sz="10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B03CE0D-B0AF-4A2C-A5B0-03904A61B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600199"/>
            <a:ext cx="3233057" cy="1009651"/>
          </a:xfrm>
        </p:spPr>
        <p:txBody>
          <a:bodyPr lIns="0" tIns="0" rIns="0" bIns="0" anchor="t" anchorCtr="0">
            <a:normAutofit/>
          </a:bodyPr>
          <a:lstStyle>
            <a:lvl1pPr algn="l">
              <a:defRPr sz="3200" b="1"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BB10F8F-F949-4DA7-AE08-D98800B2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446" y="6339904"/>
            <a:ext cx="381004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E65FE9E7-1A92-45FD-9CBA-52B7C49E9D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7A2237F-A9A8-4BC9-BFEF-A9F439393C1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528832" y="1600199"/>
            <a:ext cx="1688646" cy="1564018"/>
          </a:xfrm>
          <a:prstGeom prst="roundRect">
            <a:avLst>
              <a:gd name="adj" fmla="val 7110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700000" scaled="1"/>
          </a:gradFill>
        </p:spPr>
        <p:txBody>
          <a:bodyPr anchor="ctr" anchorCtr="1">
            <a:normAutofit/>
          </a:bodyPr>
          <a:lstStyle>
            <a:lvl1pPr algn="ctr">
              <a:lnSpc>
                <a:spcPct val="100000"/>
              </a:lnSpc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55AF063-9FB4-44C6-981E-C0A4BCB0874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14782" y="1600199"/>
            <a:ext cx="1688646" cy="1564018"/>
          </a:xfrm>
          <a:prstGeom prst="roundRect">
            <a:avLst>
              <a:gd name="adj" fmla="val 7110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700000" scaled="1"/>
          </a:gradFill>
        </p:spPr>
        <p:txBody>
          <a:bodyPr anchor="ctr" anchorCtr="1">
            <a:normAutofit/>
          </a:bodyPr>
          <a:lstStyle>
            <a:lvl1pPr algn="ctr">
              <a:lnSpc>
                <a:spcPct val="100000"/>
              </a:lnSpc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809C615D-C75B-4820-8843-3F42153BC8E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42882" y="3662621"/>
            <a:ext cx="1688646" cy="1564018"/>
          </a:xfrm>
          <a:prstGeom prst="roundRect">
            <a:avLst>
              <a:gd name="adj" fmla="val 7110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700000" scaled="1"/>
          </a:gradFill>
        </p:spPr>
        <p:txBody>
          <a:bodyPr anchor="ctr" anchorCtr="1">
            <a:normAutofit/>
          </a:bodyPr>
          <a:lstStyle>
            <a:lvl1pPr algn="ctr">
              <a:lnSpc>
                <a:spcPct val="100000"/>
              </a:lnSpc>
              <a:defRPr sz="1000"/>
            </a:lvl1pPr>
          </a:lstStyle>
          <a:p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ECD39B5-2C0C-4344-B5E3-10894F402E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528832" y="3662621"/>
            <a:ext cx="1688646" cy="1564018"/>
          </a:xfrm>
          <a:prstGeom prst="roundRect">
            <a:avLst>
              <a:gd name="adj" fmla="val 7110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700000" scaled="1"/>
          </a:gradFill>
        </p:spPr>
        <p:txBody>
          <a:bodyPr anchor="ctr" anchorCtr="1">
            <a:normAutofit/>
          </a:bodyPr>
          <a:lstStyle>
            <a:lvl1pPr algn="ctr">
              <a:lnSpc>
                <a:spcPct val="100000"/>
              </a:lnSpc>
              <a:defRPr sz="1000"/>
            </a:lvl1pPr>
          </a:lstStyle>
          <a:p>
            <a:endParaRPr lang="en-US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E70A0F4B-C30E-4F1E-B818-7569D9CBF98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414782" y="3662621"/>
            <a:ext cx="1688646" cy="1564018"/>
          </a:xfrm>
          <a:prstGeom prst="roundRect">
            <a:avLst>
              <a:gd name="adj" fmla="val 7110"/>
            </a:avLst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700000" scaled="1"/>
          </a:gradFill>
        </p:spPr>
        <p:txBody>
          <a:bodyPr anchor="ctr" anchorCtr="1">
            <a:normAutofit/>
          </a:bodyPr>
          <a:lstStyle>
            <a:lvl1pPr algn="ctr">
              <a:lnSpc>
                <a:spcPct val="100000"/>
              </a:lnSpc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8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3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7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37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7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1" grpId="0" animBg="1"/>
      <p:bldP spid="12" grpId="0" animBg="1"/>
      <p:bldP spid="13" grpId="0" animBg="1"/>
      <p:bldP spid="21" grpId="0" animBg="1"/>
      <p:bldP spid="22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FFEC769-C1E0-4F42-BE74-54F417D64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2192001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78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B84CC-BBB6-4A4D-9DA3-66FE264E5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655212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12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0939739-20AA-4BFD-9717-6AFA77F41D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9" y="1"/>
            <a:ext cx="6089021" cy="6857999"/>
          </a:xfrm>
          <a:custGeom>
            <a:avLst/>
            <a:gdLst>
              <a:gd name="connsiteX0" fmla="*/ 4156112 w 6722334"/>
              <a:gd name="connsiteY0" fmla="*/ 0 h 6857999"/>
              <a:gd name="connsiteX1" fmla="*/ 6722334 w 6722334"/>
              <a:gd name="connsiteY1" fmla="*/ 0 h 6857999"/>
              <a:gd name="connsiteX2" fmla="*/ 6722334 w 6722334"/>
              <a:gd name="connsiteY2" fmla="*/ 6857999 h 6857999"/>
              <a:gd name="connsiteX3" fmla="*/ 514495 w 6722334"/>
              <a:gd name="connsiteY3" fmla="*/ 6857999 h 6857999"/>
              <a:gd name="connsiteX4" fmla="*/ 445528 w 6722334"/>
              <a:gd name="connsiteY4" fmla="*/ 6764191 h 6857999"/>
              <a:gd name="connsiteX5" fmla="*/ 792049 w 6722334"/>
              <a:gd name="connsiteY5" fmla="*/ 336406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2334" h="6857999">
                <a:moveTo>
                  <a:pt x="4156112" y="0"/>
                </a:moveTo>
                <a:lnTo>
                  <a:pt x="6722334" y="0"/>
                </a:lnTo>
                <a:lnTo>
                  <a:pt x="6722334" y="6857999"/>
                </a:lnTo>
                <a:lnTo>
                  <a:pt x="514495" y="6857999"/>
                </a:lnTo>
                <a:lnTo>
                  <a:pt x="445528" y="6764191"/>
                </a:lnTo>
                <a:cubicBezTo>
                  <a:pt x="-247514" y="5714543"/>
                  <a:pt x="-132007" y="4288120"/>
                  <a:pt x="792049" y="336406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858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B0E36CF-4760-40F7-8279-5BE9D56B0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76515"/>
            <a:ext cx="5921829" cy="3580466"/>
          </a:xfrm>
          <a:custGeom>
            <a:avLst/>
            <a:gdLst>
              <a:gd name="connsiteX0" fmla="*/ 0 w 5181600"/>
              <a:gd name="connsiteY0" fmla="*/ 0 h 2881085"/>
              <a:gd name="connsiteX1" fmla="*/ 5013892 w 5181600"/>
              <a:gd name="connsiteY1" fmla="*/ 0 h 2881085"/>
              <a:gd name="connsiteX2" fmla="*/ 5181600 w 5181600"/>
              <a:gd name="connsiteY2" fmla="*/ 167708 h 2881085"/>
              <a:gd name="connsiteX3" fmla="*/ 5181600 w 5181600"/>
              <a:gd name="connsiteY3" fmla="*/ 2713377 h 2881085"/>
              <a:gd name="connsiteX4" fmla="*/ 5013892 w 5181600"/>
              <a:gd name="connsiteY4" fmla="*/ 2881085 h 2881085"/>
              <a:gd name="connsiteX5" fmla="*/ 0 w 5181600"/>
              <a:gd name="connsiteY5" fmla="*/ 2881085 h 288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1600" h="2881085">
                <a:moveTo>
                  <a:pt x="0" y="0"/>
                </a:moveTo>
                <a:lnTo>
                  <a:pt x="5013892" y="0"/>
                </a:lnTo>
                <a:cubicBezTo>
                  <a:pt x="5106515" y="0"/>
                  <a:pt x="5181600" y="75085"/>
                  <a:pt x="5181600" y="167708"/>
                </a:cubicBezTo>
                <a:lnTo>
                  <a:pt x="5181600" y="2713377"/>
                </a:lnTo>
                <a:cubicBezTo>
                  <a:pt x="5181600" y="2806000"/>
                  <a:pt x="5106515" y="2881085"/>
                  <a:pt x="5013892" y="2881085"/>
                </a:cubicBezTo>
                <a:lnTo>
                  <a:pt x="0" y="288108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36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3ED22A4-0050-4C4F-8FE8-8CD347927A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4450" y="990160"/>
            <a:ext cx="5143331" cy="4877680"/>
          </a:xfrm>
          <a:custGeom>
            <a:avLst/>
            <a:gdLst>
              <a:gd name="connsiteX0" fmla="*/ 3837740 w 5143331"/>
              <a:gd name="connsiteY0" fmla="*/ 355 h 4877680"/>
              <a:gd name="connsiteX1" fmla="*/ 4566330 w 5143331"/>
              <a:gd name="connsiteY1" fmla="*/ 212098 h 4877680"/>
              <a:gd name="connsiteX2" fmla="*/ 4930848 w 5143331"/>
              <a:gd name="connsiteY2" fmla="*/ 2999156 h 4877680"/>
              <a:gd name="connsiteX3" fmla="*/ 2947873 w 5143331"/>
              <a:gd name="connsiteY3" fmla="*/ 4868168 h 4877680"/>
              <a:gd name="connsiteX4" fmla="*/ 821616 w 5143331"/>
              <a:gd name="connsiteY4" fmla="*/ 3760018 h 4877680"/>
              <a:gd name="connsiteX5" fmla="*/ 36085 w 5143331"/>
              <a:gd name="connsiteY5" fmla="*/ 1852437 h 4877680"/>
              <a:gd name="connsiteX6" fmla="*/ 1822608 w 5143331"/>
              <a:gd name="connsiteY6" fmla="*/ 521383 h 4877680"/>
              <a:gd name="connsiteX7" fmla="*/ 2934727 w 5143331"/>
              <a:gd name="connsiteY7" fmla="*/ 130132 h 4877680"/>
              <a:gd name="connsiteX8" fmla="*/ 3837740 w 5143331"/>
              <a:gd name="connsiteY8" fmla="*/ 355 h 48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43331" h="4877680">
                <a:moveTo>
                  <a:pt x="3837740" y="355"/>
                </a:moveTo>
                <a:cubicBezTo>
                  <a:pt x="4117634" y="5521"/>
                  <a:pt x="4368457" y="67607"/>
                  <a:pt x="4566330" y="212098"/>
                </a:cubicBezTo>
                <a:cubicBezTo>
                  <a:pt x="5204057" y="673260"/>
                  <a:pt x="5293832" y="1974917"/>
                  <a:pt x="4930848" y="2999156"/>
                </a:cubicBezTo>
                <a:cubicBezTo>
                  <a:pt x="4564542" y="4029139"/>
                  <a:pt x="3743062" y="4772633"/>
                  <a:pt x="2947873" y="4868168"/>
                </a:cubicBezTo>
                <a:cubicBezTo>
                  <a:pt x="2156009" y="4957962"/>
                  <a:pt x="1394969" y="4398584"/>
                  <a:pt x="821616" y="3760018"/>
                </a:cubicBezTo>
                <a:cubicBezTo>
                  <a:pt x="254008" y="3124773"/>
                  <a:pt x="-121379" y="2409133"/>
                  <a:pt x="36085" y="1852437"/>
                </a:cubicBezTo>
                <a:cubicBezTo>
                  <a:pt x="194756" y="1300274"/>
                  <a:pt x="886275" y="907057"/>
                  <a:pt x="1822608" y="521383"/>
                </a:cubicBezTo>
                <a:cubicBezTo>
                  <a:pt x="2173280" y="375056"/>
                  <a:pt x="2557741" y="229961"/>
                  <a:pt x="2934727" y="130132"/>
                </a:cubicBezTo>
                <a:cubicBezTo>
                  <a:pt x="3248882" y="46942"/>
                  <a:pt x="3557846" y="-4811"/>
                  <a:pt x="3837740" y="35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487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64CC0E1-A3B3-4AD5-998C-12F4DBA328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4630056"/>
          </a:xfrm>
          <a:custGeom>
            <a:avLst/>
            <a:gdLst>
              <a:gd name="connsiteX0" fmla="*/ 0 w 12192000"/>
              <a:gd name="connsiteY0" fmla="*/ 0 h 4615543"/>
              <a:gd name="connsiteX1" fmla="*/ 12192000 w 12192000"/>
              <a:gd name="connsiteY1" fmla="*/ 0 h 4615543"/>
              <a:gd name="connsiteX2" fmla="*/ 12192000 w 12192000"/>
              <a:gd name="connsiteY2" fmla="*/ 3977631 h 4615543"/>
              <a:gd name="connsiteX3" fmla="*/ 0 w 12192000"/>
              <a:gd name="connsiteY3" fmla="*/ 3977631 h 461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15543">
                <a:moveTo>
                  <a:pt x="0" y="0"/>
                </a:moveTo>
                <a:lnTo>
                  <a:pt x="12192000" y="0"/>
                </a:lnTo>
                <a:lnTo>
                  <a:pt x="12192000" y="3977631"/>
                </a:lnTo>
                <a:cubicBezTo>
                  <a:pt x="8128000" y="6187426"/>
                  <a:pt x="4064000" y="1767836"/>
                  <a:pt x="0" y="3977631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45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3">
            <a:extLst>
              <a:ext uri="{FF2B5EF4-FFF2-40B4-BE49-F238E27FC236}">
                <a16:creationId xmlns:a16="http://schemas.microsoft.com/office/drawing/2014/main" id="{8C8EC72E-8D34-439F-B2AC-F5A9D82D25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2114" y="594580"/>
            <a:ext cx="4963886" cy="2670629"/>
          </a:xfrm>
          <a:prstGeom prst="roundRect">
            <a:avLst>
              <a:gd name="adj" fmla="val 410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6A01FD4F-5C97-4E6C-AA06-515440516E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5315" y="2572404"/>
            <a:ext cx="2917371" cy="1713191"/>
          </a:xfrm>
          <a:prstGeom prst="roundRect">
            <a:avLst>
              <a:gd name="adj" fmla="val 410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F39378EF-6B21-44F0-AC97-1BE1001C49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85315" y="594580"/>
            <a:ext cx="2917371" cy="1713191"/>
          </a:xfrm>
          <a:prstGeom prst="roundRect">
            <a:avLst>
              <a:gd name="adj" fmla="val 410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C72F690D-7457-44E2-A5ED-0257F30C59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85315" y="4550229"/>
            <a:ext cx="2917371" cy="1713191"/>
          </a:xfrm>
          <a:prstGeom prst="roundRect">
            <a:avLst>
              <a:gd name="adj" fmla="val 410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565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5900B30-28F4-49A4-9E87-EAF0C746C9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821" y="1275598"/>
            <a:ext cx="4670473" cy="4784256"/>
          </a:xfrm>
          <a:custGeom>
            <a:avLst/>
            <a:gdLst>
              <a:gd name="connsiteX0" fmla="*/ 93438 w 4670473"/>
              <a:gd name="connsiteY0" fmla="*/ 807652 h 4784256"/>
              <a:gd name="connsiteX1" fmla="*/ 2185527 w 4670473"/>
              <a:gd name="connsiteY1" fmla="*/ 807652 h 4784256"/>
              <a:gd name="connsiteX2" fmla="*/ 2278965 w 4670473"/>
              <a:gd name="connsiteY2" fmla="*/ 901090 h 4784256"/>
              <a:gd name="connsiteX3" fmla="*/ 2278965 w 4670473"/>
              <a:gd name="connsiteY3" fmla="*/ 4690818 h 4784256"/>
              <a:gd name="connsiteX4" fmla="*/ 2185527 w 4670473"/>
              <a:gd name="connsiteY4" fmla="*/ 4784256 h 4784256"/>
              <a:gd name="connsiteX5" fmla="*/ 93438 w 4670473"/>
              <a:gd name="connsiteY5" fmla="*/ 4784256 h 4784256"/>
              <a:gd name="connsiteX6" fmla="*/ 0 w 4670473"/>
              <a:gd name="connsiteY6" fmla="*/ 4690818 h 4784256"/>
              <a:gd name="connsiteX7" fmla="*/ 0 w 4670473"/>
              <a:gd name="connsiteY7" fmla="*/ 901090 h 4784256"/>
              <a:gd name="connsiteX8" fmla="*/ 93438 w 4670473"/>
              <a:gd name="connsiteY8" fmla="*/ 807652 h 4784256"/>
              <a:gd name="connsiteX9" fmla="*/ 2484946 w 4670473"/>
              <a:gd name="connsiteY9" fmla="*/ 0 h 4784256"/>
              <a:gd name="connsiteX10" fmla="*/ 4577035 w 4670473"/>
              <a:gd name="connsiteY10" fmla="*/ 0 h 4784256"/>
              <a:gd name="connsiteX11" fmla="*/ 4670473 w 4670473"/>
              <a:gd name="connsiteY11" fmla="*/ 93438 h 4784256"/>
              <a:gd name="connsiteX12" fmla="*/ 4670473 w 4670473"/>
              <a:gd name="connsiteY12" fmla="*/ 3883166 h 4784256"/>
              <a:gd name="connsiteX13" fmla="*/ 4577035 w 4670473"/>
              <a:gd name="connsiteY13" fmla="*/ 3976604 h 4784256"/>
              <a:gd name="connsiteX14" fmla="*/ 2484946 w 4670473"/>
              <a:gd name="connsiteY14" fmla="*/ 3976604 h 4784256"/>
              <a:gd name="connsiteX15" fmla="*/ 2391508 w 4670473"/>
              <a:gd name="connsiteY15" fmla="*/ 3883166 h 4784256"/>
              <a:gd name="connsiteX16" fmla="*/ 2391508 w 4670473"/>
              <a:gd name="connsiteY16" fmla="*/ 93438 h 4784256"/>
              <a:gd name="connsiteX17" fmla="*/ 2484946 w 4670473"/>
              <a:gd name="connsiteY17" fmla="*/ 0 h 478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70473" h="4784256">
                <a:moveTo>
                  <a:pt x="93438" y="807652"/>
                </a:moveTo>
                <a:lnTo>
                  <a:pt x="2185527" y="807652"/>
                </a:lnTo>
                <a:cubicBezTo>
                  <a:pt x="2237131" y="807652"/>
                  <a:pt x="2278965" y="849486"/>
                  <a:pt x="2278965" y="901090"/>
                </a:cubicBezTo>
                <a:lnTo>
                  <a:pt x="2278965" y="4690818"/>
                </a:lnTo>
                <a:cubicBezTo>
                  <a:pt x="2278965" y="4742422"/>
                  <a:pt x="2237131" y="4784256"/>
                  <a:pt x="2185527" y="4784256"/>
                </a:cubicBezTo>
                <a:lnTo>
                  <a:pt x="93438" y="4784256"/>
                </a:lnTo>
                <a:cubicBezTo>
                  <a:pt x="41834" y="4784256"/>
                  <a:pt x="0" y="4742422"/>
                  <a:pt x="0" y="4690818"/>
                </a:cubicBezTo>
                <a:lnTo>
                  <a:pt x="0" y="901090"/>
                </a:lnTo>
                <a:cubicBezTo>
                  <a:pt x="0" y="849486"/>
                  <a:pt x="41834" y="807652"/>
                  <a:pt x="93438" y="807652"/>
                </a:cubicBezTo>
                <a:close/>
                <a:moveTo>
                  <a:pt x="2484946" y="0"/>
                </a:moveTo>
                <a:lnTo>
                  <a:pt x="4577035" y="0"/>
                </a:lnTo>
                <a:cubicBezTo>
                  <a:pt x="4628639" y="0"/>
                  <a:pt x="4670473" y="41834"/>
                  <a:pt x="4670473" y="93438"/>
                </a:cubicBezTo>
                <a:lnTo>
                  <a:pt x="4670473" y="3883166"/>
                </a:lnTo>
                <a:cubicBezTo>
                  <a:pt x="4670473" y="3934770"/>
                  <a:pt x="4628639" y="3976604"/>
                  <a:pt x="4577035" y="3976604"/>
                </a:cubicBezTo>
                <a:lnTo>
                  <a:pt x="2484946" y="3976604"/>
                </a:lnTo>
                <a:cubicBezTo>
                  <a:pt x="2433342" y="3976604"/>
                  <a:pt x="2391508" y="3934770"/>
                  <a:pt x="2391508" y="3883166"/>
                </a:cubicBezTo>
                <a:lnTo>
                  <a:pt x="2391508" y="93438"/>
                </a:lnTo>
                <a:cubicBezTo>
                  <a:pt x="2391508" y="41834"/>
                  <a:pt x="2433342" y="0"/>
                  <a:pt x="248494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980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1CCA16E-DF2B-4FBB-9A0C-7FFC2792EF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20039" y="2062394"/>
            <a:ext cx="1867443" cy="1696102"/>
          </a:xfrm>
          <a:prstGeom prst="roundRect">
            <a:avLst>
              <a:gd name="adj" fmla="val 552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8B04CF9-EA8D-4DBD-976C-F751120439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04520" y="2062394"/>
            <a:ext cx="1867443" cy="1696102"/>
          </a:xfrm>
          <a:prstGeom prst="roundRect">
            <a:avLst>
              <a:gd name="adj" fmla="val 552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6D2A0EE-4069-473A-8E43-9218DFEC61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435558" y="2062394"/>
            <a:ext cx="1867443" cy="1696102"/>
          </a:xfrm>
          <a:prstGeom prst="roundRect">
            <a:avLst>
              <a:gd name="adj" fmla="val 552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4E0BA90-3F4B-4A2F-BE1E-A7F3DE8094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89001" y="2062393"/>
            <a:ext cx="1867443" cy="1696101"/>
          </a:xfrm>
          <a:prstGeom prst="roundRect">
            <a:avLst>
              <a:gd name="adj" fmla="val 552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29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EC4DB2-E10E-4642-A0EA-562A2363B7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2191995" cy="3179298"/>
          </a:xfrm>
          <a:custGeom>
            <a:avLst/>
            <a:gdLst>
              <a:gd name="connsiteX0" fmla="*/ 0 w 12191995"/>
              <a:gd name="connsiteY0" fmla="*/ 0 h 3429000"/>
              <a:gd name="connsiteX1" fmla="*/ 12191995 w 12191995"/>
              <a:gd name="connsiteY1" fmla="*/ 0 h 3429000"/>
              <a:gd name="connsiteX2" fmla="*/ 12191995 w 12191995"/>
              <a:gd name="connsiteY2" fmla="*/ 3429000 h 3429000"/>
              <a:gd name="connsiteX3" fmla="*/ 0 w 12191995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5" h="3429000">
                <a:moveTo>
                  <a:pt x="0" y="0"/>
                </a:moveTo>
                <a:lnTo>
                  <a:pt x="12191995" y="0"/>
                </a:lnTo>
                <a:lnTo>
                  <a:pt x="12191995" y="3429000"/>
                </a:lnTo>
                <a:lnTo>
                  <a:pt x="0" y="3429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1CCA16E-DF2B-4FBB-9A0C-7FFC2792EF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59707" y="2370617"/>
            <a:ext cx="1654887" cy="1617361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8B04CF9-EA8D-4DBD-976C-F751120439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33556" y="2370617"/>
            <a:ext cx="1654887" cy="1617361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6D2A0EE-4069-473A-8E43-9218DFEC61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85858" y="2370617"/>
            <a:ext cx="1654887" cy="1617361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4E0BA90-3F4B-4A2F-BE1E-A7F3DE8094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407405" y="2370618"/>
            <a:ext cx="1654887" cy="161736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96876F2-90E4-4225-B53E-E03D7569832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03558" y="2370617"/>
            <a:ext cx="1654887" cy="1617361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E80BD25-C0FD-4171-A7C2-0E359AEAF69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29709" y="2370617"/>
            <a:ext cx="1654887" cy="1617361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472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E65C81C-B236-482F-9874-2C99718C7B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3185" y="1251192"/>
            <a:ext cx="2449067" cy="2225076"/>
          </a:xfrm>
          <a:custGeom>
            <a:avLst/>
            <a:gdLst>
              <a:gd name="connsiteX0" fmla="*/ 0 w 12192000"/>
              <a:gd name="connsiteY0" fmla="*/ 0 h 3421626"/>
              <a:gd name="connsiteX1" fmla="*/ 12192000 w 12192000"/>
              <a:gd name="connsiteY1" fmla="*/ 0 h 3421626"/>
              <a:gd name="connsiteX2" fmla="*/ 12192000 w 12192000"/>
              <a:gd name="connsiteY2" fmla="*/ 3421626 h 3421626"/>
              <a:gd name="connsiteX3" fmla="*/ 0 w 12192000"/>
              <a:gd name="connsiteY3" fmla="*/ 3421626 h 342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1626">
                <a:moveTo>
                  <a:pt x="0" y="0"/>
                </a:moveTo>
                <a:lnTo>
                  <a:pt x="12192000" y="0"/>
                </a:lnTo>
                <a:lnTo>
                  <a:pt x="12192000" y="3421626"/>
                </a:lnTo>
                <a:lnTo>
                  <a:pt x="0" y="3421626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9BC65E6-5BC1-4FD2-992F-0FFD7AF06D7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185" y="4632924"/>
            <a:ext cx="2449067" cy="2225076"/>
          </a:xfrm>
          <a:custGeom>
            <a:avLst/>
            <a:gdLst>
              <a:gd name="connsiteX0" fmla="*/ 0 w 12192000"/>
              <a:gd name="connsiteY0" fmla="*/ 0 h 3421626"/>
              <a:gd name="connsiteX1" fmla="*/ 12192000 w 12192000"/>
              <a:gd name="connsiteY1" fmla="*/ 0 h 3421626"/>
              <a:gd name="connsiteX2" fmla="*/ 12192000 w 12192000"/>
              <a:gd name="connsiteY2" fmla="*/ 3421626 h 3421626"/>
              <a:gd name="connsiteX3" fmla="*/ 0 w 12192000"/>
              <a:gd name="connsiteY3" fmla="*/ 3421626 h 342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1626">
                <a:moveTo>
                  <a:pt x="0" y="0"/>
                </a:moveTo>
                <a:lnTo>
                  <a:pt x="12192000" y="0"/>
                </a:lnTo>
                <a:lnTo>
                  <a:pt x="12192000" y="3421626"/>
                </a:lnTo>
                <a:lnTo>
                  <a:pt x="0" y="3421626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6A5504E8-7247-440C-8805-E193F2F4420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65699" y="1251192"/>
            <a:ext cx="2449067" cy="2225076"/>
          </a:xfrm>
          <a:custGeom>
            <a:avLst/>
            <a:gdLst>
              <a:gd name="connsiteX0" fmla="*/ 0 w 12192000"/>
              <a:gd name="connsiteY0" fmla="*/ 0 h 3421626"/>
              <a:gd name="connsiteX1" fmla="*/ 12192000 w 12192000"/>
              <a:gd name="connsiteY1" fmla="*/ 0 h 3421626"/>
              <a:gd name="connsiteX2" fmla="*/ 12192000 w 12192000"/>
              <a:gd name="connsiteY2" fmla="*/ 3421626 h 3421626"/>
              <a:gd name="connsiteX3" fmla="*/ 0 w 12192000"/>
              <a:gd name="connsiteY3" fmla="*/ 3421626 h 342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1626">
                <a:moveTo>
                  <a:pt x="0" y="0"/>
                </a:moveTo>
                <a:lnTo>
                  <a:pt x="12192000" y="0"/>
                </a:lnTo>
                <a:lnTo>
                  <a:pt x="12192000" y="3421626"/>
                </a:lnTo>
                <a:lnTo>
                  <a:pt x="0" y="3421626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2D51FD-73DB-4514-A0E9-A325FBD6D8C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5699" y="4632924"/>
            <a:ext cx="2449067" cy="2225076"/>
          </a:xfrm>
          <a:custGeom>
            <a:avLst/>
            <a:gdLst>
              <a:gd name="connsiteX0" fmla="*/ 0 w 12192000"/>
              <a:gd name="connsiteY0" fmla="*/ 0 h 3421626"/>
              <a:gd name="connsiteX1" fmla="*/ 12192000 w 12192000"/>
              <a:gd name="connsiteY1" fmla="*/ 0 h 3421626"/>
              <a:gd name="connsiteX2" fmla="*/ 12192000 w 12192000"/>
              <a:gd name="connsiteY2" fmla="*/ 3421626 h 3421626"/>
              <a:gd name="connsiteX3" fmla="*/ 0 w 12192000"/>
              <a:gd name="connsiteY3" fmla="*/ 3421626 h 342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1626">
                <a:moveTo>
                  <a:pt x="0" y="0"/>
                </a:moveTo>
                <a:lnTo>
                  <a:pt x="12192000" y="0"/>
                </a:lnTo>
                <a:lnTo>
                  <a:pt x="12192000" y="3421626"/>
                </a:lnTo>
                <a:lnTo>
                  <a:pt x="0" y="3421626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7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AEA3000-7827-47D7-B5E1-6920F2C387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5652" y="1045028"/>
            <a:ext cx="6066973" cy="4767944"/>
          </a:xfrm>
          <a:custGeom>
            <a:avLst/>
            <a:gdLst>
              <a:gd name="connsiteX0" fmla="*/ 112523 w 6066973"/>
              <a:gd name="connsiteY0" fmla="*/ 0 h 4767944"/>
              <a:gd name="connsiteX1" fmla="*/ 5954450 w 6066973"/>
              <a:gd name="connsiteY1" fmla="*/ 0 h 4767944"/>
              <a:gd name="connsiteX2" fmla="*/ 6066973 w 6066973"/>
              <a:gd name="connsiteY2" fmla="*/ 112523 h 4767944"/>
              <a:gd name="connsiteX3" fmla="*/ 6066973 w 6066973"/>
              <a:gd name="connsiteY3" fmla="*/ 4655421 h 4767944"/>
              <a:gd name="connsiteX4" fmla="*/ 5954450 w 6066973"/>
              <a:gd name="connsiteY4" fmla="*/ 4767944 h 4767944"/>
              <a:gd name="connsiteX5" fmla="*/ 112523 w 6066973"/>
              <a:gd name="connsiteY5" fmla="*/ 4767944 h 4767944"/>
              <a:gd name="connsiteX6" fmla="*/ 0 w 6066973"/>
              <a:gd name="connsiteY6" fmla="*/ 4655421 h 4767944"/>
              <a:gd name="connsiteX7" fmla="*/ 0 w 6066973"/>
              <a:gd name="connsiteY7" fmla="*/ 112523 h 4767944"/>
              <a:gd name="connsiteX8" fmla="*/ 112523 w 6066973"/>
              <a:gd name="connsiteY8" fmla="*/ 0 h 4767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66973" h="4767944">
                <a:moveTo>
                  <a:pt x="112523" y="0"/>
                </a:moveTo>
                <a:lnTo>
                  <a:pt x="5954450" y="0"/>
                </a:lnTo>
                <a:cubicBezTo>
                  <a:pt x="6016595" y="0"/>
                  <a:pt x="6066973" y="50378"/>
                  <a:pt x="6066973" y="112523"/>
                </a:cubicBezTo>
                <a:lnTo>
                  <a:pt x="6066973" y="4655421"/>
                </a:lnTo>
                <a:cubicBezTo>
                  <a:pt x="6066973" y="4717566"/>
                  <a:pt x="6016595" y="4767944"/>
                  <a:pt x="5954450" y="4767944"/>
                </a:cubicBezTo>
                <a:lnTo>
                  <a:pt x="112523" y="4767944"/>
                </a:lnTo>
                <a:cubicBezTo>
                  <a:pt x="50378" y="4767944"/>
                  <a:pt x="0" y="4717566"/>
                  <a:pt x="0" y="4655421"/>
                </a:cubicBezTo>
                <a:lnTo>
                  <a:pt x="0" y="112523"/>
                </a:lnTo>
                <a:cubicBezTo>
                  <a:pt x="0" y="50378"/>
                  <a:pt x="50378" y="0"/>
                  <a:pt x="1125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6E6913-5489-4E51-8FA1-F41A86C6E9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0745" y="1045028"/>
            <a:ext cx="4223656" cy="5812972"/>
          </a:xfrm>
          <a:custGeom>
            <a:avLst/>
            <a:gdLst>
              <a:gd name="connsiteX0" fmla="*/ 173170 w 4223656"/>
              <a:gd name="connsiteY0" fmla="*/ 0 h 5812972"/>
              <a:gd name="connsiteX1" fmla="*/ 4050486 w 4223656"/>
              <a:gd name="connsiteY1" fmla="*/ 0 h 5812972"/>
              <a:gd name="connsiteX2" fmla="*/ 4223656 w 4223656"/>
              <a:gd name="connsiteY2" fmla="*/ 173170 h 5812972"/>
              <a:gd name="connsiteX3" fmla="*/ 4223656 w 4223656"/>
              <a:gd name="connsiteY3" fmla="*/ 5812972 h 5812972"/>
              <a:gd name="connsiteX4" fmla="*/ 0 w 4223656"/>
              <a:gd name="connsiteY4" fmla="*/ 5812972 h 5812972"/>
              <a:gd name="connsiteX5" fmla="*/ 0 w 4223656"/>
              <a:gd name="connsiteY5" fmla="*/ 173170 h 5812972"/>
              <a:gd name="connsiteX6" fmla="*/ 173170 w 4223656"/>
              <a:gd name="connsiteY6" fmla="*/ 0 h 581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23656" h="5812972">
                <a:moveTo>
                  <a:pt x="173170" y="0"/>
                </a:moveTo>
                <a:lnTo>
                  <a:pt x="4050486" y="0"/>
                </a:lnTo>
                <a:cubicBezTo>
                  <a:pt x="4146125" y="0"/>
                  <a:pt x="4223656" y="77531"/>
                  <a:pt x="4223656" y="173170"/>
                </a:cubicBezTo>
                <a:lnTo>
                  <a:pt x="4223656" y="5812972"/>
                </a:lnTo>
                <a:lnTo>
                  <a:pt x="0" y="5812972"/>
                </a:lnTo>
                <a:lnTo>
                  <a:pt x="0" y="173170"/>
                </a:lnTo>
                <a:cubicBezTo>
                  <a:pt x="0" y="77531"/>
                  <a:pt x="77531" y="0"/>
                  <a:pt x="17317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080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4805D6F-1B61-4367-8228-08F6C7796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4449" y="3907011"/>
            <a:ext cx="1291563" cy="1224854"/>
          </a:xfrm>
          <a:custGeom>
            <a:avLst/>
            <a:gdLst>
              <a:gd name="connsiteX0" fmla="*/ 963711 w 1291563"/>
              <a:gd name="connsiteY0" fmla="*/ 89 h 1224854"/>
              <a:gd name="connsiteX1" fmla="*/ 1146671 w 1291563"/>
              <a:gd name="connsiteY1" fmla="*/ 53261 h 1224854"/>
              <a:gd name="connsiteX2" fmla="*/ 1238206 w 1291563"/>
              <a:gd name="connsiteY2" fmla="*/ 753131 h 1224854"/>
              <a:gd name="connsiteX3" fmla="*/ 740253 w 1291563"/>
              <a:gd name="connsiteY3" fmla="*/ 1222466 h 1224854"/>
              <a:gd name="connsiteX4" fmla="*/ 206320 w 1291563"/>
              <a:gd name="connsiteY4" fmla="*/ 944193 h 1224854"/>
              <a:gd name="connsiteX5" fmla="*/ 9062 w 1291563"/>
              <a:gd name="connsiteY5" fmla="*/ 465173 h 1224854"/>
              <a:gd name="connsiteX6" fmla="*/ 457683 w 1291563"/>
              <a:gd name="connsiteY6" fmla="*/ 130927 h 1224854"/>
              <a:gd name="connsiteX7" fmla="*/ 736952 w 1291563"/>
              <a:gd name="connsiteY7" fmla="*/ 32678 h 1224854"/>
              <a:gd name="connsiteX8" fmla="*/ 963711 w 1291563"/>
              <a:gd name="connsiteY8" fmla="*/ 89 h 122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1563" h="1224854">
                <a:moveTo>
                  <a:pt x="963711" y="89"/>
                </a:moveTo>
                <a:cubicBezTo>
                  <a:pt x="1033996" y="1387"/>
                  <a:pt x="1096981" y="16977"/>
                  <a:pt x="1146671" y="53261"/>
                </a:cubicBezTo>
                <a:cubicBezTo>
                  <a:pt x="1306812" y="169065"/>
                  <a:pt x="1329356" y="495930"/>
                  <a:pt x="1238206" y="753131"/>
                </a:cubicBezTo>
                <a:cubicBezTo>
                  <a:pt x="1146221" y="1011774"/>
                  <a:pt x="939936" y="1198476"/>
                  <a:pt x="740253" y="1222466"/>
                </a:cubicBezTo>
                <a:cubicBezTo>
                  <a:pt x="541405" y="1245014"/>
                  <a:pt x="350297" y="1104547"/>
                  <a:pt x="206320" y="944193"/>
                </a:cubicBezTo>
                <a:cubicBezTo>
                  <a:pt x="63785" y="784675"/>
                  <a:pt x="-30480" y="604967"/>
                  <a:pt x="9062" y="465173"/>
                </a:cubicBezTo>
                <a:cubicBezTo>
                  <a:pt x="48907" y="326517"/>
                  <a:pt x="222557" y="227775"/>
                  <a:pt x="457683" y="130927"/>
                </a:cubicBezTo>
                <a:cubicBezTo>
                  <a:pt x="545742" y="94182"/>
                  <a:pt x="642285" y="57747"/>
                  <a:pt x="736952" y="32678"/>
                </a:cubicBezTo>
                <a:cubicBezTo>
                  <a:pt x="815841" y="11788"/>
                  <a:pt x="893426" y="-1208"/>
                  <a:pt x="963711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FE7C4E1-E588-49A5-AA76-8A34570CB6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8300" y="1"/>
            <a:ext cx="6743700" cy="6502400"/>
          </a:xfrm>
          <a:custGeom>
            <a:avLst/>
            <a:gdLst>
              <a:gd name="connsiteX0" fmla="*/ 0 w 6743700"/>
              <a:gd name="connsiteY0" fmla="*/ 0 h 6502400"/>
              <a:gd name="connsiteX1" fmla="*/ 6743700 w 6743700"/>
              <a:gd name="connsiteY1" fmla="*/ 0 h 6502400"/>
              <a:gd name="connsiteX2" fmla="*/ 6743700 w 6743700"/>
              <a:gd name="connsiteY2" fmla="*/ 5172776 h 6502400"/>
              <a:gd name="connsiteX3" fmla="*/ 6477231 w 6743700"/>
              <a:gd name="connsiteY3" fmla="*/ 5516048 h 6502400"/>
              <a:gd name="connsiteX4" fmla="*/ 3078236 w 6743700"/>
              <a:gd name="connsiteY4" fmla="*/ 4218887 h 6502400"/>
              <a:gd name="connsiteX5" fmla="*/ 158655 w 6743700"/>
              <a:gd name="connsiteY5" fmla="*/ 116059 h 650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43700" h="6502400">
                <a:moveTo>
                  <a:pt x="0" y="0"/>
                </a:moveTo>
                <a:lnTo>
                  <a:pt x="6743700" y="0"/>
                </a:lnTo>
                <a:lnTo>
                  <a:pt x="6743700" y="5172776"/>
                </a:lnTo>
                <a:lnTo>
                  <a:pt x="6477231" y="5516048"/>
                </a:lnTo>
                <a:cubicBezTo>
                  <a:pt x="5582542" y="6554565"/>
                  <a:pt x="3626048" y="7534336"/>
                  <a:pt x="3078236" y="4218887"/>
                </a:cubicBezTo>
                <a:cubicBezTo>
                  <a:pt x="2633138" y="1525086"/>
                  <a:pt x="1036257" y="726049"/>
                  <a:pt x="158655" y="11605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7F15F6D-9314-4830-A837-BFF7DCAF48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25269" y="3907011"/>
            <a:ext cx="1291563" cy="1224854"/>
          </a:xfrm>
          <a:custGeom>
            <a:avLst/>
            <a:gdLst>
              <a:gd name="connsiteX0" fmla="*/ 963711 w 1291563"/>
              <a:gd name="connsiteY0" fmla="*/ 89 h 1224854"/>
              <a:gd name="connsiteX1" fmla="*/ 1146671 w 1291563"/>
              <a:gd name="connsiteY1" fmla="*/ 53261 h 1224854"/>
              <a:gd name="connsiteX2" fmla="*/ 1238206 w 1291563"/>
              <a:gd name="connsiteY2" fmla="*/ 753131 h 1224854"/>
              <a:gd name="connsiteX3" fmla="*/ 740253 w 1291563"/>
              <a:gd name="connsiteY3" fmla="*/ 1222466 h 1224854"/>
              <a:gd name="connsiteX4" fmla="*/ 206320 w 1291563"/>
              <a:gd name="connsiteY4" fmla="*/ 944193 h 1224854"/>
              <a:gd name="connsiteX5" fmla="*/ 9062 w 1291563"/>
              <a:gd name="connsiteY5" fmla="*/ 465173 h 1224854"/>
              <a:gd name="connsiteX6" fmla="*/ 457683 w 1291563"/>
              <a:gd name="connsiteY6" fmla="*/ 130927 h 1224854"/>
              <a:gd name="connsiteX7" fmla="*/ 736952 w 1291563"/>
              <a:gd name="connsiteY7" fmla="*/ 32678 h 1224854"/>
              <a:gd name="connsiteX8" fmla="*/ 963711 w 1291563"/>
              <a:gd name="connsiteY8" fmla="*/ 89 h 122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1563" h="1224854">
                <a:moveTo>
                  <a:pt x="963711" y="89"/>
                </a:moveTo>
                <a:cubicBezTo>
                  <a:pt x="1033996" y="1387"/>
                  <a:pt x="1096981" y="16977"/>
                  <a:pt x="1146671" y="53261"/>
                </a:cubicBezTo>
                <a:cubicBezTo>
                  <a:pt x="1306812" y="169065"/>
                  <a:pt x="1329356" y="495930"/>
                  <a:pt x="1238206" y="753131"/>
                </a:cubicBezTo>
                <a:cubicBezTo>
                  <a:pt x="1146221" y="1011774"/>
                  <a:pt x="939936" y="1198476"/>
                  <a:pt x="740253" y="1222466"/>
                </a:cubicBezTo>
                <a:cubicBezTo>
                  <a:pt x="541405" y="1245014"/>
                  <a:pt x="350297" y="1104547"/>
                  <a:pt x="206320" y="944193"/>
                </a:cubicBezTo>
                <a:cubicBezTo>
                  <a:pt x="63785" y="784675"/>
                  <a:pt x="-30480" y="604967"/>
                  <a:pt x="9062" y="465173"/>
                </a:cubicBezTo>
                <a:cubicBezTo>
                  <a:pt x="48907" y="326517"/>
                  <a:pt x="222557" y="227775"/>
                  <a:pt x="457683" y="130927"/>
                </a:cubicBezTo>
                <a:cubicBezTo>
                  <a:pt x="545742" y="94182"/>
                  <a:pt x="642285" y="57747"/>
                  <a:pt x="736952" y="32678"/>
                </a:cubicBezTo>
                <a:cubicBezTo>
                  <a:pt x="815841" y="11788"/>
                  <a:pt x="893426" y="-1208"/>
                  <a:pt x="963711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946F18C-C33F-40C5-ADCD-FE4596015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6089" y="3907011"/>
            <a:ext cx="1291563" cy="1224854"/>
          </a:xfrm>
          <a:custGeom>
            <a:avLst/>
            <a:gdLst>
              <a:gd name="connsiteX0" fmla="*/ 963711 w 1291563"/>
              <a:gd name="connsiteY0" fmla="*/ 89 h 1224854"/>
              <a:gd name="connsiteX1" fmla="*/ 1146671 w 1291563"/>
              <a:gd name="connsiteY1" fmla="*/ 53261 h 1224854"/>
              <a:gd name="connsiteX2" fmla="*/ 1238206 w 1291563"/>
              <a:gd name="connsiteY2" fmla="*/ 753131 h 1224854"/>
              <a:gd name="connsiteX3" fmla="*/ 740253 w 1291563"/>
              <a:gd name="connsiteY3" fmla="*/ 1222466 h 1224854"/>
              <a:gd name="connsiteX4" fmla="*/ 206320 w 1291563"/>
              <a:gd name="connsiteY4" fmla="*/ 944193 h 1224854"/>
              <a:gd name="connsiteX5" fmla="*/ 9062 w 1291563"/>
              <a:gd name="connsiteY5" fmla="*/ 465173 h 1224854"/>
              <a:gd name="connsiteX6" fmla="*/ 457683 w 1291563"/>
              <a:gd name="connsiteY6" fmla="*/ 130927 h 1224854"/>
              <a:gd name="connsiteX7" fmla="*/ 736952 w 1291563"/>
              <a:gd name="connsiteY7" fmla="*/ 32678 h 1224854"/>
              <a:gd name="connsiteX8" fmla="*/ 963711 w 1291563"/>
              <a:gd name="connsiteY8" fmla="*/ 89 h 122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1563" h="1224854">
                <a:moveTo>
                  <a:pt x="963711" y="89"/>
                </a:moveTo>
                <a:cubicBezTo>
                  <a:pt x="1033996" y="1387"/>
                  <a:pt x="1096981" y="16977"/>
                  <a:pt x="1146671" y="53261"/>
                </a:cubicBezTo>
                <a:cubicBezTo>
                  <a:pt x="1306812" y="169065"/>
                  <a:pt x="1329356" y="495930"/>
                  <a:pt x="1238206" y="753131"/>
                </a:cubicBezTo>
                <a:cubicBezTo>
                  <a:pt x="1146221" y="1011774"/>
                  <a:pt x="939936" y="1198476"/>
                  <a:pt x="740253" y="1222466"/>
                </a:cubicBezTo>
                <a:cubicBezTo>
                  <a:pt x="541405" y="1245014"/>
                  <a:pt x="350297" y="1104547"/>
                  <a:pt x="206320" y="944193"/>
                </a:cubicBezTo>
                <a:cubicBezTo>
                  <a:pt x="63785" y="784675"/>
                  <a:pt x="-30480" y="604967"/>
                  <a:pt x="9062" y="465173"/>
                </a:cubicBezTo>
                <a:cubicBezTo>
                  <a:pt x="48907" y="326517"/>
                  <a:pt x="222557" y="227775"/>
                  <a:pt x="457683" y="130927"/>
                </a:cubicBezTo>
                <a:cubicBezTo>
                  <a:pt x="545742" y="94182"/>
                  <a:pt x="642285" y="57747"/>
                  <a:pt x="736952" y="32678"/>
                </a:cubicBezTo>
                <a:cubicBezTo>
                  <a:pt x="815841" y="11788"/>
                  <a:pt x="893426" y="-1208"/>
                  <a:pt x="963711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037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89CE261-207C-433C-B5A5-96BE0A643E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5586" y="1829438"/>
            <a:ext cx="2603869" cy="185057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89FA2C9-CA2F-422D-AE10-5671F9A4EA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74573" y="1845126"/>
            <a:ext cx="2603869" cy="185057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5DC9886-CA7E-4F58-8B01-E8C5973D8F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3560" y="1845126"/>
            <a:ext cx="2603869" cy="185057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9145A2-D1B6-4256-BD3F-96CC8AF114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52547" y="1829438"/>
            <a:ext cx="2603869" cy="185057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322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F12F92-9D50-4D1D-A5A5-A7567DDBF2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29400" y="743857"/>
            <a:ext cx="5562600" cy="5370286"/>
          </a:xfrm>
          <a:custGeom>
            <a:avLst/>
            <a:gdLst>
              <a:gd name="connsiteX0" fmla="*/ 136137 w 5562600"/>
              <a:gd name="connsiteY0" fmla="*/ 0 h 5370286"/>
              <a:gd name="connsiteX1" fmla="*/ 5562600 w 5562600"/>
              <a:gd name="connsiteY1" fmla="*/ 0 h 5370286"/>
              <a:gd name="connsiteX2" fmla="*/ 5562600 w 5562600"/>
              <a:gd name="connsiteY2" fmla="*/ 5370286 h 5370286"/>
              <a:gd name="connsiteX3" fmla="*/ 136137 w 5562600"/>
              <a:gd name="connsiteY3" fmla="*/ 5370286 h 5370286"/>
              <a:gd name="connsiteX4" fmla="*/ 0 w 5562600"/>
              <a:gd name="connsiteY4" fmla="*/ 5234149 h 5370286"/>
              <a:gd name="connsiteX5" fmla="*/ 0 w 5562600"/>
              <a:gd name="connsiteY5" fmla="*/ 136137 h 5370286"/>
              <a:gd name="connsiteX6" fmla="*/ 136137 w 5562600"/>
              <a:gd name="connsiteY6" fmla="*/ 0 h 537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0" h="5370286">
                <a:moveTo>
                  <a:pt x="136137" y="0"/>
                </a:moveTo>
                <a:lnTo>
                  <a:pt x="5562600" y="0"/>
                </a:lnTo>
                <a:lnTo>
                  <a:pt x="5562600" y="5370286"/>
                </a:lnTo>
                <a:lnTo>
                  <a:pt x="136137" y="5370286"/>
                </a:lnTo>
                <a:cubicBezTo>
                  <a:pt x="60951" y="5370286"/>
                  <a:pt x="0" y="5309335"/>
                  <a:pt x="0" y="5234149"/>
                </a:cubicBezTo>
                <a:lnTo>
                  <a:pt x="0" y="136137"/>
                </a:lnTo>
                <a:cubicBezTo>
                  <a:pt x="0" y="60951"/>
                  <a:pt x="60951" y="0"/>
                  <a:pt x="136137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91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BDD4A8F-1E68-4212-A303-FE0735A83F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2"/>
            <a:ext cx="6723528" cy="6081485"/>
          </a:xfrm>
          <a:custGeom>
            <a:avLst/>
            <a:gdLst>
              <a:gd name="connsiteX0" fmla="*/ 0 w 6723528"/>
              <a:gd name="connsiteY0" fmla="*/ 0 h 6081485"/>
              <a:gd name="connsiteX1" fmla="*/ 6723528 w 6723528"/>
              <a:gd name="connsiteY1" fmla="*/ 0 h 6081485"/>
              <a:gd name="connsiteX2" fmla="*/ 6585642 w 6723528"/>
              <a:gd name="connsiteY2" fmla="*/ 684061 h 6081485"/>
              <a:gd name="connsiteX3" fmla="*/ 4530377 w 6723528"/>
              <a:gd name="connsiteY3" fmla="*/ 3015330 h 6081485"/>
              <a:gd name="connsiteX4" fmla="*/ 2842116 w 6723528"/>
              <a:gd name="connsiteY4" fmla="*/ 5530660 h 6081485"/>
              <a:gd name="connsiteX5" fmla="*/ 10516 w 6723528"/>
              <a:gd name="connsiteY5" fmla="*/ 2738996 h 6081485"/>
              <a:gd name="connsiteX6" fmla="*/ 0 w 6723528"/>
              <a:gd name="connsiteY6" fmla="*/ 2661375 h 6081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23528" h="6081485">
                <a:moveTo>
                  <a:pt x="0" y="0"/>
                </a:moveTo>
                <a:lnTo>
                  <a:pt x="6723528" y="0"/>
                </a:lnTo>
                <a:lnTo>
                  <a:pt x="6585642" y="684061"/>
                </a:lnTo>
                <a:cubicBezTo>
                  <a:pt x="6382869" y="1310398"/>
                  <a:pt x="5930706" y="3886046"/>
                  <a:pt x="4530377" y="3015330"/>
                </a:cubicBezTo>
                <a:cubicBezTo>
                  <a:pt x="3130048" y="2144614"/>
                  <a:pt x="2885720" y="4081372"/>
                  <a:pt x="2842116" y="5530660"/>
                </a:cubicBezTo>
                <a:cubicBezTo>
                  <a:pt x="2798511" y="6979947"/>
                  <a:pt x="413009" y="5403039"/>
                  <a:pt x="10516" y="2738996"/>
                </a:cubicBezTo>
                <a:lnTo>
                  <a:pt x="0" y="266137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192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0170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F3A95-6C3E-4808-9AA9-FB60585A83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5586" y="2084931"/>
            <a:ext cx="2603869" cy="4017792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FA83260-8670-406A-9708-024E1D7579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74573" y="2100619"/>
            <a:ext cx="2603869" cy="4017792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97F38E8-EAC0-4668-A2B5-DC3C48D120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3560" y="2100619"/>
            <a:ext cx="2603869" cy="4017792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18F75F8-D515-4CBF-8E8F-5BCF1B4A77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52547" y="2084931"/>
            <a:ext cx="2603869" cy="4017792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335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DA8C598-646E-4F63-831C-AA5BF033A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44183" y="3846285"/>
            <a:ext cx="2751816" cy="2151103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07E69C6-95C5-4064-81CF-13C8F34CB8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38682" y="856130"/>
            <a:ext cx="4334088" cy="224971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8ADA8EB-E48D-473C-91FF-CBA9C4B619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9230" y="3846286"/>
            <a:ext cx="2207812" cy="2151103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496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AD665129-FFC3-472C-B7FE-EFAC40AB5C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2513" y="2031089"/>
            <a:ext cx="1543960" cy="1543960"/>
          </a:xfrm>
          <a:custGeom>
            <a:avLst/>
            <a:gdLst>
              <a:gd name="connsiteX0" fmla="*/ 576036 w 1152072"/>
              <a:gd name="connsiteY0" fmla="*/ 0 h 1152072"/>
              <a:gd name="connsiteX1" fmla="*/ 1152072 w 1152072"/>
              <a:gd name="connsiteY1" fmla="*/ 576036 h 1152072"/>
              <a:gd name="connsiteX2" fmla="*/ 576036 w 1152072"/>
              <a:gd name="connsiteY2" fmla="*/ 1152072 h 1152072"/>
              <a:gd name="connsiteX3" fmla="*/ 0 w 1152072"/>
              <a:gd name="connsiteY3" fmla="*/ 576036 h 1152072"/>
              <a:gd name="connsiteX4" fmla="*/ 576036 w 1152072"/>
              <a:gd name="connsiteY4" fmla="*/ 0 h 11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072" h="1152072">
                <a:moveTo>
                  <a:pt x="576036" y="0"/>
                </a:moveTo>
                <a:cubicBezTo>
                  <a:pt x="894172" y="0"/>
                  <a:pt x="1152072" y="257900"/>
                  <a:pt x="1152072" y="576036"/>
                </a:cubicBezTo>
                <a:cubicBezTo>
                  <a:pt x="1152072" y="894172"/>
                  <a:pt x="894172" y="1152072"/>
                  <a:pt x="576036" y="1152072"/>
                </a:cubicBezTo>
                <a:cubicBezTo>
                  <a:pt x="257900" y="1152072"/>
                  <a:pt x="0" y="894172"/>
                  <a:pt x="0" y="576036"/>
                </a:cubicBezTo>
                <a:cubicBezTo>
                  <a:pt x="0" y="257900"/>
                  <a:pt x="257900" y="0"/>
                  <a:pt x="5760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37">
            <a:extLst>
              <a:ext uri="{FF2B5EF4-FFF2-40B4-BE49-F238E27FC236}">
                <a16:creationId xmlns:a16="http://schemas.microsoft.com/office/drawing/2014/main" id="{7EB8E53D-DDC2-4274-B050-7814091509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4020" y="2031089"/>
            <a:ext cx="1543960" cy="1543960"/>
          </a:xfrm>
          <a:custGeom>
            <a:avLst/>
            <a:gdLst>
              <a:gd name="connsiteX0" fmla="*/ 576036 w 1152072"/>
              <a:gd name="connsiteY0" fmla="*/ 0 h 1152072"/>
              <a:gd name="connsiteX1" fmla="*/ 1152072 w 1152072"/>
              <a:gd name="connsiteY1" fmla="*/ 576036 h 1152072"/>
              <a:gd name="connsiteX2" fmla="*/ 576036 w 1152072"/>
              <a:gd name="connsiteY2" fmla="*/ 1152072 h 1152072"/>
              <a:gd name="connsiteX3" fmla="*/ 0 w 1152072"/>
              <a:gd name="connsiteY3" fmla="*/ 576036 h 1152072"/>
              <a:gd name="connsiteX4" fmla="*/ 576036 w 1152072"/>
              <a:gd name="connsiteY4" fmla="*/ 0 h 11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072" h="1152072">
                <a:moveTo>
                  <a:pt x="576036" y="0"/>
                </a:moveTo>
                <a:cubicBezTo>
                  <a:pt x="894172" y="0"/>
                  <a:pt x="1152072" y="257900"/>
                  <a:pt x="1152072" y="576036"/>
                </a:cubicBezTo>
                <a:cubicBezTo>
                  <a:pt x="1152072" y="894172"/>
                  <a:pt x="894172" y="1152072"/>
                  <a:pt x="576036" y="1152072"/>
                </a:cubicBezTo>
                <a:cubicBezTo>
                  <a:pt x="257900" y="1152072"/>
                  <a:pt x="0" y="894172"/>
                  <a:pt x="0" y="576036"/>
                </a:cubicBezTo>
                <a:cubicBezTo>
                  <a:pt x="0" y="257900"/>
                  <a:pt x="257900" y="0"/>
                  <a:pt x="5760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37">
            <a:extLst>
              <a:ext uri="{FF2B5EF4-FFF2-40B4-BE49-F238E27FC236}">
                <a16:creationId xmlns:a16="http://schemas.microsoft.com/office/drawing/2014/main" id="{493E14CE-3610-4A6A-9367-ACAB3A3DA3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65527" y="2031089"/>
            <a:ext cx="1543960" cy="1543960"/>
          </a:xfrm>
          <a:custGeom>
            <a:avLst/>
            <a:gdLst>
              <a:gd name="connsiteX0" fmla="*/ 576036 w 1152072"/>
              <a:gd name="connsiteY0" fmla="*/ 0 h 1152072"/>
              <a:gd name="connsiteX1" fmla="*/ 1152072 w 1152072"/>
              <a:gd name="connsiteY1" fmla="*/ 576036 h 1152072"/>
              <a:gd name="connsiteX2" fmla="*/ 576036 w 1152072"/>
              <a:gd name="connsiteY2" fmla="*/ 1152072 h 1152072"/>
              <a:gd name="connsiteX3" fmla="*/ 0 w 1152072"/>
              <a:gd name="connsiteY3" fmla="*/ 576036 h 1152072"/>
              <a:gd name="connsiteX4" fmla="*/ 576036 w 1152072"/>
              <a:gd name="connsiteY4" fmla="*/ 0 h 11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072" h="1152072">
                <a:moveTo>
                  <a:pt x="576036" y="0"/>
                </a:moveTo>
                <a:cubicBezTo>
                  <a:pt x="894172" y="0"/>
                  <a:pt x="1152072" y="257900"/>
                  <a:pt x="1152072" y="576036"/>
                </a:cubicBezTo>
                <a:cubicBezTo>
                  <a:pt x="1152072" y="894172"/>
                  <a:pt x="894172" y="1152072"/>
                  <a:pt x="576036" y="1152072"/>
                </a:cubicBezTo>
                <a:cubicBezTo>
                  <a:pt x="257900" y="1152072"/>
                  <a:pt x="0" y="894172"/>
                  <a:pt x="0" y="576036"/>
                </a:cubicBezTo>
                <a:cubicBezTo>
                  <a:pt x="0" y="257900"/>
                  <a:pt x="257900" y="0"/>
                  <a:pt x="576036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254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DA8C598-646E-4F63-831C-AA5BF033A3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1630" y="4217893"/>
            <a:ext cx="2751816" cy="2151103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07E69C6-95C5-4064-81CF-13C8F34CB85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86282" y="4217892"/>
            <a:ext cx="4334088" cy="215110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77F4EA4-123A-4AB1-9ECE-1D69A1D4FB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28956" y="4217892"/>
            <a:ext cx="2751816" cy="2151103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9E684C9-EA94-4E90-AD85-85CACF421E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71630" y="1591658"/>
            <a:ext cx="4334088" cy="2151104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D4EE5E3-8311-441C-AA16-F3B7012C66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11228" y="1591658"/>
            <a:ext cx="2751816" cy="2151103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F379BA1-1E01-40B9-B641-9514501E82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68554" y="1591658"/>
            <a:ext cx="2751816" cy="2151103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294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4B0EF27-D8E5-4EBC-A725-AC92141AE77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2388126"/>
            <a:ext cx="1987880" cy="208174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607E01B-CD6B-48B2-B44B-D6955A53A48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04119" y="2396123"/>
            <a:ext cx="1987880" cy="208174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969AB99-94D4-40DA-A031-676ABA38FC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20000" y="2396123"/>
            <a:ext cx="2716306" cy="2081741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E3F9813-D29D-4EF4-92BC-D852C27893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55693" y="2388126"/>
            <a:ext cx="2716306" cy="2081741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D4EE5E3-8311-441C-AA16-F3B7012C66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17402" y="2285997"/>
            <a:ext cx="3357195" cy="2286001"/>
          </a:xfrm>
          <a:prstGeom prst="roundRect">
            <a:avLst>
              <a:gd name="adj" fmla="val 504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901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2775E2D-1636-422B-BD51-FB23962666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672039" y="334240"/>
            <a:ext cx="5155284" cy="5848558"/>
          </a:xfrm>
          <a:custGeom>
            <a:avLst/>
            <a:gdLst>
              <a:gd name="connsiteX0" fmla="*/ 3022528 w 5155284"/>
              <a:gd name="connsiteY0" fmla="*/ 3 h 5848558"/>
              <a:gd name="connsiteX1" fmla="*/ 3153226 w 5155284"/>
              <a:gd name="connsiteY1" fmla="*/ 40782 h 5848558"/>
              <a:gd name="connsiteX2" fmla="*/ 5053089 w 5155284"/>
              <a:gd name="connsiteY2" fmla="*/ 1337453 h 5848558"/>
              <a:gd name="connsiteX3" fmla="*/ 5114503 w 5155284"/>
              <a:gd name="connsiteY3" fmla="*/ 1662908 h 5848558"/>
              <a:gd name="connsiteX4" fmla="*/ 2327514 w 5155284"/>
              <a:gd name="connsiteY4" fmla="*/ 5746363 h 5848558"/>
              <a:gd name="connsiteX5" fmla="*/ 2002059 w 5155284"/>
              <a:gd name="connsiteY5" fmla="*/ 5807777 h 5848558"/>
              <a:gd name="connsiteX6" fmla="*/ 102196 w 5155284"/>
              <a:gd name="connsiteY6" fmla="*/ 4511106 h 5848558"/>
              <a:gd name="connsiteX7" fmla="*/ 40782 w 5155284"/>
              <a:gd name="connsiteY7" fmla="*/ 4185650 h 5848558"/>
              <a:gd name="connsiteX8" fmla="*/ 2827770 w 5155284"/>
              <a:gd name="connsiteY8" fmla="*/ 102196 h 5848558"/>
              <a:gd name="connsiteX9" fmla="*/ 3022528 w 5155284"/>
              <a:gd name="connsiteY9" fmla="*/ 3 h 58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5284" h="5848558">
                <a:moveTo>
                  <a:pt x="3022528" y="3"/>
                </a:moveTo>
                <a:cubicBezTo>
                  <a:pt x="3067635" y="217"/>
                  <a:pt x="3113164" y="13439"/>
                  <a:pt x="3153226" y="40782"/>
                </a:cubicBezTo>
                <a:lnTo>
                  <a:pt x="5053089" y="1337453"/>
                </a:lnTo>
                <a:cubicBezTo>
                  <a:pt x="5159920" y="1410366"/>
                  <a:pt x="5187416" y="1556077"/>
                  <a:pt x="5114503" y="1662908"/>
                </a:cubicBezTo>
                <a:lnTo>
                  <a:pt x="2327514" y="5746363"/>
                </a:lnTo>
                <a:cubicBezTo>
                  <a:pt x="2254601" y="5853194"/>
                  <a:pt x="2108890" y="5880690"/>
                  <a:pt x="2002059" y="5807777"/>
                </a:cubicBezTo>
                <a:lnTo>
                  <a:pt x="102196" y="4511106"/>
                </a:lnTo>
                <a:cubicBezTo>
                  <a:pt x="-4635" y="4438193"/>
                  <a:pt x="-32131" y="4292481"/>
                  <a:pt x="40782" y="4185650"/>
                </a:cubicBezTo>
                <a:lnTo>
                  <a:pt x="2827770" y="102196"/>
                </a:lnTo>
                <a:cubicBezTo>
                  <a:pt x="2873341" y="35427"/>
                  <a:pt x="2947348" y="-353"/>
                  <a:pt x="3022528" y="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80FC6A-0ACF-4E73-B549-F0602DF160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3029" y="2319629"/>
            <a:ext cx="5155284" cy="5848558"/>
          </a:xfrm>
          <a:custGeom>
            <a:avLst/>
            <a:gdLst>
              <a:gd name="connsiteX0" fmla="*/ 3022528 w 5155284"/>
              <a:gd name="connsiteY0" fmla="*/ 3 h 5848558"/>
              <a:gd name="connsiteX1" fmla="*/ 3153226 w 5155284"/>
              <a:gd name="connsiteY1" fmla="*/ 40782 h 5848558"/>
              <a:gd name="connsiteX2" fmla="*/ 5053089 w 5155284"/>
              <a:gd name="connsiteY2" fmla="*/ 1337453 h 5848558"/>
              <a:gd name="connsiteX3" fmla="*/ 5114503 w 5155284"/>
              <a:gd name="connsiteY3" fmla="*/ 1662908 h 5848558"/>
              <a:gd name="connsiteX4" fmla="*/ 2327514 w 5155284"/>
              <a:gd name="connsiteY4" fmla="*/ 5746363 h 5848558"/>
              <a:gd name="connsiteX5" fmla="*/ 2002059 w 5155284"/>
              <a:gd name="connsiteY5" fmla="*/ 5807777 h 5848558"/>
              <a:gd name="connsiteX6" fmla="*/ 102196 w 5155284"/>
              <a:gd name="connsiteY6" fmla="*/ 4511106 h 5848558"/>
              <a:gd name="connsiteX7" fmla="*/ 40782 w 5155284"/>
              <a:gd name="connsiteY7" fmla="*/ 4185650 h 5848558"/>
              <a:gd name="connsiteX8" fmla="*/ 2827770 w 5155284"/>
              <a:gd name="connsiteY8" fmla="*/ 102196 h 5848558"/>
              <a:gd name="connsiteX9" fmla="*/ 3022528 w 5155284"/>
              <a:gd name="connsiteY9" fmla="*/ 3 h 58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55284" h="5848558">
                <a:moveTo>
                  <a:pt x="3022528" y="3"/>
                </a:moveTo>
                <a:cubicBezTo>
                  <a:pt x="3067635" y="217"/>
                  <a:pt x="3113164" y="13439"/>
                  <a:pt x="3153226" y="40782"/>
                </a:cubicBezTo>
                <a:lnTo>
                  <a:pt x="5053089" y="1337453"/>
                </a:lnTo>
                <a:cubicBezTo>
                  <a:pt x="5159920" y="1410366"/>
                  <a:pt x="5187416" y="1556077"/>
                  <a:pt x="5114503" y="1662908"/>
                </a:cubicBezTo>
                <a:lnTo>
                  <a:pt x="2327514" y="5746363"/>
                </a:lnTo>
                <a:cubicBezTo>
                  <a:pt x="2254601" y="5853194"/>
                  <a:pt x="2108890" y="5880690"/>
                  <a:pt x="2002059" y="5807777"/>
                </a:cubicBezTo>
                <a:lnTo>
                  <a:pt x="102196" y="4511106"/>
                </a:lnTo>
                <a:cubicBezTo>
                  <a:pt x="-4635" y="4438193"/>
                  <a:pt x="-32131" y="4292481"/>
                  <a:pt x="40782" y="4185650"/>
                </a:cubicBezTo>
                <a:lnTo>
                  <a:pt x="2827770" y="102196"/>
                </a:lnTo>
                <a:cubicBezTo>
                  <a:pt x="2873341" y="35427"/>
                  <a:pt x="2947348" y="-353"/>
                  <a:pt x="3022528" y="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768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35CF94F-7157-4F0E-B0DD-693F5F83C7B7}"/>
              </a:ext>
            </a:extLst>
          </p:cNvPr>
          <p:cNvSpPr/>
          <p:nvPr userDrawn="1"/>
        </p:nvSpPr>
        <p:spPr>
          <a:xfrm>
            <a:off x="2404467" y="1"/>
            <a:ext cx="9787533" cy="6502399"/>
          </a:xfrm>
          <a:custGeom>
            <a:avLst/>
            <a:gdLst>
              <a:gd name="connsiteX0" fmla="*/ 0 w 5360160"/>
              <a:gd name="connsiteY0" fmla="*/ 0 h 5414041"/>
              <a:gd name="connsiteX1" fmla="*/ 5360160 w 5360160"/>
              <a:gd name="connsiteY1" fmla="*/ 0 h 5414041"/>
              <a:gd name="connsiteX2" fmla="*/ 5360160 w 5360160"/>
              <a:gd name="connsiteY2" fmla="*/ 4306967 h 5414041"/>
              <a:gd name="connsiteX3" fmla="*/ 5148360 w 5360160"/>
              <a:gd name="connsiteY3" fmla="*/ 4592783 h 5414041"/>
              <a:gd name="connsiteX4" fmla="*/ 2446704 w 5360160"/>
              <a:gd name="connsiteY4" fmla="*/ 3512738 h 5414041"/>
              <a:gd name="connsiteX5" fmla="*/ 126105 w 5360160"/>
              <a:gd name="connsiteY5" fmla="*/ 96633 h 541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60160" h="5414041">
                <a:moveTo>
                  <a:pt x="0" y="0"/>
                </a:moveTo>
                <a:lnTo>
                  <a:pt x="5360160" y="0"/>
                </a:lnTo>
                <a:lnTo>
                  <a:pt x="5360160" y="4306967"/>
                </a:lnTo>
                <a:lnTo>
                  <a:pt x="5148360" y="4592783"/>
                </a:lnTo>
                <a:cubicBezTo>
                  <a:pt x="4437226" y="5457475"/>
                  <a:pt x="2882127" y="6273254"/>
                  <a:pt x="2446704" y="3512738"/>
                </a:cubicBezTo>
                <a:cubicBezTo>
                  <a:pt x="2092922" y="1269820"/>
                  <a:pt x="823658" y="604524"/>
                  <a:pt x="126105" y="96633"/>
                </a:cubicBezTo>
                <a:close/>
              </a:path>
            </a:pathLst>
          </a:custGeom>
          <a:solidFill>
            <a:srgbClr val="0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FFEC769-C1E0-4F42-BE74-54F417D64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91200" y="827314"/>
            <a:ext cx="2656114" cy="5181600"/>
          </a:xfrm>
          <a:prstGeom prst="roundRect">
            <a:avLst>
              <a:gd name="adj" fmla="val 4645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806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F74A4-09C5-40EC-9B0B-F1C439C2FFA0}"/>
              </a:ext>
            </a:extLst>
          </p:cNvPr>
          <p:cNvSpPr/>
          <p:nvPr userDrawn="1"/>
        </p:nvSpPr>
        <p:spPr>
          <a:xfrm>
            <a:off x="0" y="0"/>
            <a:ext cx="3222171" cy="6858000"/>
          </a:xfrm>
          <a:prstGeom prst="rect">
            <a:avLst/>
          </a:prstGeom>
          <a:solidFill>
            <a:srgbClr val="093F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828521-0F63-452D-A8CE-DE8D32271F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914400" y="1374905"/>
            <a:ext cx="6154056" cy="385023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474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4C5422C-7867-4C49-876C-269A52B7A4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29830" y="1009648"/>
            <a:ext cx="5762170" cy="5848352"/>
          </a:xfrm>
          <a:custGeom>
            <a:avLst/>
            <a:gdLst>
              <a:gd name="connsiteX0" fmla="*/ 1580798 w 5762170"/>
              <a:gd name="connsiteY0" fmla="*/ 2804092 h 5848352"/>
              <a:gd name="connsiteX1" fmla="*/ 2005679 w 5762170"/>
              <a:gd name="connsiteY1" fmla="*/ 2999735 h 5848352"/>
              <a:gd name="connsiteX2" fmla="*/ 2363810 w 5762170"/>
              <a:gd name="connsiteY2" fmla="*/ 3069432 h 5848352"/>
              <a:gd name="connsiteX3" fmla="*/ 2386031 w 5762170"/>
              <a:gd name="connsiteY3" fmla="*/ 3070312 h 5848352"/>
              <a:gd name="connsiteX4" fmla="*/ 2385950 w 5762170"/>
              <a:gd name="connsiteY4" fmla="*/ 3070568 h 5848352"/>
              <a:gd name="connsiteX5" fmla="*/ 2185422 w 5762170"/>
              <a:gd name="connsiteY5" fmla="*/ 3575395 h 5848352"/>
              <a:gd name="connsiteX6" fmla="*/ 2146533 w 5762170"/>
              <a:gd name="connsiteY6" fmla="*/ 3655410 h 5848352"/>
              <a:gd name="connsiteX7" fmla="*/ 1991305 w 5762170"/>
              <a:gd name="connsiteY7" fmla="*/ 3630432 h 5848352"/>
              <a:gd name="connsiteX8" fmla="*/ 1834166 w 5762170"/>
              <a:gd name="connsiteY8" fmla="*/ 3594483 h 5848352"/>
              <a:gd name="connsiteX9" fmla="*/ 1327426 w 5762170"/>
              <a:gd name="connsiteY9" fmla="*/ 3375364 h 5848352"/>
              <a:gd name="connsiteX10" fmla="*/ 2523473 w 5762170"/>
              <a:gd name="connsiteY10" fmla="*/ 2588841 h 5848352"/>
              <a:gd name="connsiteX11" fmla="*/ 2633747 w 5762170"/>
              <a:gd name="connsiteY11" fmla="*/ 2618723 h 5848352"/>
              <a:gd name="connsiteX12" fmla="*/ 2798926 w 5762170"/>
              <a:gd name="connsiteY12" fmla="*/ 2676924 h 5848352"/>
              <a:gd name="connsiteX13" fmla="*/ 2925608 w 5762170"/>
              <a:gd name="connsiteY13" fmla="*/ 2851045 h 5848352"/>
              <a:gd name="connsiteX14" fmla="*/ 2481237 w 5762170"/>
              <a:gd name="connsiteY14" fmla="*/ 3074079 h 5848352"/>
              <a:gd name="connsiteX15" fmla="*/ 2386031 w 5762170"/>
              <a:gd name="connsiteY15" fmla="*/ 3070312 h 5848352"/>
              <a:gd name="connsiteX16" fmla="*/ 2444578 w 5762170"/>
              <a:gd name="connsiteY16" fmla="*/ 2885505 h 5848352"/>
              <a:gd name="connsiteX17" fmla="*/ 2498610 w 5762170"/>
              <a:gd name="connsiteY17" fmla="*/ 2691580 h 5848352"/>
              <a:gd name="connsiteX18" fmla="*/ 2582585 w 5762170"/>
              <a:gd name="connsiteY18" fmla="*/ 828117 h 5848352"/>
              <a:gd name="connsiteX19" fmla="*/ 2849599 w 5762170"/>
              <a:gd name="connsiteY19" fmla="*/ 843279 h 5848352"/>
              <a:gd name="connsiteX20" fmla="*/ 2958620 w 5762170"/>
              <a:gd name="connsiteY20" fmla="*/ 862126 h 5848352"/>
              <a:gd name="connsiteX21" fmla="*/ 2929723 w 5762170"/>
              <a:gd name="connsiteY21" fmla="*/ 924443 h 5848352"/>
              <a:gd name="connsiteX22" fmla="*/ 2791850 w 5762170"/>
              <a:gd name="connsiteY22" fmla="*/ 1313870 h 5848352"/>
              <a:gd name="connsiteX23" fmla="*/ 2757155 w 5762170"/>
              <a:gd name="connsiteY23" fmla="*/ 1443453 h 5848352"/>
              <a:gd name="connsiteX24" fmla="*/ 2578688 w 5762170"/>
              <a:gd name="connsiteY24" fmla="*/ 1430691 h 5848352"/>
              <a:gd name="connsiteX25" fmla="*/ 2243458 w 5762170"/>
              <a:gd name="connsiteY25" fmla="*/ 1499163 h 5848352"/>
              <a:gd name="connsiteX26" fmla="*/ 2138214 w 5762170"/>
              <a:gd name="connsiteY26" fmla="*/ 1677199 h 5848352"/>
              <a:gd name="connsiteX27" fmla="*/ 2262948 w 5762170"/>
              <a:gd name="connsiteY27" fmla="*/ 1841538 h 5848352"/>
              <a:gd name="connsiteX28" fmla="*/ 2535565 w 5762170"/>
              <a:gd name="connsiteY28" fmla="*/ 1925908 h 5848352"/>
              <a:gd name="connsiteX29" fmla="*/ 2648282 w 5762170"/>
              <a:gd name="connsiteY29" fmla="*/ 1951360 h 5848352"/>
              <a:gd name="connsiteX30" fmla="*/ 2630205 w 5762170"/>
              <a:gd name="connsiteY30" fmla="*/ 2053825 h 5848352"/>
              <a:gd name="connsiteX31" fmla="*/ 2547753 w 5762170"/>
              <a:gd name="connsiteY31" fmla="*/ 2488512 h 5848352"/>
              <a:gd name="connsiteX32" fmla="*/ 2523473 w 5762170"/>
              <a:gd name="connsiteY32" fmla="*/ 2588841 h 5848352"/>
              <a:gd name="connsiteX33" fmla="*/ 2522288 w 5762170"/>
              <a:gd name="connsiteY33" fmla="*/ 2588520 h 5848352"/>
              <a:gd name="connsiteX34" fmla="*/ 2391582 w 5762170"/>
              <a:gd name="connsiteY34" fmla="*/ 2557583 h 5848352"/>
              <a:gd name="connsiteX35" fmla="*/ 1877046 w 5762170"/>
              <a:gd name="connsiteY35" fmla="*/ 2414766 h 5848352"/>
              <a:gd name="connsiteX36" fmla="*/ 1522326 w 5762170"/>
              <a:gd name="connsiteY36" fmla="*/ 2170213 h 5848352"/>
              <a:gd name="connsiteX37" fmla="*/ 1374202 w 5762170"/>
              <a:gd name="connsiteY37" fmla="*/ 1716327 h 5848352"/>
              <a:gd name="connsiteX38" fmla="*/ 1510633 w 5762170"/>
              <a:gd name="connsiteY38" fmla="*/ 1264396 h 5848352"/>
              <a:gd name="connsiteX39" fmla="*/ 1917976 w 5762170"/>
              <a:gd name="connsiteY39" fmla="*/ 945499 h 5848352"/>
              <a:gd name="connsiteX40" fmla="*/ 2582585 w 5762170"/>
              <a:gd name="connsiteY40" fmla="*/ 828117 h 5848352"/>
              <a:gd name="connsiteX41" fmla="*/ 4078819 w 5762170"/>
              <a:gd name="connsiteY41" fmla="*/ 905 h 5848352"/>
              <a:gd name="connsiteX42" fmla="*/ 5534485 w 5762170"/>
              <a:gd name="connsiteY42" fmla="*/ 887141 h 5848352"/>
              <a:gd name="connsiteX43" fmla="*/ 5762170 w 5762170"/>
              <a:gd name="connsiteY43" fmla="*/ 1195884 h 5848352"/>
              <a:gd name="connsiteX44" fmla="*/ 5762170 w 5762170"/>
              <a:gd name="connsiteY44" fmla="*/ 5848352 h 5848352"/>
              <a:gd name="connsiteX45" fmla="*/ 0 w 5762170"/>
              <a:gd name="connsiteY45" fmla="*/ 5848352 h 5848352"/>
              <a:gd name="connsiteX46" fmla="*/ 135563 w 5762170"/>
              <a:gd name="connsiteY46" fmla="*/ 5743967 h 5848352"/>
              <a:gd name="connsiteX47" fmla="*/ 2111340 w 5762170"/>
              <a:gd name="connsiteY47" fmla="*/ 3727821 h 5848352"/>
              <a:gd name="connsiteX48" fmla="*/ 2146533 w 5762170"/>
              <a:gd name="connsiteY48" fmla="*/ 3655410 h 5848352"/>
              <a:gd name="connsiteX49" fmla="*/ 2150880 w 5762170"/>
              <a:gd name="connsiteY49" fmla="*/ 3656110 h 5848352"/>
              <a:gd name="connsiteX50" fmla="*/ 2477340 w 5762170"/>
              <a:gd name="connsiteY50" fmla="*/ 3676652 h 5848352"/>
              <a:gd name="connsiteX51" fmla="*/ 3140001 w 5762170"/>
              <a:gd name="connsiteY51" fmla="*/ 3557311 h 5848352"/>
              <a:gd name="connsiteX52" fmla="*/ 3549289 w 5762170"/>
              <a:gd name="connsiteY52" fmla="*/ 3238414 h 5848352"/>
              <a:gd name="connsiteX53" fmla="*/ 3685720 w 5762170"/>
              <a:gd name="connsiteY53" fmla="*/ 2792354 h 5848352"/>
              <a:gd name="connsiteX54" fmla="*/ 3535648 w 5762170"/>
              <a:gd name="connsiteY54" fmla="*/ 2340423 h 5848352"/>
              <a:gd name="connsiteX55" fmla="*/ 3180928 w 5762170"/>
              <a:gd name="connsiteY55" fmla="*/ 2097826 h 5848352"/>
              <a:gd name="connsiteX56" fmla="*/ 2664443 w 5762170"/>
              <a:gd name="connsiteY56" fmla="*/ 1955009 h 5848352"/>
              <a:gd name="connsiteX57" fmla="*/ 2648282 w 5762170"/>
              <a:gd name="connsiteY57" fmla="*/ 1951360 h 5848352"/>
              <a:gd name="connsiteX58" fmla="*/ 2677549 w 5762170"/>
              <a:gd name="connsiteY58" fmla="*/ 1785468 h 5848352"/>
              <a:gd name="connsiteX59" fmla="*/ 2731560 w 5762170"/>
              <a:gd name="connsiteY59" fmla="*/ 1539049 h 5848352"/>
              <a:gd name="connsiteX60" fmla="*/ 2757155 w 5762170"/>
              <a:gd name="connsiteY60" fmla="*/ 1443453 h 5848352"/>
              <a:gd name="connsiteX61" fmla="*/ 2763356 w 5762170"/>
              <a:gd name="connsiteY61" fmla="*/ 1443897 h 5848352"/>
              <a:gd name="connsiteX62" fmla="*/ 3334900 w 5762170"/>
              <a:gd name="connsiteY62" fmla="*/ 1641983 h 5848352"/>
              <a:gd name="connsiteX63" fmla="*/ 3572679 w 5762170"/>
              <a:gd name="connsiteY63" fmla="*/ 1066800 h 5848352"/>
              <a:gd name="connsiteX64" fmla="*/ 3112715 w 5762170"/>
              <a:gd name="connsiteY64" fmla="*/ 888764 h 5848352"/>
              <a:gd name="connsiteX65" fmla="*/ 2958620 w 5762170"/>
              <a:gd name="connsiteY65" fmla="*/ 862126 h 5848352"/>
              <a:gd name="connsiteX66" fmla="*/ 3006533 w 5762170"/>
              <a:gd name="connsiteY66" fmla="*/ 758799 h 5848352"/>
              <a:gd name="connsiteX67" fmla="*/ 4078819 w 5762170"/>
              <a:gd name="connsiteY67" fmla="*/ 905 h 584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5762170" h="5848352">
                <a:moveTo>
                  <a:pt x="1580798" y="2804092"/>
                </a:moveTo>
                <a:cubicBezTo>
                  <a:pt x="1702933" y="2884958"/>
                  <a:pt x="1844562" y="2950170"/>
                  <a:pt x="2005679" y="2999735"/>
                </a:cubicBezTo>
                <a:cubicBezTo>
                  <a:pt x="2126518" y="3036907"/>
                  <a:pt x="2245895" y="3060139"/>
                  <a:pt x="2363810" y="3069432"/>
                </a:cubicBezTo>
                <a:lnTo>
                  <a:pt x="2386031" y="3070312"/>
                </a:lnTo>
                <a:lnTo>
                  <a:pt x="2385950" y="3070568"/>
                </a:lnTo>
                <a:cubicBezTo>
                  <a:pt x="2325123" y="3251294"/>
                  <a:pt x="2257841" y="3419148"/>
                  <a:pt x="2185422" y="3575395"/>
                </a:cubicBezTo>
                <a:lnTo>
                  <a:pt x="2146533" y="3655410"/>
                </a:lnTo>
                <a:lnTo>
                  <a:pt x="1991305" y="3630432"/>
                </a:lnTo>
                <a:cubicBezTo>
                  <a:pt x="1938519" y="3620161"/>
                  <a:pt x="1886140" y="3608178"/>
                  <a:pt x="1834166" y="3594483"/>
                </a:cubicBezTo>
                <a:cubicBezTo>
                  <a:pt x="1626273" y="3539703"/>
                  <a:pt x="1457362" y="3466666"/>
                  <a:pt x="1327426" y="3375364"/>
                </a:cubicBezTo>
                <a:close/>
                <a:moveTo>
                  <a:pt x="2523473" y="2588841"/>
                </a:moveTo>
                <a:lnTo>
                  <a:pt x="2633747" y="2618723"/>
                </a:lnTo>
                <a:cubicBezTo>
                  <a:pt x="2701638" y="2638613"/>
                  <a:pt x="2756697" y="2658013"/>
                  <a:pt x="2798926" y="2676924"/>
                </a:cubicBezTo>
                <a:cubicBezTo>
                  <a:pt x="2883380" y="2714749"/>
                  <a:pt x="2925608" y="2772790"/>
                  <a:pt x="2925608" y="2851045"/>
                </a:cubicBezTo>
                <a:cubicBezTo>
                  <a:pt x="2925608" y="2999735"/>
                  <a:pt x="2777484" y="3074079"/>
                  <a:pt x="2481237" y="3074079"/>
                </a:cubicBezTo>
                <a:lnTo>
                  <a:pt x="2386031" y="3070312"/>
                </a:lnTo>
                <a:lnTo>
                  <a:pt x="2444578" y="2885505"/>
                </a:lnTo>
                <a:cubicBezTo>
                  <a:pt x="2463371" y="2822356"/>
                  <a:pt x="2481398" y="2757730"/>
                  <a:pt x="2498610" y="2691580"/>
                </a:cubicBezTo>
                <a:close/>
                <a:moveTo>
                  <a:pt x="2582585" y="828117"/>
                </a:moveTo>
                <a:cubicBezTo>
                  <a:pt x="2672240" y="828117"/>
                  <a:pt x="2761244" y="833171"/>
                  <a:pt x="2849599" y="843279"/>
                </a:cubicBezTo>
                <a:lnTo>
                  <a:pt x="2958620" y="862126"/>
                </a:lnTo>
                <a:lnTo>
                  <a:pt x="2929723" y="924443"/>
                </a:lnTo>
                <a:cubicBezTo>
                  <a:pt x="2880180" y="1041177"/>
                  <a:pt x="2834051" y="1170676"/>
                  <a:pt x="2791850" y="1313870"/>
                </a:cubicBezTo>
                <a:lnTo>
                  <a:pt x="2757155" y="1443453"/>
                </a:lnTo>
                <a:lnTo>
                  <a:pt x="2578688" y="1430691"/>
                </a:lnTo>
                <a:cubicBezTo>
                  <a:pt x="2425367" y="1430691"/>
                  <a:pt x="2313624" y="1453516"/>
                  <a:pt x="2243458" y="1499163"/>
                </a:cubicBezTo>
                <a:cubicBezTo>
                  <a:pt x="2173293" y="1544814"/>
                  <a:pt x="2138214" y="1604159"/>
                  <a:pt x="2138214" y="1677199"/>
                </a:cubicBezTo>
                <a:cubicBezTo>
                  <a:pt x="2138214" y="1750237"/>
                  <a:pt x="2179792" y="1805016"/>
                  <a:pt x="2262948" y="1841538"/>
                </a:cubicBezTo>
                <a:cubicBezTo>
                  <a:pt x="2325317" y="1868928"/>
                  <a:pt x="2416188" y="1897051"/>
                  <a:pt x="2535565" y="1925908"/>
                </a:cubicBezTo>
                <a:lnTo>
                  <a:pt x="2648282" y="1951360"/>
                </a:lnTo>
                <a:lnTo>
                  <a:pt x="2630205" y="2053825"/>
                </a:lnTo>
                <a:cubicBezTo>
                  <a:pt x="2606435" y="2205253"/>
                  <a:pt x="2578821" y="2350024"/>
                  <a:pt x="2547753" y="2488512"/>
                </a:cubicBezTo>
                <a:lnTo>
                  <a:pt x="2523473" y="2588841"/>
                </a:lnTo>
                <a:lnTo>
                  <a:pt x="2522288" y="2588520"/>
                </a:lnTo>
                <a:cubicBezTo>
                  <a:pt x="2481927" y="2578330"/>
                  <a:pt x="2438359" y="2568018"/>
                  <a:pt x="2391582" y="2557583"/>
                </a:cubicBezTo>
                <a:cubicBezTo>
                  <a:pt x="2186287" y="2513238"/>
                  <a:pt x="2014774" y="2465635"/>
                  <a:pt x="1877046" y="2414766"/>
                </a:cubicBezTo>
                <a:cubicBezTo>
                  <a:pt x="1739317" y="2363898"/>
                  <a:pt x="1621078" y="2282382"/>
                  <a:pt x="1522326" y="2170213"/>
                </a:cubicBezTo>
                <a:cubicBezTo>
                  <a:pt x="1423577" y="2058049"/>
                  <a:pt x="1374202" y="1906750"/>
                  <a:pt x="1374202" y="1716327"/>
                </a:cubicBezTo>
                <a:cubicBezTo>
                  <a:pt x="1374202" y="1549379"/>
                  <a:pt x="1419680" y="1398736"/>
                  <a:pt x="1510633" y="1264396"/>
                </a:cubicBezTo>
                <a:cubicBezTo>
                  <a:pt x="1601585" y="1130055"/>
                  <a:pt x="1737369" y="1023757"/>
                  <a:pt x="1917976" y="945499"/>
                </a:cubicBezTo>
                <a:cubicBezTo>
                  <a:pt x="2098584" y="867245"/>
                  <a:pt x="2320119" y="828117"/>
                  <a:pt x="2582585" y="828117"/>
                </a:cubicBezTo>
                <a:close/>
                <a:moveTo>
                  <a:pt x="4078819" y="905"/>
                </a:moveTo>
                <a:cubicBezTo>
                  <a:pt x="4618446" y="23072"/>
                  <a:pt x="5176140" y="449301"/>
                  <a:pt x="5534485" y="887141"/>
                </a:cubicBezTo>
                <a:lnTo>
                  <a:pt x="5762170" y="1195884"/>
                </a:lnTo>
                <a:lnTo>
                  <a:pt x="5762170" y="5848352"/>
                </a:lnTo>
                <a:lnTo>
                  <a:pt x="0" y="5848352"/>
                </a:lnTo>
                <a:lnTo>
                  <a:pt x="135563" y="5743967"/>
                </a:lnTo>
                <a:cubicBezTo>
                  <a:pt x="674532" y="5349637"/>
                  <a:pt x="1530998" y="4867468"/>
                  <a:pt x="2111340" y="3727821"/>
                </a:cubicBezTo>
                <a:lnTo>
                  <a:pt x="2146533" y="3655410"/>
                </a:lnTo>
                <a:lnTo>
                  <a:pt x="2150880" y="3656110"/>
                </a:lnTo>
                <a:cubicBezTo>
                  <a:pt x="2258076" y="3669805"/>
                  <a:pt x="2366896" y="3676652"/>
                  <a:pt x="2477340" y="3676652"/>
                </a:cubicBezTo>
                <a:cubicBezTo>
                  <a:pt x="2737208" y="3676652"/>
                  <a:pt x="2958092" y="3636872"/>
                  <a:pt x="3140001" y="3557311"/>
                </a:cubicBezTo>
                <a:cubicBezTo>
                  <a:pt x="3321906" y="3477750"/>
                  <a:pt x="3458337" y="3371452"/>
                  <a:pt x="3549289" y="3238414"/>
                </a:cubicBezTo>
                <a:cubicBezTo>
                  <a:pt x="3640246" y="3105380"/>
                  <a:pt x="3685720" y="2956693"/>
                  <a:pt x="3685720" y="2792354"/>
                </a:cubicBezTo>
                <a:cubicBezTo>
                  <a:pt x="3685720" y="2601931"/>
                  <a:pt x="3635695" y="2451285"/>
                  <a:pt x="3535648" y="2340423"/>
                </a:cubicBezTo>
                <a:cubicBezTo>
                  <a:pt x="3435598" y="2229561"/>
                  <a:pt x="3317359" y="2148694"/>
                  <a:pt x="3180928" y="2097826"/>
                </a:cubicBezTo>
                <a:cubicBezTo>
                  <a:pt x="3044498" y="2046961"/>
                  <a:pt x="2872337" y="1999354"/>
                  <a:pt x="2664443" y="1955009"/>
                </a:cubicBezTo>
                <a:lnTo>
                  <a:pt x="2648282" y="1951360"/>
                </a:lnTo>
                <a:lnTo>
                  <a:pt x="2677549" y="1785468"/>
                </a:lnTo>
                <a:cubicBezTo>
                  <a:pt x="2694463" y="1699711"/>
                  <a:pt x="2712488" y="1617610"/>
                  <a:pt x="2731560" y="1539049"/>
                </a:cubicBezTo>
                <a:lnTo>
                  <a:pt x="2757155" y="1443453"/>
                </a:lnTo>
                <a:lnTo>
                  <a:pt x="2763356" y="1443897"/>
                </a:lnTo>
                <a:cubicBezTo>
                  <a:pt x="2949485" y="1470309"/>
                  <a:pt x="3140000" y="1536338"/>
                  <a:pt x="3334900" y="1641983"/>
                </a:cubicBezTo>
                <a:lnTo>
                  <a:pt x="3572679" y="1066800"/>
                </a:lnTo>
                <a:cubicBezTo>
                  <a:pt x="3440148" y="988541"/>
                  <a:pt x="3286823" y="929197"/>
                  <a:pt x="3112715" y="888764"/>
                </a:cubicBezTo>
                <a:lnTo>
                  <a:pt x="2958620" y="862126"/>
                </a:lnTo>
                <a:lnTo>
                  <a:pt x="3006533" y="758799"/>
                </a:lnTo>
                <a:cubicBezTo>
                  <a:pt x="3297083" y="185690"/>
                  <a:pt x="3683093" y="-15350"/>
                  <a:pt x="4078819" y="9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90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0E2E5C7-B323-485A-B3F3-1F22CF754A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" y="1009649"/>
            <a:ext cx="5762168" cy="5848350"/>
          </a:xfrm>
          <a:custGeom>
            <a:avLst/>
            <a:gdLst>
              <a:gd name="connsiteX0" fmla="*/ 3345531 w 5762168"/>
              <a:gd name="connsiteY0" fmla="*/ 971551 h 5848350"/>
              <a:gd name="connsiteX1" fmla="*/ 3810519 w 5762168"/>
              <a:gd name="connsiteY1" fmla="*/ 971551 h 5848350"/>
              <a:gd name="connsiteX2" fmla="*/ 4170757 w 5762168"/>
              <a:gd name="connsiteY2" fmla="*/ 2837144 h 5848350"/>
              <a:gd name="connsiteX3" fmla="*/ 4546324 w 5762168"/>
              <a:gd name="connsiteY3" fmla="*/ 971551 h 5848350"/>
              <a:gd name="connsiteX4" fmla="*/ 5029198 w 5762168"/>
              <a:gd name="connsiteY4" fmla="*/ 971551 h 5848350"/>
              <a:gd name="connsiteX5" fmla="*/ 4449238 w 5762168"/>
              <a:gd name="connsiteY5" fmla="*/ 3867152 h 5848350"/>
              <a:gd name="connsiteX6" fmla="*/ 3907604 w 5762168"/>
              <a:gd name="connsiteY6" fmla="*/ 3867152 h 5848350"/>
              <a:gd name="connsiteX7" fmla="*/ 3565250 w 5762168"/>
              <a:gd name="connsiteY7" fmla="*/ 2104971 h 5848350"/>
              <a:gd name="connsiteX8" fmla="*/ 3371975 w 5762168"/>
              <a:gd name="connsiteY8" fmla="*/ 3057169 h 5848350"/>
              <a:gd name="connsiteX9" fmla="*/ 3317592 w 5762168"/>
              <a:gd name="connsiteY9" fmla="*/ 2885505 h 5848350"/>
              <a:gd name="connsiteX10" fmla="*/ 3131965 w 5762168"/>
              <a:gd name="connsiteY10" fmla="*/ 2053825 h 5848350"/>
              <a:gd name="connsiteX11" fmla="*/ 3128373 w 5762168"/>
              <a:gd name="connsiteY11" fmla="*/ 2033467 h 5848350"/>
              <a:gd name="connsiteX12" fmla="*/ 1683351 w 5762168"/>
              <a:gd name="connsiteY12" fmla="*/ 905 h 5848350"/>
              <a:gd name="connsiteX13" fmla="*/ 3084620 w 5762168"/>
              <a:gd name="connsiteY13" fmla="*/ 1785468 h 5848350"/>
              <a:gd name="connsiteX14" fmla="*/ 3128373 w 5762168"/>
              <a:gd name="connsiteY14" fmla="*/ 2033467 h 5848350"/>
              <a:gd name="connsiteX15" fmla="*/ 2967408 w 5762168"/>
              <a:gd name="connsiteY15" fmla="*/ 2820597 h 5848350"/>
              <a:gd name="connsiteX16" fmla="*/ 2607170 w 5762168"/>
              <a:gd name="connsiteY16" fmla="*/ 971551 h 5848350"/>
              <a:gd name="connsiteX17" fmla="*/ 2085973 w 5762168"/>
              <a:gd name="connsiteY17" fmla="*/ 971551 h 5848350"/>
              <a:gd name="connsiteX18" fmla="*/ 2665930 w 5762168"/>
              <a:gd name="connsiteY18" fmla="*/ 3867152 h 5848350"/>
              <a:gd name="connsiteX19" fmla="*/ 3207567 w 5762168"/>
              <a:gd name="connsiteY19" fmla="*/ 3867152 h 5848350"/>
              <a:gd name="connsiteX20" fmla="*/ 3371975 w 5762168"/>
              <a:gd name="connsiteY20" fmla="*/ 3057169 h 5848350"/>
              <a:gd name="connsiteX21" fmla="*/ 3376220 w 5762168"/>
              <a:gd name="connsiteY21" fmla="*/ 3070568 h 5848350"/>
              <a:gd name="connsiteX22" fmla="*/ 5626607 w 5762168"/>
              <a:gd name="connsiteY22" fmla="*/ 5743967 h 5848350"/>
              <a:gd name="connsiteX23" fmla="*/ 5762168 w 5762168"/>
              <a:gd name="connsiteY23" fmla="*/ 5848350 h 5848350"/>
              <a:gd name="connsiteX24" fmla="*/ 0 w 5762168"/>
              <a:gd name="connsiteY24" fmla="*/ 5848350 h 5848350"/>
              <a:gd name="connsiteX25" fmla="*/ 0 w 5762168"/>
              <a:gd name="connsiteY25" fmla="*/ 1195884 h 5848350"/>
              <a:gd name="connsiteX26" fmla="*/ 227685 w 5762168"/>
              <a:gd name="connsiteY26" fmla="*/ 887141 h 5848350"/>
              <a:gd name="connsiteX27" fmla="*/ 1683351 w 5762168"/>
              <a:gd name="connsiteY27" fmla="*/ 905 h 584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762168" h="5848350">
                <a:moveTo>
                  <a:pt x="3345531" y="971551"/>
                </a:moveTo>
                <a:lnTo>
                  <a:pt x="3810519" y="971551"/>
                </a:lnTo>
                <a:lnTo>
                  <a:pt x="4170757" y="2837144"/>
                </a:lnTo>
                <a:lnTo>
                  <a:pt x="4546324" y="971551"/>
                </a:lnTo>
                <a:lnTo>
                  <a:pt x="5029198" y="971551"/>
                </a:lnTo>
                <a:lnTo>
                  <a:pt x="4449238" y="3867152"/>
                </a:lnTo>
                <a:lnTo>
                  <a:pt x="3907604" y="3867152"/>
                </a:lnTo>
                <a:lnTo>
                  <a:pt x="3565250" y="2104971"/>
                </a:lnTo>
                <a:lnTo>
                  <a:pt x="3371975" y="3057169"/>
                </a:lnTo>
                <a:lnTo>
                  <a:pt x="3317592" y="2885505"/>
                </a:lnTo>
                <a:cubicBezTo>
                  <a:pt x="3242421" y="2632908"/>
                  <a:pt x="3179504" y="2356681"/>
                  <a:pt x="3131965" y="2053825"/>
                </a:cubicBezTo>
                <a:lnTo>
                  <a:pt x="3128373" y="2033467"/>
                </a:lnTo>
                <a:close/>
                <a:moveTo>
                  <a:pt x="1683351" y="905"/>
                </a:moveTo>
                <a:cubicBezTo>
                  <a:pt x="2258952" y="-22739"/>
                  <a:pt x="2813997" y="413351"/>
                  <a:pt x="3084620" y="1785468"/>
                </a:cubicBezTo>
                <a:lnTo>
                  <a:pt x="3128373" y="2033467"/>
                </a:lnTo>
                <a:lnTo>
                  <a:pt x="2967408" y="2820597"/>
                </a:lnTo>
                <a:lnTo>
                  <a:pt x="2607170" y="971551"/>
                </a:lnTo>
                <a:lnTo>
                  <a:pt x="2085973" y="971551"/>
                </a:lnTo>
                <a:lnTo>
                  <a:pt x="2665930" y="3867152"/>
                </a:lnTo>
                <a:lnTo>
                  <a:pt x="3207567" y="3867152"/>
                </a:lnTo>
                <a:lnTo>
                  <a:pt x="3371975" y="3057169"/>
                </a:lnTo>
                <a:lnTo>
                  <a:pt x="3376220" y="3070568"/>
                </a:lnTo>
                <a:cubicBezTo>
                  <a:pt x="3923668" y="4697100"/>
                  <a:pt x="4993904" y="5281058"/>
                  <a:pt x="5626607" y="5743967"/>
                </a:cubicBezTo>
                <a:lnTo>
                  <a:pt x="5762168" y="5848350"/>
                </a:lnTo>
                <a:lnTo>
                  <a:pt x="0" y="5848350"/>
                </a:lnTo>
                <a:lnTo>
                  <a:pt x="0" y="1195884"/>
                </a:lnTo>
                <a:lnTo>
                  <a:pt x="227685" y="887141"/>
                </a:lnTo>
                <a:cubicBezTo>
                  <a:pt x="586030" y="449301"/>
                  <a:pt x="1143724" y="23072"/>
                  <a:pt x="1683351" y="9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206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720D1BE-73B4-40CB-BACA-CEB7D9F66C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29830" y="1"/>
            <a:ext cx="5762171" cy="5994401"/>
          </a:xfrm>
          <a:custGeom>
            <a:avLst/>
            <a:gdLst>
              <a:gd name="connsiteX0" fmla="*/ 2488338 w 5762171"/>
              <a:gd name="connsiteY0" fmla="*/ 2630527 h 5994401"/>
              <a:gd name="connsiteX1" fmla="*/ 2810417 w 5762171"/>
              <a:gd name="connsiteY1" fmla="*/ 2822240 h 5994401"/>
              <a:gd name="connsiteX2" fmla="*/ 2929933 w 5762171"/>
              <a:gd name="connsiteY2" fmla="*/ 3429000 h 5994401"/>
              <a:gd name="connsiteX3" fmla="*/ 2810417 w 5762171"/>
              <a:gd name="connsiteY3" fmla="*/ 4035761 h 5994401"/>
              <a:gd name="connsiteX4" fmla="*/ 2745470 w 5762171"/>
              <a:gd name="connsiteY4" fmla="*/ 4119636 h 5994401"/>
              <a:gd name="connsiteX5" fmla="*/ 2679252 w 5762171"/>
              <a:gd name="connsiteY5" fmla="*/ 4172301 h 5994401"/>
              <a:gd name="connsiteX6" fmla="*/ 2677550 w 5762171"/>
              <a:gd name="connsiteY6" fmla="*/ 4164346 h 5994401"/>
              <a:gd name="connsiteX7" fmla="*/ 2630206 w 5762171"/>
              <a:gd name="connsiteY7" fmla="*/ 3889287 h 5994401"/>
              <a:gd name="connsiteX8" fmla="*/ 2385951 w 5762171"/>
              <a:gd name="connsiteY8" fmla="*/ 2847154 h 5994401"/>
              <a:gd name="connsiteX9" fmla="*/ 2324275 w 5762171"/>
              <a:gd name="connsiteY9" fmla="*/ 2669868 h 5994401"/>
              <a:gd name="connsiteX10" fmla="*/ 2390473 w 5762171"/>
              <a:gd name="connsiteY10" fmla="*/ 2642509 h 5994401"/>
              <a:gd name="connsiteX11" fmla="*/ 2488338 w 5762171"/>
              <a:gd name="connsiteY11" fmla="*/ 2630527 h 5994401"/>
              <a:gd name="connsiteX12" fmla="*/ 2053982 w 5762171"/>
              <a:gd name="connsiteY12" fmla="*/ 2063108 h 5994401"/>
              <a:gd name="connsiteX13" fmla="*/ 2111341 w 5762171"/>
              <a:gd name="connsiteY13" fmla="*/ 2173488 h 5994401"/>
              <a:gd name="connsiteX14" fmla="*/ 2323021 w 5762171"/>
              <a:gd name="connsiteY14" fmla="*/ 2666264 h 5994401"/>
              <a:gd name="connsiteX15" fmla="*/ 2324275 w 5762171"/>
              <a:gd name="connsiteY15" fmla="*/ 2669868 h 5994401"/>
              <a:gd name="connsiteX16" fmla="*/ 2303496 w 5762171"/>
              <a:gd name="connsiteY16" fmla="*/ 2678455 h 5994401"/>
              <a:gd name="connsiteX17" fmla="*/ 2162204 w 5762171"/>
              <a:gd name="connsiteY17" fmla="*/ 2822240 h 5994401"/>
              <a:gd name="connsiteX18" fmla="*/ 2042692 w 5762171"/>
              <a:gd name="connsiteY18" fmla="*/ 3429000 h 5994401"/>
              <a:gd name="connsiteX19" fmla="*/ 2162204 w 5762171"/>
              <a:gd name="connsiteY19" fmla="*/ 4035761 h 5994401"/>
              <a:gd name="connsiteX20" fmla="*/ 2488338 w 5762171"/>
              <a:gd name="connsiteY20" fmla="*/ 4227476 h 5994401"/>
              <a:gd name="connsiteX21" fmla="*/ 2670141 w 5762171"/>
              <a:gd name="connsiteY21" fmla="*/ 4179547 h 5994401"/>
              <a:gd name="connsiteX22" fmla="*/ 2679252 w 5762171"/>
              <a:gd name="connsiteY22" fmla="*/ 4172301 h 5994401"/>
              <a:gd name="connsiteX23" fmla="*/ 2731561 w 5762171"/>
              <a:gd name="connsiteY23" fmla="*/ 4416919 h 5994401"/>
              <a:gd name="connsiteX24" fmla="*/ 2791851 w 5762171"/>
              <a:gd name="connsiteY24" fmla="*/ 4647721 h 5994401"/>
              <a:gd name="connsiteX25" fmla="*/ 2846131 w 5762171"/>
              <a:gd name="connsiteY25" fmla="*/ 4819743 h 5994401"/>
              <a:gd name="connsiteX26" fmla="*/ 2829662 w 5762171"/>
              <a:gd name="connsiteY26" fmla="*/ 4825342 h 5994401"/>
              <a:gd name="connsiteX27" fmla="*/ 2488338 w 5762171"/>
              <a:gd name="connsiteY27" fmla="*/ 4867835 h 5994401"/>
              <a:gd name="connsiteX28" fmla="*/ 1840125 w 5762171"/>
              <a:gd name="connsiteY28" fmla="*/ 4697862 h 5994401"/>
              <a:gd name="connsiteX29" fmla="*/ 1396506 w 5762171"/>
              <a:gd name="connsiteY29" fmla="*/ 4201782 h 5994401"/>
              <a:gd name="connsiteX30" fmla="*/ 1236480 w 5762171"/>
              <a:gd name="connsiteY30" fmla="*/ 3429000 h 5994401"/>
              <a:gd name="connsiteX31" fmla="*/ 1396506 w 5762171"/>
              <a:gd name="connsiteY31" fmla="*/ 2656222 h 5994401"/>
              <a:gd name="connsiteX32" fmla="*/ 1840125 w 5762171"/>
              <a:gd name="connsiteY32" fmla="*/ 2160139 h 5994401"/>
              <a:gd name="connsiteX33" fmla="*/ 1986986 w 5762171"/>
              <a:gd name="connsiteY33" fmla="*/ 2085776 h 5994401"/>
              <a:gd name="connsiteX34" fmla="*/ 0 w 5762171"/>
              <a:gd name="connsiteY34" fmla="*/ 0 h 5994401"/>
              <a:gd name="connsiteX35" fmla="*/ 5762171 w 5762171"/>
              <a:gd name="connsiteY35" fmla="*/ 0 h 5994401"/>
              <a:gd name="connsiteX36" fmla="*/ 5762171 w 5762171"/>
              <a:gd name="connsiteY36" fmla="*/ 4768654 h 5994401"/>
              <a:gd name="connsiteX37" fmla="*/ 5534486 w 5762171"/>
              <a:gd name="connsiteY37" fmla="*/ 5085107 h 5994401"/>
              <a:gd name="connsiteX38" fmla="*/ 2858034 w 5762171"/>
              <a:gd name="connsiteY38" fmla="*/ 4857468 h 5994401"/>
              <a:gd name="connsiteX39" fmla="*/ 2846131 w 5762171"/>
              <a:gd name="connsiteY39" fmla="*/ 4819743 h 5994401"/>
              <a:gd name="connsiteX40" fmla="*/ 2985891 w 5762171"/>
              <a:gd name="connsiteY40" fmla="*/ 4772225 h 5994401"/>
              <a:gd name="connsiteX41" fmla="*/ 3132499 w 5762171"/>
              <a:gd name="connsiteY41" fmla="*/ 4697862 h 5994401"/>
              <a:gd name="connsiteX42" fmla="*/ 3576119 w 5762171"/>
              <a:gd name="connsiteY42" fmla="*/ 4201782 h 5994401"/>
              <a:gd name="connsiteX43" fmla="*/ 3736148 w 5762171"/>
              <a:gd name="connsiteY43" fmla="*/ 3429000 h 5994401"/>
              <a:gd name="connsiteX44" fmla="*/ 3576119 w 5762171"/>
              <a:gd name="connsiteY44" fmla="*/ 2656222 h 5994401"/>
              <a:gd name="connsiteX45" fmla="*/ 3132499 w 5762171"/>
              <a:gd name="connsiteY45" fmla="*/ 2160139 h 5994401"/>
              <a:gd name="connsiteX46" fmla="*/ 2488338 w 5762171"/>
              <a:gd name="connsiteY46" fmla="*/ 1990165 h 5994401"/>
              <a:gd name="connsiteX47" fmla="*/ 2143975 w 5762171"/>
              <a:gd name="connsiteY47" fmla="*/ 2032659 h 5994401"/>
              <a:gd name="connsiteX48" fmla="*/ 2053982 w 5762171"/>
              <a:gd name="connsiteY48" fmla="*/ 2063108 h 5994401"/>
              <a:gd name="connsiteX49" fmla="*/ 2034127 w 5762171"/>
              <a:gd name="connsiteY49" fmla="*/ 2024899 h 5994401"/>
              <a:gd name="connsiteX50" fmla="*/ 135563 w 5762171"/>
              <a:gd name="connsiteY50" fmla="*/ 106992 h 599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62171" h="5994401">
                <a:moveTo>
                  <a:pt x="2488338" y="2630527"/>
                </a:moveTo>
                <a:cubicBezTo>
                  <a:pt x="2623382" y="2630527"/>
                  <a:pt x="2730743" y="2694430"/>
                  <a:pt x="2810417" y="2822240"/>
                </a:cubicBezTo>
                <a:cubicBezTo>
                  <a:pt x="2890094" y="2950049"/>
                  <a:pt x="2929933" y="3152301"/>
                  <a:pt x="2929933" y="3429000"/>
                </a:cubicBezTo>
                <a:cubicBezTo>
                  <a:pt x="2929933" y="3705699"/>
                  <a:pt x="2890094" y="3907955"/>
                  <a:pt x="2810417" y="4035761"/>
                </a:cubicBezTo>
                <a:cubicBezTo>
                  <a:pt x="2790499" y="4067713"/>
                  <a:pt x="2768850" y="4095671"/>
                  <a:pt x="2745470" y="4119636"/>
                </a:cubicBezTo>
                <a:lnTo>
                  <a:pt x="2679252" y="4172301"/>
                </a:lnTo>
                <a:lnTo>
                  <a:pt x="2677550" y="4164346"/>
                </a:lnTo>
                <a:cubicBezTo>
                  <a:pt x="2660637" y="4076447"/>
                  <a:pt x="2644834" y="3984801"/>
                  <a:pt x="2630206" y="3889287"/>
                </a:cubicBezTo>
                <a:cubicBezTo>
                  <a:pt x="2570782" y="3501264"/>
                  <a:pt x="2487331" y="3155886"/>
                  <a:pt x="2385951" y="2847154"/>
                </a:cubicBezTo>
                <a:lnTo>
                  <a:pt x="2324275" y="2669868"/>
                </a:lnTo>
                <a:lnTo>
                  <a:pt x="2390473" y="2642509"/>
                </a:lnTo>
                <a:cubicBezTo>
                  <a:pt x="2421280" y="2634521"/>
                  <a:pt x="2453902" y="2630527"/>
                  <a:pt x="2488338" y="2630527"/>
                </a:cubicBezTo>
                <a:close/>
                <a:moveTo>
                  <a:pt x="2053982" y="2063108"/>
                </a:moveTo>
                <a:lnTo>
                  <a:pt x="2111341" y="2173488"/>
                </a:lnTo>
                <a:cubicBezTo>
                  <a:pt x="2187038" y="2325849"/>
                  <a:pt x="2258037" y="2489676"/>
                  <a:pt x="2323021" y="2666264"/>
                </a:cubicBezTo>
                <a:lnTo>
                  <a:pt x="2324275" y="2669868"/>
                </a:lnTo>
                <a:lnTo>
                  <a:pt x="2303496" y="2678455"/>
                </a:lnTo>
                <a:cubicBezTo>
                  <a:pt x="2249140" y="2710407"/>
                  <a:pt x="2202043" y="2758335"/>
                  <a:pt x="2162204" y="2822240"/>
                </a:cubicBezTo>
                <a:cubicBezTo>
                  <a:pt x="2082530" y="2950049"/>
                  <a:pt x="2042692" y="3152301"/>
                  <a:pt x="2042692" y="3429000"/>
                </a:cubicBezTo>
                <a:cubicBezTo>
                  <a:pt x="2042692" y="3705699"/>
                  <a:pt x="2082530" y="3907955"/>
                  <a:pt x="2162204" y="4035761"/>
                </a:cubicBezTo>
                <a:cubicBezTo>
                  <a:pt x="2241882" y="4163570"/>
                  <a:pt x="2350592" y="4227476"/>
                  <a:pt x="2488338" y="4227476"/>
                </a:cubicBezTo>
                <a:cubicBezTo>
                  <a:pt x="2555860" y="4227476"/>
                  <a:pt x="2616461" y="4211500"/>
                  <a:pt x="2670141" y="4179547"/>
                </a:cubicBezTo>
                <a:lnTo>
                  <a:pt x="2679252" y="4172301"/>
                </a:lnTo>
                <a:lnTo>
                  <a:pt x="2731561" y="4416919"/>
                </a:lnTo>
                <a:cubicBezTo>
                  <a:pt x="2750633" y="4497442"/>
                  <a:pt x="2770751" y="4574336"/>
                  <a:pt x="2791851" y="4647721"/>
                </a:cubicBezTo>
                <a:lnTo>
                  <a:pt x="2846131" y="4819743"/>
                </a:lnTo>
                <a:lnTo>
                  <a:pt x="2829662" y="4825342"/>
                </a:lnTo>
                <a:cubicBezTo>
                  <a:pt x="2722302" y="4853671"/>
                  <a:pt x="2608527" y="4867835"/>
                  <a:pt x="2488338" y="4867835"/>
                </a:cubicBezTo>
                <a:cubicBezTo>
                  <a:pt x="2245258" y="4867835"/>
                  <a:pt x="2029187" y="4811178"/>
                  <a:pt x="1840125" y="4697862"/>
                </a:cubicBezTo>
                <a:cubicBezTo>
                  <a:pt x="1651063" y="4584548"/>
                  <a:pt x="1503192" y="4419188"/>
                  <a:pt x="1396506" y="4201782"/>
                </a:cubicBezTo>
                <a:cubicBezTo>
                  <a:pt x="1289820" y="3984376"/>
                  <a:pt x="1236480" y="3726783"/>
                  <a:pt x="1236480" y="3429000"/>
                </a:cubicBezTo>
                <a:cubicBezTo>
                  <a:pt x="1236480" y="3131221"/>
                  <a:pt x="1289820" y="2873628"/>
                  <a:pt x="1396506" y="2656222"/>
                </a:cubicBezTo>
                <a:cubicBezTo>
                  <a:pt x="1503192" y="2438815"/>
                  <a:pt x="1651063" y="2273452"/>
                  <a:pt x="1840125" y="2160139"/>
                </a:cubicBezTo>
                <a:cubicBezTo>
                  <a:pt x="1887390" y="2131810"/>
                  <a:pt x="1936344" y="2107023"/>
                  <a:pt x="1986986" y="2085776"/>
                </a:cubicBezTo>
                <a:close/>
                <a:moveTo>
                  <a:pt x="0" y="0"/>
                </a:moveTo>
                <a:lnTo>
                  <a:pt x="5762171" y="0"/>
                </a:lnTo>
                <a:lnTo>
                  <a:pt x="5762171" y="4768654"/>
                </a:lnTo>
                <a:lnTo>
                  <a:pt x="5534486" y="5085107"/>
                </a:lnTo>
                <a:cubicBezTo>
                  <a:pt x="4865576" y="5922818"/>
                  <a:pt x="3502043" y="6719065"/>
                  <a:pt x="2858034" y="4857468"/>
                </a:cubicBezTo>
                <a:lnTo>
                  <a:pt x="2846131" y="4819743"/>
                </a:lnTo>
                <a:lnTo>
                  <a:pt x="2985891" y="4772225"/>
                </a:lnTo>
                <a:cubicBezTo>
                  <a:pt x="3036364" y="4750979"/>
                  <a:pt x="3085234" y="4726191"/>
                  <a:pt x="3132499" y="4697862"/>
                </a:cubicBezTo>
                <a:cubicBezTo>
                  <a:pt x="3321561" y="4584548"/>
                  <a:pt x="3469435" y="4419188"/>
                  <a:pt x="3576119" y="4201782"/>
                </a:cubicBezTo>
                <a:cubicBezTo>
                  <a:pt x="3682805" y="3984376"/>
                  <a:pt x="3736148" y="3726783"/>
                  <a:pt x="3736148" y="3429000"/>
                </a:cubicBezTo>
                <a:cubicBezTo>
                  <a:pt x="3736148" y="3131221"/>
                  <a:pt x="3682805" y="2873628"/>
                  <a:pt x="3576119" y="2656222"/>
                </a:cubicBezTo>
                <a:cubicBezTo>
                  <a:pt x="3469435" y="2438815"/>
                  <a:pt x="3321561" y="2273452"/>
                  <a:pt x="3132499" y="2160139"/>
                </a:cubicBezTo>
                <a:cubicBezTo>
                  <a:pt x="2943437" y="2046825"/>
                  <a:pt x="2728716" y="1990165"/>
                  <a:pt x="2488338" y="1990165"/>
                </a:cubicBezTo>
                <a:cubicBezTo>
                  <a:pt x="2366798" y="1990165"/>
                  <a:pt x="2252010" y="2004330"/>
                  <a:pt x="2143975" y="2032659"/>
                </a:cubicBezTo>
                <a:lnTo>
                  <a:pt x="2053982" y="2063108"/>
                </a:lnTo>
                <a:lnTo>
                  <a:pt x="2034127" y="2024899"/>
                </a:lnTo>
                <a:cubicBezTo>
                  <a:pt x="1457123" y="962575"/>
                  <a:pt x="651098" y="493596"/>
                  <a:pt x="135563" y="10699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017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4B3DBC-70EA-4BDD-A105-17E5FDB1BD1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5762170" cy="5848351"/>
          </a:xfrm>
          <a:custGeom>
            <a:avLst/>
            <a:gdLst>
              <a:gd name="connsiteX0" fmla="*/ 3730216 w 5762170"/>
              <a:gd name="connsiteY0" fmla="*/ 1971975 h 5848351"/>
              <a:gd name="connsiteX1" fmla="*/ 4972050 w 5762170"/>
              <a:gd name="connsiteY1" fmla="*/ 1971975 h 5848351"/>
              <a:gd name="connsiteX2" fmla="*/ 4972050 w 5762170"/>
              <a:gd name="connsiteY2" fmla="*/ 2625557 h 5848351"/>
              <a:gd name="connsiteX3" fmla="*/ 3996766 w 5762170"/>
              <a:gd name="connsiteY3" fmla="*/ 2625557 h 5848351"/>
              <a:gd name="connsiteX4" fmla="*/ 3996766 w 5762170"/>
              <a:gd name="connsiteY4" fmla="*/ 4886025 h 5848351"/>
              <a:gd name="connsiteX5" fmla="*/ 3094395 w 5762170"/>
              <a:gd name="connsiteY5" fmla="*/ 4886025 h 5848351"/>
              <a:gd name="connsiteX6" fmla="*/ 3094395 w 5762170"/>
              <a:gd name="connsiteY6" fmla="*/ 4007480 h 5848351"/>
              <a:gd name="connsiteX7" fmla="*/ 3131965 w 5762170"/>
              <a:gd name="connsiteY7" fmla="*/ 3794527 h 5848351"/>
              <a:gd name="connsiteX8" fmla="*/ 3728044 w 5762170"/>
              <a:gd name="connsiteY8" fmla="*/ 1975564 h 5848351"/>
              <a:gd name="connsiteX9" fmla="*/ 0 w 5762170"/>
              <a:gd name="connsiteY9" fmla="*/ 0 h 5848351"/>
              <a:gd name="connsiteX10" fmla="*/ 5762170 w 5762170"/>
              <a:gd name="connsiteY10" fmla="*/ 0 h 5848351"/>
              <a:gd name="connsiteX11" fmla="*/ 5626607 w 5762170"/>
              <a:gd name="connsiteY11" fmla="*/ 104385 h 5848351"/>
              <a:gd name="connsiteX12" fmla="*/ 3890696 w 5762170"/>
              <a:gd name="connsiteY12" fmla="*/ 1706876 h 5848351"/>
              <a:gd name="connsiteX13" fmla="*/ 3730216 w 5762170"/>
              <a:gd name="connsiteY13" fmla="*/ 1971975 h 5848351"/>
              <a:gd name="connsiteX14" fmla="*/ 2114550 w 5762170"/>
              <a:gd name="connsiteY14" fmla="*/ 1971975 h 5848351"/>
              <a:gd name="connsiteX15" fmla="*/ 2114550 w 5762170"/>
              <a:gd name="connsiteY15" fmla="*/ 2625557 h 5848351"/>
              <a:gd name="connsiteX16" fmla="*/ 3094395 w 5762170"/>
              <a:gd name="connsiteY16" fmla="*/ 2625557 h 5848351"/>
              <a:gd name="connsiteX17" fmla="*/ 3094395 w 5762170"/>
              <a:gd name="connsiteY17" fmla="*/ 4007480 h 5848351"/>
              <a:gd name="connsiteX18" fmla="*/ 3084621 w 5762170"/>
              <a:gd name="connsiteY18" fmla="*/ 4062884 h 5848351"/>
              <a:gd name="connsiteX19" fmla="*/ 227685 w 5762170"/>
              <a:gd name="connsiteY19" fmla="*/ 4961212 h 5848351"/>
              <a:gd name="connsiteX20" fmla="*/ 0 w 5762170"/>
              <a:gd name="connsiteY20" fmla="*/ 4652468 h 5848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762170" h="5848351">
                <a:moveTo>
                  <a:pt x="3730216" y="1971975"/>
                </a:moveTo>
                <a:lnTo>
                  <a:pt x="4972050" y="1971975"/>
                </a:lnTo>
                <a:lnTo>
                  <a:pt x="4972050" y="2625557"/>
                </a:lnTo>
                <a:lnTo>
                  <a:pt x="3996766" y="2625557"/>
                </a:lnTo>
                <a:lnTo>
                  <a:pt x="3996766" y="4886025"/>
                </a:lnTo>
                <a:lnTo>
                  <a:pt x="3094395" y="4886025"/>
                </a:lnTo>
                <a:lnTo>
                  <a:pt x="3094395" y="4007480"/>
                </a:lnTo>
                <a:lnTo>
                  <a:pt x="3131965" y="3794527"/>
                </a:lnTo>
                <a:cubicBezTo>
                  <a:pt x="3250813" y="3037388"/>
                  <a:pt x="3465769" y="2446674"/>
                  <a:pt x="3728044" y="1975564"/>
                </a:cubicBezTo>
                <a:close/>
                <a:moveTo>
                  <a:pt x="0" y="0"/>
                </a:moveTo>
                <a:lnTo>
                  <a:pt x="5762170" y="0"/>
                </a:lnTo>
                <a:lnTo>
                  <a:pt x="5626607" y="104385"/>
                </a:lnTo>
                <a:cubicBezTo>
                  <a:pt x="5157939" y="447281"/>
                  <a:pt x="4449197" y="856595"/>
                  <a:pt x="3890696" y="1706876"/>
                </a:cubicBezTo>
                <a:lnTo>
                  <a:pt x="3730216" y="1971975"/>
                </a:lnTo>
                <a:lnTo>
                  <a:pt x="2114550" y="1971975"/>
                </a:lnTo>
                <a:lnTo>
                  <a:pt x="2114550" y="2625557"/>
                </a:lnTo>
                <a:lnTo>
                  <a:pt x="3094395" y="2625557"/>
                </a:lnTo>
                <a:lnTo>
                  <a:pt x="3094395" y="4007480"/>
                </a:lnTo>
                <a:lnTo>
                  <a:pt x="3084621" y="4062884"/>
                </a:lnTo>
                <a:cubicBezTo>
                  <a:pt x="2560288" y="6721362"/>
                  <a:pt x="968264" y="5866079"/>
                  <a:pt x="227685" y="4961212"/>
                </a:cubicBezTo>
                <a:lnTo>
                  <a:pt x="0" y="465246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396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5954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8E448A-AC82-4512-A494-72D0D6C37D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7469944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9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34" Type="http://schemas.openxmlformats.org/officeDocument/2006/relationships/oleObject" Target="../embeddings/oleObject2.bin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tags" Target="../tags/tag3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2F0915B-74F9-E723-A452-0DBBCBA8A3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930472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81" imgH="396" progId="TCLayout.ActiveDocument.1">
                  <p:embed/>
                </p:oleObj>
              </mc:Choice>
              <mc:Fallback>
                <p:oleObj name="think-cell Slide" r:id="rId26" imgW="381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536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704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528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B7611DE-6156-AE51-B600-E477C781E9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1636641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381" imgH="396" progId="TCLayout.ActiveDocument.1">
                  <p:embed/>
                </p:oleObj>
              </mc:Choice>
              <mc:Fallback>
                <p:oleObj name="think-cell Slide" r:id="rId34" imgW="381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BBB34-ADAC-4B60-A48C-CBFE05AF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BEAE-D2E0-4B77-8637-63648E37B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71382-EB65-41A0-8317-B1079E131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EE472-BDFC-436C-87DA-C2331B4D7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85ADA-705B-4BDC-94CB-B4B16EE7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556D-E06B-4AF7-A9E4-7FD05C6FD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71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image" Target="../media/image1.emf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2.jpg"/><Relationship Id="rId5" Type="http://schemas.openxmlformats.org/officeDocument/2006/relationships/tags" Target="../tags/tag8.xml"/><Relationship Id="rId15" Type="http://schemas.openxmlformats.org/officeDocument/2006/relationships/image" Target="../media/image4.svg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jpe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svg"/><Relationship Id="rId25" Type="http://schemas.openxmlformats.org/officeDocument/2006/relationships/image" Target="../media/image31.jpeg"/><Relationship Id="rId33" Type="http://schemas.openxmlformats.org/officeDocument/2006/relationships/image" Target="../media/image39.jpe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24" Type="http://schemas.openxmlformats.org/officeDocument/2006/relationships/image" Target="../media/image30.svg"/><Relationship Id="rId32" Type="http://schemas.openxmlformats.org/officeDocument/2006/relationships/image" Target="../media/image38.pn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23" Type="http://schemas.openxmlformats.org/officeDocument/2006/relationships/image" Target="../media/image29.png"/><Relationship Id="rId28" Type="http://schemas.openxmlformats.org/officeDocument/2006/relationships/image" Target="../media/image34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svg"/><Relationship Id="rId35" Type="http://schemas.openxmlformats.org/officeDocument/2006/relationships/image" Target="../media/image41.png"/><Relationship Id="rId8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image" Target="../media/image44.jpeg"/><Relationship Id="rId7" Type="http://schemas.microsoft.com/office/2007/relationships/hdphoto" Target="../media/hdphoto2.wdp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6.png"/><Relationship Id="rId5" Type="http://schemas.microsoft.com/office/2007/relationships/hdphoto" Target="../media/hdphoto1.wdp"/><Relationship Id="rId10" Type="http://schemas.openxmlformats.org/officeDocument/2006/relationships/image" Target="../media/image49.jpeg"/><Relationship Id="rId4" Type="http://schemas.openxmlformats.org/officeDocument/2006/relationships/image" Target="../media/image45.png"/><Relationship Id="rId9" Type="http://schemas.openxmlformats.org/officeDocument/2006/relationships/image" Target="../media/image4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4.png"/><Relationship Id="rId12" Type="http://schemas.openxmlformats.org/officeDocument/2006/relationships/image" Target="../media/image4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53.jpeg"/><Relationship Id="rId11" Type="http://schemas.openxmlformats.org/officeDocument/2006/relationships/image" Target="../media/image3.png"/><Relationship Id="rId5" Type="http://schemas.openxmlformats.org/officeDocument/2006/relationships/image" Target="../media/image52.jpeg"/><Relationship Id="rId10" Type="http://schemas.openxmlformats.org/officeDocument/2006/relationships/image" Target="../media/image57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3.sv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jpeg"/><Relationship Id="rId9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10" Type="http://schemas.openxmlformats.org/officeDocument/2006/relationships/image" Target="../media/image75.sv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tags" Target="../tags/tag20.xml"/><Relationship Id="rId7" Type="http://schemas.openxmlformats.org/officeDocument/2006/relationships/image" Target="../media/image79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83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82.png"/><Relationship Id="rId5" Type="http://schemas.openxmlformats.org/officeDocument/2006/relationships/image" Target="../media/image81.jpeg"/><Relationship Id="rId4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93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83.sv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8.svg"/><Relationship Id="rId11" Type="http://schemas.openxmlformats.org/officeDocument/2006/relationships/image" Target="../media/image82.png"/><Relationship Id="rId5" Type="http://schemas.openxmlformats.org/officeDocument/2006/relationships/image" Target="../media/image87.png"/><Relationship Id="rId10" Type="http://schemas.openxmlformats.org/officeDocument/2006/relationships/image" Target="../media/image92.svg"/><Relationship Id="rId4" Type="http://schemas.openxmlformats.org/officeDocument/2006/relationships/image" Target="../media/image86.svg"/><Relationship Id="rId9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0"/>
              </a:schemeClr>
            </a:gs>
            <a:gs pos="100000">
              <a:srgbClr val="00004C">
                <a:alpha val="8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A cruise ship in the water&#10;&#10;AI-generated content may be incorrect.">
            <a:extLst>
              <a:ext uri="{FF2B5EF4-FFF2-40B4-BE49-F238E27FC236}">
                <a16:creationId xmlns:a16="http://schemas.microsoft.com/office/drawing/2014/main" id="{BB6C9561-101B-5164-9487-0B128E75A6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107449-15D4-4BBC-B750-0CDD1418FE98}"/>
              </a:ext>
            </a:extLst>
          </p:cNvPr>
          <p:cNvSpPr/>
          <p:nvPr/>
        </p:nvSpPr>
        <p:spPr>
          <a:xfrm>
            <a:off x="0" y="2551814"/>
            <a:ext cx="12192000" cy="4306183"/>
          </a:xfrm>
          <a:prstGeom prst="rect">
            <a:avLst/>
          </a:prstGeom>
          <a:gradFill>
            <a:gsLst>
              <a:gs pos="100000">
                <a:srgbClr val="008DA7"/>
              </a:gs>
              <a:gs pos="0">
                <a:schemeClr val="bg1">
                  <a:alpha val="0"/>
                </a:schemeClr>
              </a:gs>
              <a:gs pos="80000">
                <a:srgbClr val="093F92">
                  <a:alpha val="8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70C1F-D544-4CA9-A511-E6A27567F362}"/>
              </a:ext>
            </a:extLst>
          </p:cNvPr>
          <p:cNvSpPr txBox="1"/>
          <p:nvPr/>
        </p:nvSpPr>
        <p:spPr>
          <a:xfrm>
            <a:off x="3027224" y="4706829"/>
            <a:ext cx="5917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Expanding the horizon of Global Maritime Healthcare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3882C-767E-5F5A-84F7-8C439470B296}"/>
              </a:ext>
            </a:extLst>
          </p:cNvPr>
          <p:cNvSpPr txBox="1"/>
          <p:nvPr/>
        </p:nvSpPr>
        <p:spPr>
          <a:xfrm>
            <a:off x="5091825" y="6257417"/>
            <a:ext cx="200835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nrope" pitchFamily="2" charset="0"/>
              </a:rPr>
              <a:t>www.medshield.in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EEA6E4-3622-5A34-21AF-82E473C37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7103" y="222469"/>
            <a:ext cx="1828800" cy="46345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EA8D9E-B34D-F1F7-E1AB-07CDE1107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6906" y="3806851"/>
            <a:ext cx="5143500" cy="869539"/>
          </a:xfrm>
          <a:prstGeom prst="rect">
            <a:avLst/>
          </a:prstGeom>
          <a:effectLst>
            <a:outerShdw blurRad="101600" dist="50800" dir="54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ACFD540-120F-57D5-AD82-430DE4E05E6F}"/>
              </a:ext>
            </a:extLst>
          </p:cNvPr>
          <p:cNvSpPr txBox="1"/>
          <p:nvPr/>
        </p:nvSpPr>
        <p:spPr>
          <a:xfrm>
            <a:off x="1" y="5253887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800"/>
              </a:spcBef>
              <a:spcAft>
                <a:spcPts val="1000"/>
              </a:spcAft>
              <a:buClrTx/>
              <a:buSzPts val="1000"/>
              <a:tabLst>
                <a:tab pos="457200" algn="l"/>
              </a:tabLst>
              <a:defRPr/>
            </a:pPr>
            <a:r>
              <a:rPr lang="en-IN" sz="1600" dirty="0">
                <a:solidFill>
                  <a:schemeClr val="bg1"/>
                </a:solidFill>
                <a:latin typeface="Manrope" pitchFamily="2" charset="0"/>
                <a:cs typeface="Mongolian Baiti" panose="03000500000000000000" pitchFamily="66" charset="0"/>
              </a:rPr>
              <a:t>End-to-end Maritime Healthcare Management | Innovative &amp; Technology empowered</a:t>
            </a:r>
            <a:br>
              <a:rPr lang="en-IN" sz="1600" dirty="0">
                <a:solidFill>
                  <a:schemeClr val="bg1"/>
                </a:solidFill>
                <a:latin typeface="Manrope" pitchFamily="2" charset="0"/>
                <a:cs typeface="Mongolian Baiti" panose="03000500000000000000" pitchFamily="66" charset="0"/>
              </a:rPr>
            </a:br>
            <a:r>
              <a:rPr lang="en-IN" sz="1600" dirty="0">
                <a:solidFill>
                  <a:schemeClr val="bg1"/>
                </a:solidFill>
                <a:latin typeface="Manrope" pitchFamily="2" charset="0"/>
                <a:cs typeface="Mongolian Baiti" panose="03000500000000000000" pitchFamily="66" charset="0"/>
              </a:rPr>
              <a:t>Most accredited Organisation</a:t>
            </a:r>
            <a:r>
              <a:rPr lang="en-US" sz="1600" dirty="0">
                <a:solidFill>
                  <a:schemeClr val="bg1"/>
                </a:solidFill>
                <a:latin typeface="Manrope" pitchFamily="2" charset="0"/>
                <a:cs typeface="Mongolian Baiti" panose="03000500000000000000" pitchFamily="66" charset="0"/>
              </a:rPr>
              <a:t> | </a:t>
            </a:r>
            <a:r>
              <a:rPr lang="en-IN" sz="1600" dirty="0">
                <a:solidFill>
                  <a:schemeClr val="bg1"/>
                </a:solidFill>
                <a:latin typeface="Manrope" pitchFamily="2" charset="0"/>
                <a:cs typeface="Mongolian Baiti" panose="03000500000000000000" pitchFamily="66" charset="0"/>
              </a:rPr>
              <a:t>Expansive Healthcare Network I Reliable &amp; Trustworthy</a:t>
            </a:r>
          </a:p>
        </p:txBody>
      </p:sp>
    </p:spTree>
    <p:extLst>
      <p:ext uri="{BB962C8B-B14F-4D97-AF65-F5344CB8AC3E}">
        <p14:creationId xmlns:p14="http://schemas.microsoft.com/office/powerpoint/2010/main" val="302830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Placeholder 12" descr="A cruise ship in the water&#10;&#10;AI-generated content may be incorrect.">
            <a:extLst>
              <a:ext uri="{FF2B5EF4-FFF2-40B4-BE49-F238E27FC236}">
                <a16:creationId xmlns:a16="http://schemas.microsoft.com/office/drawing/2014/main" id="{F6F1D882-4DA3-6844-8161-4A068F65D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-1" y="0"/>
            <a:ext cx="12192001" cy="6858000"/>
          </a:xfrm>
        </p:spPr>
      </p:pic>
      <p:sp>
        <p:nvSpPr>
          <p:cNvPr id="152" name="Rectangle 151">
            <a:extLst>
              <a:ext uri="{FF2B5EF4-FFF2-40B4-BE49-F238E27FC236}">
                <a16:creationId xmlns:a16="http://schemas.microsoft.com/office/drawing/2014/main" id="{71ED8144-491A-AAD6-E5C9-C49A8359272A}"/>
              </a:ext>
            </a:extLst>
          </p:cNvPr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78000"/>
                </a:schemeClr>
              </a:gs>
              <a:gs pos="100000">
                <a:srgbClr val="008DA7"/>
              </a:gs>
              <a:gs pos="37000">
                <a:srgbClr val="093F92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7" name="think-cell data - do not delete" hidden="1">
            <a:extLst>
              <a:ext uri="{FF2B5EF4-FFF2-40B4-BE49-F238E27FC236}">
                <a16:creationId xmlns:a16="http://schemas.microsoft.com/office/drawing/2014/main" id="{0959D895-D139-579F-2383-505C6D055A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4325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81" imgH="396" progId="TCLayout.ActiveDocument.1">
                  <p:embed/>
                </p:oleObj>
              </mc:Choice>
              <mc:Fallback>
                <p:oleObj name="think-cell Slide" r:id="rId12" imgW="381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13909A87-378C-0ACF-67A8-A291BF2FF640}"/>
              </a:ext>
            </a:extLst>
          </p:cNvPr>
          <p:cNvGrpSpPr/>
          <p:nvPr/>
        </p:nvGrpSpPr>
        <p:grpSpPr>
          <a:xfrm>
            <a:off x="381000" y="295275"/>
            <a:ext cx="4275613" cy="778441"/>
            <a:chOff x="-5947511" y="-738903"/>
            <a:chExt cx="4275613" cy="77844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9969585-B265-454C-4DD8-71798044117B}"/>
                </a:ext>
              </a:extLst>
            </p:cNvPr>
            <p:cNvSpPr txBox="1"/>
            <p:nvPr/>
          </p:nvSpPr>
          <p:spPr>
            <a:xfrm>
              <a:off x="-5947511" y="-606793"/>
              <a:ext cx="42756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dirty="0">
                  <a:solidFill>
                    <a:schemeClr val="bg1"/>
                  </a:solidFill>
                </a:rPr>
                <a:t>Key </a:t>
              </a:r>
              <a:r>
                <a:rPr lang="id-ID" sz="3600" dirty="0">
                  <a:solidFill>
                    <a:schemeClr val="bg1"/>
                  </a:solidFill>
                </a:rPr>
                <a:t>Industry </a:t>
              </a:r>
              <a:r>
                <a:rPr lang="en-GB" sz="3600" dirty="0">
                  <a:solidFill>
                    <a:schemeClr val="bg1"/>
                  </a:solidFill>
                </a:rPr>
                <a:t>2024</a:t>
              </a:r>
              <a:endParaRPr lang="id-ID" sz="36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A5D3D8-203A-B1E1-A5C1-22FD366DA761}"/>
                </a:ext>
              </a:extLst>
            </p:cNvPr>
            <p:cNvSpPr txBox="1"/>
            <p:nvPr/>
          </p:nvSpPr>
          <p:spPr>
            <a:xfrm>
              <a:off x="-5782411" y="-738903"/>
              <a:ext cx="1631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dirty="0">
                  <a:solidFill>
                    <a:schemeClr val="bg1"/>
                  </a:solidFill>
                  <a:latin typeface="+mj-lt"/>
                </a:rPr>
                <a:t>Maritime Healthcare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335C52-54F3-1FA4-9F81-4DB9800A54F6}"/>
              </a:ext>
            </a:extLst>
          </p:cNvPr>
          <p:cNvCxnSpPr>
            <a:cxnSpLocks/>
          </p:cNvCxnSpPr>
          <p:nvPr/>
        </p:nvCxnSpPr>
        <p:spPr>
          <a:xfrm flipV="1">
            <a:off x="5703879" y="2116066"/>
            <a:ext cx="0" cy="1477811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D253FB-7363-5942-9436-0EA9BD345B8A}"/>
              </a:ext>
            </a:extLst>
          </p:cNvPr>
          <p:cNvCxnSpPr>
            <a:cxnSpLocks/>
          </p:cNvCxnSpPr>
          <p:nvPr/>
        </p:nvCxnSpPr>
        <p:spPr>
          <a:xfrm flipV="1">
            <a:off x="8320603" y="2112891"/>
            <a:ext cx="0" cy="1477811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E47A2DB-2CE1-9B14-7EC9-47F863C25018}"/>
              </a:ext>
            </a:extLst>
          </p:cNvPr>
          <p:cNvCxnSpPr>
            <a:cxnSpLocks/>
          </p:cNvCxnSpPr>
          <p:nvPr/>
        </p:nvCxnSpPr>
        <p:spPr>
          <a:xfrm flipV="1">
            <a:off x="3136943" y="2116066"/>
            <a:ext cx="0" cy="1477811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CE964E-2DF9-A582-6783-E9C59796C50E}"/>
              </a:ext>
            </a:extLst>
          </p:cNvPr>
          <p:cNvSpPr txBox="1"/>
          <p:nvPr/>
        </p:nvSpPr>
        <p:spPr>
          <a:xfrm>
            <a:off x="645537" y="2116067"/>
            <a:ext cx="2408813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g</a:t>
            </a:r>
            <a:r>
              <a:rPr lang="en-US" dirty="0"/>
              <a:t>lobal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c</a:t>
            </a:r>
            <a:r>
              <a:rPr lang="en-US" dirty="0">
                <a:solidFill>
                  <a:schemeClr val="bg1"/>
                </a:solidFill>
              </a:rPr>
              <a:t>ruising industry is booming with record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growth and expansion</a:t>
            </a:r>
            <a:endParaRPr lang="en-US" dirty="0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But it comes with rising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operational challenges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52ACB47-2BC9-E828-C3D5-233B0A5C8E19}"/>
              </a:ext>
            </a:extLst>
          </p:cNvPr>
          <p:cNvGrpSpPr/>
          <p:nvPr/>
        </p:nvGrpSpPr>
        <p:grpSpPr>
          <a:xfrm>
            <a:off x="620336" y="1256949"/>
            <a:ext cx="2246358" cy="739864"/>
            <a:chOff x="810836" y="1256949"/>
            <a:chExt cx="2246358" cy="7398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768250-9D8B-FA0F-4840-FBF8F3DA6976}"/>
                </a:ext>
              </a:extLst>
            </p:cNvPr>
            <p:cNvSpPr txBox="1"/>
            <p:nvPr/>
          </p:nvSpPr>
          <p:spPr>
            <a:xfrm>
              <a:off x="1524550" y="1311272"/>
              <a:ext cx="15326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Growth and Challenges</a:t>
              </a:r>
            </a:p>
          </p:txBody>
        </p:sp>
        <p:grpSp>
          <p:nvGrpSpPr>
            <p:cNvPr id="14" name="easyIcon">
              <a:extLst>
                <a:ext uri="{FF2B5EF4-FFF2-40B4-BE49-F238E27FC236}">
                  <a16:creationId xmlns:a16="http://schemas.microsoft.com/office/drawing/2014/main" id="{4BAFE71B-A667-1175-3BBB-0BCD1BCD378E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>
            <a:xfrm>
              <a:off x="810836" y="1256949"/>
              <a:ext cx="739865" cy="739864"/>
              <a:chOff x="8439691" y="2084765"/>
              <a:chExt cx="714051" cy="714050"/>
            </a:xfrm>
          </p:grpSpPr>
          <p:sp>
            <p:nvSpPr>
              <p:cNvPr id="17" name="Background">
                <a:extLst>
                  <a:ext uri="{FF2B5EF4-FFF2-40B4-BE49-F238E27FC236}">
                    <a16:creationId xmlns:a16="http://schemas.microsoft.com/office/drawing/2014/main" id="{F41D0BE5-9ADF-A4DD-877C-0E92D73BC1D1}"/>
                  </a:ext>
                </a:extLst>
              </p:cNvPr>
              <p:cNvSpPr/>
              <p:nvPr/>
            </p:nvSpPr>
            <p:spPr>
              <a:xfrm>
                <a:off x="8439691" y="2084765"/>
                <a:ext cx="714051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27" name="Group 1167">
                <a:extLst>
                  <a:ext uri="{FF2B5EF4-FFF2-40B4-BE49-F238E27FC236}">
                    <a16:creationId xmlns:a16="http://schemas.microsoft.com/office/drawing/2014/main" id="{34EC90D8-EB62-7A54-973C-1FCCBBC66A49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8508718" y="2153791"/>
                <a:ext cx="576001" cy="576001"/>
                <a:chOff x="9139238" y="4687888"/>
                <a:chExt cx="709613" cy="709613"/>
              </a:xfrm>
              <a:solidFill>
                <a:schemeClr val="accent2"/>
              </a:solidFill>
            </p:grpSpPr>
            <p:sp>
              <p:nvSpPr>
                <p:cNvPr id="28" name="CLR 1">
                  <a:extLst>
                    <a:ext uri="{FF2B5EF4-FFF2-40B4-BE49-F238E27FC236}">
                      <a16:creationId xmlns:a16="http://schemas.microsoft.com/office/drawing/2014/main" id="{A4B8BE67-629C-F344-8453-21ABF3D30BC3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9428163" y="4910138"/>
                  <a:ext cx="131763" cy="155575"/>
                </a:xfrm>
                <a:custGeom>
                  <a:avLst/>
                  <a:gdLst>
                    <a:gd name="T0" fmla="*/ 72 w 144"/>
                    <a:gd name="T1" fmla="*/ 168 h 168"/>
                    <a:gd name="T2" fmla="*/ 0 w 144"/>
                    <a:gd name="T3" fmla="*/ 78 h 168"/>
                    <a:gd name="T4" fmla="*/ 72 w 144"/>
                    <a:gd name="T5" fmla="*/ 0 h 168"/>
                    <a:gd name="T6" fmla="*/ 144 w 144"/>
                    <a:gd name="T7" fmla="*/ 78 h 168"/>
                    <a:gd name="T8" fmla="*/ 72 w 144"/>
                    <a:gd name="T9" fmla="*/ 168 h 168"/>
                    <a:gd name="T10" fmla="*/ 72 w 144"/>
                    <a:gd name="T11" fmla="*/ 24 h 168"/>
                    <a:gd name="T12" fmla="*/ 24 w 144"/>
                    <a:gd name="T13" fmla="*/ 78 h 168"/>
                    <a:gd name="T14" fmla="*/ 72 w 144"/>
                    <a:gd name="T15" fmla="*/ 144 h 168"/>
                    <a:gd name="T16" fmla="*/ 120 w 144"/>
                    <a:gd name="T17" fmla="*/ 78 h 168"/>
                    <a:gd name="T18" fmla="*/ 72 w 144"/>
                    <a:gd name="T19" fmla="*/ 24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4" h="168">
                      <a:moveTo>
                        <a:pt x="72" y="168"/>
                      </a:moveTo>
                      <a:cubicBezTo>
                        <a:pt x="31" y="168"/>
                        <a:pt x="0" y="129"/>
                        <a:pt x="0" y="78"/>
                      </a:cubicBezTo>
                      <a:cubicBezTo>
                        <a:pt x="0" y="41"/>
                        <a:pt x="8" y="0"/>
                        <a:pt x="72" y="0"/>
                      </a:cubicBezTo>
                      <a:cubicBezTo>
                        <a:pt x="136" y="0"/>
                        <a:pt x="144" y="41"/>
                        <a:pt x="144" y="78"/>
                      </a:cubicBezTo>
                      <a:cubicBezTo>
                        <a:pt x="144" y="129"/>
                        <a:pt x="113" y="168"/>
                        <a:pt x="72" y="168"/>
                      </a:cubicBezTo>
                      <a:close/>
                      <a:moveTo>
                        <a:pt x="72" y="24"/>
                      </a:moveTo>
                      <a:cubicBezTo>
                        <a:pt x="36" y="24"/>
                        <a:pt x="24" y="37"/>
                        <a:pt x="24" y="78"/>
                      </a:cubicBezTo>
                      <a:cubicBezTo>
                        <a:pt x="24" y="110"/>
                        <a:pt x="41" y="144"/>
                        <a:pt x="72" y="144"/>
                      </a:cubicBezTo>
                      <a:cubicBezTo>
                        <a:pt x="103" y="144"/>
                        <a:pt x="120" y="110"/>
                        <a:pt x="120" y="78"/>
                      </a:cubicBezTo>
                      <a:cubicBezTo>
                        <a:pt x="120" y="37"/>
                        <a:pt x="108" y="24"/>
                        <a:pt x="72" y="24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CLR 1">
                  <a:extLst>
                    <a:ext uri="{FF2B5EF4-FFF2-40B4-BE49-F238E27FC236}">
                      <a16:creationId xmlns:a16="http://schemas.microsoft.com/office/drawing/2014/main" id="{9A103A8C-84B9-2F91-47C8-53B8C4C175E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372601" y="5032376"/>
                  <a:ext cx="242888" cy="120650"/>
                </a:xfrm>
                <a:custGeom>
                  <a:avLst/>
                  <a:gdLst>
                    <a:gd name="T0" fmla="*/ 228 w 264"/>
                    <a:gd name="T1" fmla="*/ 131 h 131"/>
                    <a:gd name="T2" fmla="*/ 36 w 264"/>
                    <a:gd name="T3" fmla="*/ 131 h 131"/>
                    <a:gd name="T4" fmla="*/ 0 w 264"/>
                    <a:gd name="T5" fmla="*/ 83 h 131"/>
                    <a:gd name="T6" fmla="*/ 0 w 264"/>
                    <a:gd name="T7" fmla="*/ 52 h 131"/>
                    <a:gd name="T8" fmla="*/ 90 w 264"/>
                    <a:gd name="T9" fmla="*/ 0 h 131"/>
                    <a:gd name="T10" fmla="*/ 102 w 264"/>
                    <a:gd name="T11" fmla="*/ 21 h 131"/>
                    <a:gd name="T12" fmla="*/ 24 w 264"/>
                    <a:gd name="T13" fmla="*/ 66 h 131"/>
                    <a:gd name="T14" fmla="*/ 24 w 264"/>
                    <a:gd name="T15" fmla="*/ 83 h 131"/>
                    <a:gd name="T16" fmla="*/ 36 w 264"/>
                    <a:gd name="T17" fmla="*/ 107 h 131"/>
                    <a:gd name="T18" fmla="*/ 228 w 264"/>
                    <a:gd name="T19" fmla="*/ 107 h 131"/>
                    <a:gd name="T20" fmla="*/ 240 w 264"/>
                    <a:gd name="T21" fmla="*/ 83 h 131"/>
                    <a:gd name="T22" fmla="*/ 240 w 264"/>
                    <a:gd name="T23" fmla="*/ 66 h 131"/>
                    <a:gd name="T24" fmla="*/ 162 w 264"/>
                    <a:gd name="T25" fmla="*/ 21 h 131"/>
                    <a:gd name="T26" fmla="*/ 174 w 264"/>
                    <a:gd name="T27" fmla="*/ 0 h 131"/>
                    <a:gd name="T28" fmla="*/ 264 w 264"/>
                    <a:gd name="T29" fmla="*/ 52 h 131"/>
                    <a:gd name="T30" fmla="*/ 264 w 264"/>
                    <a:gd name="T31" fmla="*/ 83 h 131"/>
                    <a:gd name="T32" fmla="*/ 228 w 264"/>
                    <a:gd name="T33" fmla="*/ 131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64" h="131">
                      <a:moveTo>
                        <a:pt x="228" y="131"/>
                      </a:moveTo>
                      <a:cubicBezTo>
                        <a:pt x="36" y="131"/>
                        <a:pt x="36" y="131"/>
                        <a:pt x="36" y="131"/>
                      </a:cubicBezTo>
                      <a:cubicBezTo>
                        <a:pt x="16" y="131"/>
                        <a:pt x="0" y="109"/>
                        <a:pt x="0" y="83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90" y="0"/>
                        <a:pt x="90" y="0"/>
                        <a:pt x="90" y="0"/>
                      </a:cubicBezTo>
                      <a:cubicBezTo>
                        <a:pt x="102" y="21"/>
                        <a:pt x="102" y="21"/>
                        <a:pt x="102" y="21"/>
                      </a:cubicBezTo>
                      <a:cubicBezTo>
                        <a:pt x="24" y="66"/>
                        <a:pt x="24" y="66"/>
                        <a:pt x="24" y="66"/>
                      </a:cubicBezTo>
                      <a:cubicBezTo>
                        <a:pt x="24" y="83"/>
                        <a:pt x="24" y="83"/>
                        <a:pt x="24" y="83"/>
                      </a:cubicBezTo>
                      <a:cubicBezTo>
                        <a:pt x="24" y="97"/>
                        <a:pt x="32" y="107"/>
                        <a:pt x="36" y="107"/>
                      </a:cubicBezTo>
                      <a:cubicBezTo>
                        <a:pt x="228" y="107"/>
                        <a:pt x="228" y="107"/>
                        <a:pt x="228" y="107"/>
                      </a:cubicBezTo>
                      <a:cubicBezTo>
                        <a:pt x="232" y="107"/>
                        <a:pt x="240" y="97"/>
                        <a:pt x="240" y="83"/>
                      </a:cubicBezTo>
                      <a:cubicBezTo>
                        <a:pt x="240" y="66"/>
                        <a:pt x="240" y="66"/>
                        <a:pt x="240" y="66"/>
                      </a:cubicBezTo>
                      <a:cubicBezTo>
                        <a:pt x="162" y="21"/>
                        <a:pt x="162" y="21"/>
                        <a:pt x="162" y="21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64" y="52"/>
                        <a:pt x="264" y="52"/>
                        <a:pt x="264" y="52"/>
                      </a:cubicBezTo>
                      <a:cubicBezTo>
                        <a:pt x="264" y="83"/>
                        <a:pt x="264" y="83"/>
                        <a:pt x="264" y="83"/>
                      </a:cubicBezTo>
                      <a:cubicBezTo>
                        <a:pt x="264" y="109"/>
                        <a:pt x="248" y="131"/>
                        <a:pt x="228" y="131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" name="CLR 0">
                  <a:extLst>
                    <a:ext uri="{FF2B5EF4-FFF2-40B4-BE49-F238E27FC236}">
                      <a16:creationId xmlns:a16="http://schemas.microsoft.com/office/drawing/2014/main" id="{FCA58E8F-5280-E133-61B8-EC426EFACF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9250363" y="4799013"/>
                  <a:ext cx="487363" cy="487363"/>
                </a:xfrm>
                <a:custGeom>
                  <a:avLst/>
                  <a:gdLst>
                    <a:gd name="T0" fmla="*/ 264 w 528"/>
                    <a:gd name="T1" fmla="*/ 528 h 528"/>
                    <a:gd name="T2" fmla="*/ 0 w 528"/>
                    <a:gd name="T3" fmla="*/ 264 h 528"/>
                    <a:gd name="T4" fmla="*/ 264 w 528"/>
                    <a:gd name="T5" fmla="*/ 0 h 528"/>
                    <a:gd name="T6" fmla="*/ 528 w 528"/>
                    <a:gd name="T7" fmla="*/ 264 h 528"/>
                    <a:gd name="T8" fmla="*/ 264 w 528"/>
                    <a:gd name="T9" fmla="*/ 528 h 528"/>
                    <a:gd name="T10" fmla="*/ 264 w 528"/>
                    <a:gd name="T11" fmla="*/ 24 h 528"/>
                    <a:gd name="T12" fmla="*/ 24 w 528"/>
                    <a:gd name="T13" fmla="*/ 264 h 528"/>
                    <a:gd name="T14" fmla="*/ 264 w 528"/>
                    <a:gd name="T15" fmla="*/ 504 h 528"/>
                    <a:gd name="T16" fmla="*/ 504 w 528"/>
                    <a:gd name="T17" fmla="*/ 264 h 528"/>
                    <a:gd name="T18" fmla="*/ 264 w 528"/>
                    <a:gd name="T19" fmla="*/ 24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28" h="528">
                      <a:moveTo>
                        <a:pt x="264" y="528"/>
                      </a:moveTo>
                      <a:cubicBezTo>
                        <a:pt x="118" y="528"/>
                        <a:pt x="0" y="409"/>
                        <a:pt x="0" y="264"/>
                      </a:cubicBezTo>
                      <a:cubicBezTo>
                        <a:pt x="0" y="118"/>
                        <a:pt x="118" y="0"/>
                        <a:pt x="264" y="0"/>
                      </a:cubicBezTo>
                      <a:cubicBezTo>
                        <a:pt x="410" y="0"/>
                        <a:pt x="528" y="118"/>
                        <a:pt x="528" y="264"/>
                      </a:cubicBezTo>
                      <a:cubicBezTo>
                        <a:pt x="528" y="409"/>
                        <a:pt x="410" y="528"/>
                        <a:pt x="264" y="528"/>
                      </a:cubicBezTo>
                      <a:close/>
                      <a:moveTo>
                        <a:pt x="264" y="24"/>
                      </a:moveTo>
                      <a:cubicBezTo>
                        <a:pt x="132" y="24"/>
                        <a:pt x="24" y="131"/>
                        <a:pt x="24" y="264"/>
                      </a:cubicBezTo>
                      <a:cubicBezTo>
                        <a:pt x="24" y="396"/>
                        <a:pt x="132" y="504"/>
                        <a:pt x="264" y="504"/>
                      </a:cubicBezTo>
                      <a:cubicBezTo>
                        <a:pt x="396" y="504"/>
                        <a:pt x="504" y="396"/>
                        <a:pt x="504" y="264"/>
                      </a:cubicBezTo>
                      <a:cubicBezTo>
                        <a:pt x="504" y="131"/>
                        <a:pt x="396" y="24"/>
                        <a:pt x="264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8" name="CLR 0">
                  <a:extLst>
                    <a:ext uri="{FF2B5EF4-FFF2-40B4-BE49-F238E27FC236}">
                      <a16:creationId xmlns:a16="http://schemas.microsoft.com/office/drawing/2014/main" id="{0007BC63-5235-9CAE-4BF1-B6D0B121E1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82138" y="4700588"/>
                  <a:ext cx="22225" cy="1651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9" name="CLR 0">
                  <a:extLst>
                    <a:ext uri="{FF2B5EF4-FFF2-40B4-BE49-F238E27FC236}">
                      <a16:creationId xmlns:a16="http://schemas.microsoft.com/office/drawing/2014/main" id="{793C579F-D9CF-6417-200C-A7847FA8665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442451" y="4687888"/>
                  <a:ext cx="103188" cy="63500"/>
                </a:xfrm>
                <a:custGeom>
                  <a:avLst/>
                  <a:gdLst>
                    <a:gd name="T0" fmla="*/ 96 w 112"/>
                    <a:gd name="T1" fmla="*/ 70 h 70"/>
                    <a:gd name="T2" fmla="*/ 56 w 112"/>
                    <a:gd name="T3" fmla="*/ 31 h 70"/>
                    <a:gd name="T4" fmla="*/ 16 w 112"/>
                    <a:gd name="T5" fmla="*/ 70 h 70"/>
                    <a:gd name="T6" fmla="*/ 0 w 112"/>
                    <a:gd name="T7" fmla="*/ 53 h 70"/>
                    <a:gd name="T8" fmla="*/ 48 w 112"/>
                    <a:gd name="T9" fmla="*/ 5 h 70"/>
                    <a:gd name="T10" fmla="*/ 64 w 112"/>
                    <a:gd name="T11" fmla="*/ 5 h 70"/>
                    <a:gd name="T12" fmla="*/ 112 w 112"/>
                    <a:gd name="T13" fmla="*/ 53 h 70"/>
                    <a:gd name="T14" fmla="*/ 96 w 112"/>
                    <a:gd name="T1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2" h="70">
                      <a:moveTo>
                        <a:pt x="96" y="70"/>
                      </a:moveTo>
                      <a:cubicBezTo>
                        <a:pt x="56" y="31"/>
                        <a:pt x="56" y="31"/>
                        <a:pt x="56" y="31"/>
                      </a:cubicBezTo>
                      <a:cubicBezTo>
                        <a:pt x="16" y="70"/>
                        <a:pt x="16" y="70"/>
                        <a:pt x="16" y="70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52" y="0"/>
                        <a:pt x="60" y="0"/>
                        <a:pt x="64" y="5"/>
                      </a:cubicBezTo>
                      <a:cubicBezTo>
                        <a:pt x="112" y="53"/>
                        <a:pt x="112" y="53"/>
                        <a:pt x="112" y="53"/>
                      </a:cubicBezTo>
                      <a:lnTo>
                        <a:pt x="96" y="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CLR 0">
                  <a:extLst>
                    <a:ext uri="{FF2B5EF4-FFF2-40B4-BE49-F238E27FC236}">
                      <a16:creationId xmlns:a16="http://schemas.microsoft.com/office/drawing/2014/main" id="{127B2B85-CE56-06CB-BC60-36C874E0D6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82138" y="5230813"/>
                  <a:ext cx="22225" cy="1555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1" name="CLR 0">
                  <a:extLst>
                    <a:ext uri="{FF2B5EF4-FFF2-40B4-BE49-F238E27FC236}">
                      <a16:creationId xmlns:a16="http://schemas.microsoft.com/office/drawing/2014/main" id="{8AB185EC-1F1C-9EEA-4D80-1BAE904F1ED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442451" y="5334001"/>
                  <a:ext cx="103188" cy="63500"/>
                </a:xfrm>
                <a:custGeom>
                  <a:avLst/>
                  <a:gdLst>
                    <a:gd name="T0" fmla="*/ 56 w 112"/>
                    <a:gd name="T1" fmla="*/ 69 h 69"/>
                    <a:gd name="T2" fmla="*/ 48 w 112"/>
                    <a:gd name="T3" fmla="*/ 65 h 69"/>
                    <a:gd name="T4" fmla="*/ 0 w 112"/>
                    <a:gd name="T5" fmla="*/ 17 h 69"/>
                    <a:gd name="T6" fmla="*/ 16 w 112"/>
                    <a:gd name="T7" fmla="*/ 0 h 69"/>
                    <a:gd name="T8" fmla="*/ 56 w 112"/>
                    <a:gd name="T9" fmla="*/ 40 h 69"/>
                    <a:gd name="T10" fmla="*/ 96 w 112"/>
                    <a:gd name="T11" fmla="*/ 0 h 69"/>
                    <a:gd name="T12" fmla="*/ 112 w 112"/>
                    <a:gd name="T13" fmla="*/ 17 h 69"/>
                    <a:gd name="T14" fmla="*/ 64 w 112"/>
                    <a:gd name="T15" fmla="*/ 65 h 69"/>
                    <a:gd name="T16" fmla="*/ 56 w 112"/>
                    <a:gd name="T17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2" h="69">
                      <a:moveTo>
                        <a:pt x="56" y="69"/>
                      </a:moveTo>
                      <a:cubicBezTo>
                        <a:pt x="53" y="69"/>
                        <a:pt x="50" y="67"/>
                        <a:pt x="48" y="65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56" y="40"/>
                        <a:pt x="56" y="40"/>
                        <a:pt x="56" y="40"/>
                      </a:cubicBezTo>
                      <a:cubicBezTo>
                        <a:pt x="96" y="0"/>
                        <a:pt x="96" y="0"/>
                        <a:pt x="96" y="0"/>
                      </a:cubicBezTo>
                      <a:cubicBezTo>
                        <a:pt x="112" y="17"/>
                        <a:pt x="112" y="17"/>
                        <a:pt x="112" y="17"/>
                      </a:cubicBezTo>
                      <a:cubicBezTo>
                        <a:pt x="64" y="65"/>
                        <a:pt x="64" y="65"/>
                        <a:pt x="64" y="65"/>
                      </a:cubicBezTo>
                      <a:cubicBezTo>
                        <a:pt x="62" y="67"/>
                        <a:pt x="59" y="69"/>
                        <a:pt x="56" y="6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CLR 0">
                  <a:extLst>
                    <a:ext uri="{FF2B5EF4-FFF2-40B4-BE49-F238E27FC236}">
                      <a16:creationId xmlns:a16="http://schemas.microsoft.com/office/drawing/2014/main" id="{D7CB72FA-67F1-31BF-119F-EB6F76D635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151938" y="5032376"/>
                  <a:ext cx="153988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CLR 0">
                  <a:extLst>
                    <a:ext uri="{FF2B5EF4-FFF2-40B4-BE49-F238E27FC236}">
                      <a16:creationId xmlns:a16="http://schemas.microsoft.com/office/drawing/2014/main" id="{016F8852-31D7-A3F2-B732-4D863891A45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139238" y="4991101"/>
                  <a:ext cx="63500" cy="103188"/>
                </a:xfrm>
                <a:custGeom>
                  <a:avLst/>
                  <a:gdLst>
                    <a:gd name="T0" fmla="*/ 53 w 69"/>
                    <a:gd name="T1" fmla="*/ 113 h 113"/>
                    <a:gd name="T2" fmla="*/ 5 w 69"/>
                    <a:gd name="T3" fmla="*/ 65 h 113"/>
                    <a:gd name="T4" fmla="*/ 5 w 69"/>
                    <a:gd name="T5" fmla="*/ 48 h 113"/>
                    <a:gd name="T6" fmla="*/ 53 w 69"/>
                    <a:gd name="T7" fmla="*/ 0 h 113"/>
                    <a:gd name="T8" fmla="*/ 69 w 69"/>
                    <a:gd name="T9" fmla="*/ 17 h 113"/>
                    <a:gd name="T10" fmla="*/ 30 w 69"/>
                    <a:gd name="T11" fmla="*/ 57 h 113"/>
                    <a:gd name="T12" fmla="*/ 69 w 69"/>
                    <a:gd name="T13" fmla="*/ 96 h 113"/>
                    <a:gd name="T14" fmla="*/ 53 w 69"/>
                    <a:gd name="T15" fmla="*/ 11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13">
                      <a:moveTo>
                        <a:pt x="53" y="113"/>
                      </a:moveTo>
                      <a:cubicBezTo>
                        <a:pt x="5" y="65"/>
                        <a:pt x="5" y="65"/>
                        <a:pt x="5" y="65"/>
                      </a:cubicBezTo>
                      <a:cubicBezTo>
                        <a:pt x="0" y="60"/>
                        <a:pt x="0" y="53"/>
                        <a:pt x="5" y="48"/>
                      </a:cubicBezTo>
                      <a:cubicBezTo>
                        <a:pt x="53" y="0"/>
                        <a:pt x="53" y="0"/>
                        <a:pt x="53" y="0"/>
                      </a:cubicBezTo>
                      <a:cubicBezTo>
                        <a:pt x="69" y="17"/>
                        <a:pt x="69" y="17"/>
                        <a:pt x="69" y="17"/>
                      </a:cubicBezTo>
                      <a:cubicBezTo>
                        <a:pt x="30" y="57"/>
                        <a:pt x="30" y="57"/>
                        <a:pt x="30" y="57"/>
                      </a:cubicBezTo>
                      <a:cubicBezTo>
                        <a:pt x="69" y="96"/>
                        <a:pt x="69" y="96"/>
                        <a:pt x="69" y="96"/>
                      </a:cubicBezTo>
                      <a:lnTo>
                        <a:pt x="53" y="1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" name="CLR 0">
                  <a:extLst>
                    <a:ext uri="{FF2B5EF4-FFF2-40B4-BE49-F238E27FC236}">
                      <a16:creationId xmlns:a16="http://schemas.microsoft.com/office/drawing/2014/main" id="{5195E1BC-C056-AE34-52DA-5073F9C8AA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682163" y="5032376"/>
                  <a:ext cx="153988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CLR 0">
                  <a:extLst>
                    <a:ext uri="{FF2B5EF4-FFF2-40B4-BE49-F238E27FC236}">
                      <a16:creationId xmlns:a16="http://schemas.microsoft.com/office/drawing/2014/main" id="{20210BF4-1585-5467-093E-3A0A0053282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785351" y="4991101"/>
                  <a:ext cx="63500" cy="103188"/>
                </a:xfrm>
                <a:custGeom>
                  <a:avLst/>
                  <a:gdLst>
                    <a:gd name="T0" fmla="*/ 16 w 69"/>
                    <a:gd name="T1" fmla="*/ 113 h 113"/>
                    <a:gd name="T2" fmla="*/ 0 w 69"/>
                    <a:gd name="T3" fmla="*/ 96 h 113"/>
                    <a:gd name="T4" fmla="*/ 39 w 69"/>
                    <a:gd name="T5" fmla="*/ 57 h 113"/>
                    <a:gd name="T6" fmla="*/ 0 w 69"/>
                    <a:gd name="T7" fmla="*/ 17 h 113"/>
                    <a:gd name="T8" fmla="*/ 16 w 69"/>
                    <a:gd name="T9" fmla="*/ 0 h 113"/>
                    <a:gd name="T10" fmla="*/ 64 w 69"/>
                    <a:gd name="T11" fmla="*/ 48 h 113"/>
                    <a:gd name="T12" fmla="*/ 64 w 69"/>
                    <a:gd name="T13" fmla="*/ 65 h 113"/>
                    <a:gd name="T14" fmla="*/ 16 w 69"/>
                    <a:gd name="T15" fmla="*/ 11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13">
                      <a:moveTo>
                        <a:pt x="16" y="113"/>
                      </a:move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39" y="57"/>
                        <a:pt x="39" y="57"/>
                        <a:pt x="39" y="5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64" y="48"/>
                        <a:pt x="64" y="48"/>
                        <a:pt x="64" y="48"/>
                      </a:cubicBezTo>
                      <a:cubicBezTo>
                        <a:pt x="69" y="53"/>
                        <a:pt x="69" y="60"/>
                        <a:pt x="64" y="65"/>
                      </a:cubicBezTo>
                      <a:lnTo>
                        <a:pt x="16" y="1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" name="CLR 0">
                  <a:extLst>
                    <a:ext uri="{FF2B5EF4-FFF2-40B4-BE49-F238E27FC236}">
                      <a16:creationId xmlns:a16="http://schemas.microsoft.com/office/drawing/2014/main" id="{058B716C-5C3A-57F5-AF0F-90752480271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23376" y="4773613"/>
                  <a:ext cx="146050" cy="142875"/>
                </a:xfrm>
                <a:custGeom>
                  <a:avLst/>
                  <a:gdLst>
                    <a:gd name="T0" fmla="*/ 82 w 92"/>
                    <a:gd name="T1" fmla="*/ 90 h 90"/>
                    <a:gd name="T2" fmla="*/ 0 w 92"/>
                    <a:gd name="T3" fmla="*/ 9 h 90"/>
                    <a:gd name="T4" fmla="*/ 10 w 92"/>
                    <a:gd name="T5" fmla="*/ 0 h 90"/>
                    <a:gd name="T6" fmla="*/ 92 w 92"/>
                    <a:gd name="T7" fmla="*/ 80 h 90"/>
                    <a:gd name="T8" fmla="*/ 82 w 92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90">
                      <a:moveTo>
                        <a:pt x="82" y="90"/>
                      </a:moveTo>
                      <a:lnTo>
                        <a:pt x="0" y="9"/>
                      </a:lnTo>
                      <a:lnTo>
                        <a:pt x="10" y="0"/>
                      </a:lnTo>
                      <a:lnTo>
                        <a:pt x="92" y="80"/>
                      </a:lnTo>
                      <a:lnTo>
                        <a:pt x="82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CLR 0">
                  <a:extLst>
                    <a:ext uri="{FF2B5EF4-FFF2-40B4-BE49-F238E27FC236}">
                      <a16:creationId xmlns:a16="http://schemas.microsoft.com/office/drawing/2014/main" id="{EAABE69C-D4C2-45F4-EEBD-51020D4A064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17026" y="4765676"/>
                  <a:ext cx="77788" cy="77788"/>
                </a:xfrm>
                <a:custGeom>
                  <a:avLst/>
                  <a:gdLst>
                    <a:gd name="T0" fmla="*/ 24 w 84"/>
                    <a:gd name="T1" fmla="*/ 84 h 84"/>
                    <a:gd name="T2" fmla="*/ 0 w 84"/>
                    <a:gd name="T3" fmla="*/ 84 h 84"/>
                    <a:gd name="T4" fmla="*/ 0 w 84"/>
                    <a:gd name="T5" fmla="*/ 12 h 84"/>
                    <a:gd name="T6" fmla="*/ 12 w 84"/>
                    <a:gd name="T7" fmla="*/ 0 h 84"/>
                    <a:gd name="T8" fmla="*/ 84 w 84"/>
                    <a:gd name="T9" fmla="*/ 0 h 84"/>
                    <a:gd name="T10" fmla="*/ 84 w 84"/>
                    <a:gd name="T11" fmla="*/ 24 h 84"/>
                    <a:gd name="T12" fmla="*/ 24 w 84"/>
                    <a:gd name="T13" fmla="*/ 24 h 84"/>
                    <a:gd name="T14" fmla="*/ 24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24" y="84"/>
                      </a:move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5"/>
                        <a:pt x="5" y="0"/>
                        <a:pt x="12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4" y="24"/>
                        <a:pt x="84" y="24"/>
                        <a:pt x="84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lnTo>
                        <a:pt x="24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CLR 0">
                  <a:extLst>
                    <a:ext uri="{FF2B5EF4-FFF2-40B4-BE49-F238E27FC236}">
                      <a16:creationId xmlns:a16="http://schemas.microsoft.com/office/drawing/2014/main" id="{FDFBB1DD-AEDB-9191-FF4C-A7692BA520C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18663" y="5168901"/>
                  <a:ext cx="144463" cy="142875"/>
                </a:xfrm>
                <a:custGeom>
                  <a:avLst/>
                  <a:gdLst>
                    <a:gd name="T0" fmla="*/ 82 w 91"/>
                    <a:gd name="T1" fmla="*/ 90 h 90"/>
                    <a:gd name="T2" fmla="*/ 0 w 91"/>
                    <a:gd name="T3" fmla="*/ 10 h 90"/>
                    <a:gd name="T4" fmla="*/ 10 w 91"/>
                    <a:gd name="T5" fmla="*/ 0 h 90"/>
                    <a:gd name="T6" fmla="*/ 91 w 91"/>
                    <a:gd name="T7" fmla="*/ 80 h 90"/>
                    <a:gd name="T8" fmla="*/ 82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82" y="90"/>
                      </a:moveTo>
                      <a:lnTo>
                        <a:pt x="0" y="10"/>
                      </a:lnTo>
                      <a:lnTo>
                        <a:pt x="10" y="0"/>
                      </a:lnTo>
                      <a:lnTo>
                        <a:pt x="91" y="80"/>
                      </a:lnTo>
                      <a:lnTo>
                        <a:pt x="82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" name="CLR 0">
                  <a:extLst>
                    <a:ext uri="{FF2B5EF4-FFF2-40B4-BE49-F238E27FC236}">
                      <a16:creationId xmlns:a16="http://schemas.microsoft.com/office/drawing/2014/main" id="{080E494D-DFF6-095D-3CA2-173F8AF69DD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93276" y="5241926"/>
                  <a:ext cx="77788" cy="77788"/>
                </a:xfrm>
                <a:custGeom>
                  <a:avLst/>
                  <a:gdLst>
                    <a:gd name="T0" fmla="*/ 72 w 84"/>
                    <a:gd name="T1" fmla="*/ 84 h 84"/>
                    <a:gd name="T2" fmla="*/ 0 w 84"/>
                    <a:gd name="T3" fmla="*/ 84 h 84"/>
                    <a:gd name="T4" fmla="*/ 0 w 84"/>
                    <a:gd name="T5" fmla="*/ 60 h 84"/>
                    <a:gd name="T6" fmla="*/ 60 w 84"/>
                    <a:gd name="T7" fmla="*/ 60 h 84"/>
                    <a:gd name="T8" fmla="*/ 60 w 84"/>
                    <a:gd name="T9" fmla="*/ 0 h 84"/>
                    <a:gd name="T10" fmla="*/ 84 w 84"/>
                    <a:gd name="T11" fmla="*/ 0 h 84"/>
                    <a:gd name="T12" fmla="*/ 84 w 84"/>
                    <a:gd name="T13" fmla="*/ 72 h 84"/>
                    <a:gd name="T14" fmla="*/ 72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72" y="84"/>
                      </a:move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60" y="60"/>
                        <a:pt x="60" y="60"/>
                        <a:pt x="60" y="60"/>
                      </a:cubicBez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4" y="72"/>
                        <a:pt x="84" y="72"/>
                        <a:pt x="84" y="72"/>
                      </a:cubicBezTo>
                      <a:cubicBezTo>
                        <a:pt x="84" y="78"/>
                        <a:pt x="79" y="84"/>
                        <a:pt x="72" y="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" name="CLR 0">
                  <a:extLst>
                    <a:ext uri="{FF2B5EF4-FFF2-40B4-BE49-F238E27FC236}">
                      <a16:creationId xmlns:a16="http://schemas.microsoft.com/office/drawing/2014/main" id="{7F783C19-5601-D206-D74C-189F5AB70F8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23376" y="5168901"/>
                  <a:ext cx="146050" cy="142875"/>
                </a:xfrm>
                <a:custGeom>
                  <a:avLst/>
                  <a:gdLst>
                    <a:gd name="T0" fmla="*/ 10 w 92"/>
                    <a:gd name="T1" fmla="*/ 90 h 90"/>
                    <a:gd name="T2" fmla="*/ 0 w 92"/>
                    <a:gd name="T3" fmla="*/ 80 h 90"/>
                    <a:gd name="T4" fmla="*/ 82 w 92"/>
                    <a:gd name="T5" fmla="*/ 0 h 90"/>
                    <a:gd name="T6" fmla="*/ 92 w 92"/>
                    <a:gd name="T7" fmla="*/ 10 h 90"/>
                    <a:gd name="T8" fmla="*/ 10 w 92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90">
                      <a:moveTo>
                        <a:pt x="10" y="90"/>
                      </a:moveTo>
                      <a:lnTo>
                        <a:pt x="0" y="80"/>
                      </a:lnTo>
                      <a:lnTo>
                        <a:pt x="82" y="0"/>
                      </a:lnTo>
                      <a:lnTo>
                        <a:pt x="92" y="10"/>
                      </a:lnTo>
                      <a:lnTo>
                        <a:pt x="10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1" name="CLR 0">
                  <a:extLst>
                    <a:ext uri="{FF2B5EF4-FFF2-40B4-BE49-F238E27FC236}">
                      <a16:creationId xmlns:a16="http://schemas.microsoft.com/office/drawing/2014/main" id="{EDD9B4C0-556B-02DC-A990-1C9CEB4AED4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17026" y="5241926"/>
                  <a:ext cx="77788" cy="77788"/>
                </a:xfrm>
                <a:custGeom>
                  <a:avLst/>
                  <a:gdLst>
                    <a:gd name="T0" fmla="*/ 84 w 84"/>
                    <a:gd name="T1" fmla="*/ 84 h 84"/>
                    <a:gd name="T2" fmla="*/ 12 w 84"/>
                    <a:gd name="T3" fmla="*/ 84 h 84"/>
                    <a:gd name="T4" fmla="*/ 0 w 84"/>
                    <a:gd name="T5" fmla="*/ 72 h 84"/>
                    <a:gd name="T6" fmla="*/ 0 w 84"/>
                    <a:gd name="T7" fmla="*/ 0 h 84"/>
                    <a:gd name="T8" fmla="*/ 24 w 84"/>
                    <a:gd name="T9" fmla="*/ 0 h 84"/>
                    <a:gd name="T10" fmla="*/ 24 w 84"/>
                    <a:gd name="T11" fmla="*/ 60 h 84"/>
                    <a:gd name="T12" fmla="*/ 84 w 84"/>
                    <a:gd name="T13" fmla="*/ 60 h 84"/>
                    <a:gd name="T14" fmla="*/ 84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84" y="84"/>
                      </a:moveTo>
                      <a:cubicBezTo>
                        <a:pt x="12" y="84"/>
                        <a:pt x="12" y="84"/>
                        <a:pt x="12" y="84"/>
                      </a:cubicBezTo>
                      <a:cubicBezTo>
                        <a:pt x="5" y="84"/>
                        <a:pt x="0" y="78"/>
                        <a:pt x="0" y="7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4" y="60"/>
                        <a:pt x="24" y="60"/>
                        <a:pt x="24" y="60"/>
                      </a:cubicBezTo>
                      <a:cubicBezTo>
                        <a:pt x="84" y="60"/>
                        <a:pt x="84" y="60"/>
                        <a:pt x="84" y="60"/>
                      </a:cubicBezTo>
                      <a:lnTo>
                        <a:pt x="84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CLR 0">
                  <a:extLst>
                    <a:ext uri="{FF2B5EF4-FFF2-40B4-BE49-F238E27FC236}">
                      <a16:creationId xmlns:a16="http://schemas.microsoft.com/office/drawing/2014/main" id="{5BEEDFBD-4C71-1DCB-8AA5-3DC65344223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18663" y="4773613"/>
                  <a:ext cx="144463" cy="142875"/>
                </a:xfrm>
                <a:custGeom>
                  <a:avLst/>
                  <a:gdLst>
                    <a:gd name="T0" fmla="*/ 10 w 91"/>
                    <a:gd name="T1" fmla="*/ 90 h 90"/>
                    <a:gd name="T2" fmla="*/ 0 w 91"/>
                    <a:gd name="T3" fmla="*/ 80 h 90"/>
                    <a:gd name="T4" fmla="*/ 82 w 91"/>
                    <a:gd name="T5" fmla="*/ 0 h 90"/>
                    <a:gd name="T6" fmla="*/ 91 w 91"/>
                    <a:gd name="T7" fmla="*/ 9 h 90"/>
                    <a:gd name="T8" fmla="*/ 10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10" y="90"/>
                      </a:moveTo>
                      <a:lnTo>
                        <a:pt x="0" y="80"/>
                      </a:lnTo>
                      <a:lnTo>
                        <a:pt x="82" y="0"/>
                      </a:lnTo>
                      <a:lnTo>
                        <a:pt x="91" y="9"/>
                      </a:lnTo>
                      <a:lnTo>
                        <a:pt x="10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CLR 0">
                  <a:extLst>
                    <a:ext uri="{FF2B5EF4-FFF2-40B4-BE49-F238E27FC236}">
                      <a16:creationId xmlns:a16="http://schemas.microsoft.com/office/drawing/2014/main" id="{587BAA8B-E11C-60A2-2D28-3BCE25A9D99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93276" y="4765676"/>
                  <a:ext cx="77788" cy="77788"/>
                </a:xfrm>
                <a:custGeom>
                  <a:avLst/>
                  <a:gdLst>
                    <a:gd name="T0" fmla="*/ 84 w 84"/>
                    <a:gd name="T1" fmla="*/ 84 h 84"/>
                    <a:gd name="T2" fmla="*/ 60 w 84"/>
                    <a:gd name="T3" fmla="*/ 84 h 84"/>
                    <a:gd name="T4" fmla="*/ 60 w 84"/>
                    <a:gd name="T5" fmla="*/ 24 h 84"/>
                    <a:gd name="T6" fmla="*/ 0 w 84"/>
                    <a:gd name="T7" fmla="*/ 24 h 84"/>
                    <a:gd name="T8" fmla="*/ 0 w 84"/>
                    <a:gd name="T9" fmla="*/ 0 h 84"/>
                    <a:gd name="T10" fmla="*/ 72 w 84"/>
                    <a:gd name="T11" fmla="*/ 0 h 84"/>
                    <a:gd name="T12" fmla="*/ 84 w 84"/>
                    <a:gd name="T13" fmla="*/ 12 h 84"/>
                    <a:gd name="T14" fmla="*/ 84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84" y="84"/>
                      </a:moveTo>
                      <a:cubicBezTo>
                        <a:pt x="60" y="84"/>
                        <a:pt x="60" y="84"/>
                        <a:pt x="60" y="84"/>
                      </a:cubicBezTo>
                      <a:cubicBezTo>
                        <a:pt x="60" y="24"/>
                        <a:pt x="60" y="24"/>
                        <a:pt x="60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9" y="0"/>
                        <a:pt x="84" y="5"/>
                        <a:pt x="84" y="12"/>
                      </a:cubicBezTo>
                      <a:lnTo>
                        <a:pt x="84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E89B320-00F1-29A0-FB23-58ACE7331B75}"/>
              </a:ext>
            </a:extLst>
          </p:cNvPr>
          <p:cNvSpPr txBox="1"/>
          <p:nvPr/>
        </p:nvSpPr>
        <p:spPr>
          <a:xfrm>
            <a:off x="5880100" y="2116067"/>
            <a:ext cx="2311401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total of 11 new cruise ships were launched.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Capacity of 28000+ Passengers and 9000+ Crew is added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76B80AA-8FD0-5CEE-760F-66DB20900119}"/>
              </a:ext>
            </a:extLst>
          </p:cNvPr>
          <p:cNvGrpSpPr/>
          <p:nvPr/>
        </p:nvGrpSpPr>
        <p:grpSpPr>
          <a:xfrm>
            <a:off x="5889864" y="1256949"/>
            <a:ext cx="2073037" cy="754222"/>
            <a:chOff x="6281932" y="1266881"/>
            <a:chExt cx="2073037" cy="75422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189A13-CDF1-77AC-63CB-A878A498AFB8}"/>
                </a:ext>
              </a:extLst>
            </p:cNvPr>
            <p:cNvSpPr txBox="1"/>
            <p:nvPr/>
          </p:nvSpPr>
          <p:spPr>
            <a:xfrm>
              <a:off x="7038023" y="1374772"/>
              <a:ext cx="131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 New Additions</a:t>
              </a:r>
            </a:p>
          </p:txBody>
        </p:sp>
        <p:grpSp>
          <p:nvGrpSpPr>
            <p:cNvPr id="59" name="easyIcon">
              <a:extLst>
                <a:ext uri="{FF2B5EF4-FFF2-40B4-BE49-F238E27FC236}">
                  <a16:creationId xmlns:a16="http://schemas.microsoft.com/office/drawing/2014/main" id="{D9246990-66C5-07B6-4533-FF54D98FE323}"/>
                </a:ext>
              </a:extLst>
            </p:cNvPr>
            <p:cNvGrpSpPr/>
            <p:nvPr>
              <p:custDataLst>
                <p:tags r:id="rId8"/>
              </p:custDataLst>
            </p:nvPr>
          </p:nvGrpSpPr>
          <p:grpSpPr>
            <a:xfrm>
              <a:off x="6281932" y="1266881"/>
              <a:ext cx="720000" cy="720000"/>
              <a:chOff x="32727" y="32727"/>
              <a:chExt cx="654545" cy="65454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F493537-52F7-5094-F51F-31C4583D3D84}"/>
                  </a:ext>
                </a:extLst>
              </p:cNvPr>
              <p:cNvSpPr/>
              <p:nvPr/>
            </p:nvSpPr>
            <p:spPr>
              <a:xfrm>
                <a:off x="32727" y="32727"/>
                <a:ext cx="654545" cy="65454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Vector">
                <a:extLst>
                  <a:ext uri="{FF2B5EF4-FFF2-40B4-BE49-F238E27FC236}">
                    <a16:creationId xmlns:a16="http://schemas.microsoft.com/office/drawing/2014/main" id="{FAF12410-2786-B808-A422-CAEB38DF8CCD}"/>
                  </a:ext>
                </a:extLst>
              </p:cNvPr>
              <p:cNvSpPr/>
              <p:nvPr/>
            </p:nvSpPr>
            <p:spPr>
              <a:xfrm>
                <a:off x="107999" y="233516"/>
                <a:ext cx="504000" cy="368401"/>
              </a:xfrm>
              <a:custGeom>
                <a:avLst/>
                <a:gdLst>
                  <a:gd name="connsiteX0" fmla="*/ 41650 w 504000"/>
                  <a:gd name="connsiteY0" fmla="*/ 368402 h 368401"/>
                  <a:gd name="connsiteX1" fmla="*/ 462350 w 504000"/>
                  <a:gd name="connsiteY1" fmla="*/ 368402 h 368401"/>
                  <a:gd name="connsiteX2" fmla="*/ 504000 w 504000"/>
                  <a:gd name="connsiteY2" fmla="*/ 326751 h 368401"/>
                  <a:gd name="connsiteX3" fmla="*/ 504000 w 504000"/>
                  <a:gd name="connsiteY3" fmla="*/ 305390 h 368401"/>
                  <a:gd name="connsiteX4" fmla="*/ 496125 w 504000"/>
                  <a:gd name="connsiteY4" fmla="*/ 297515 h 368401"/>
                  <a:gd name="connsiteX5" fmla="*/ 482891 w 504000"/>
                  <a:gd name="connsiteY5" fmla="*/ 297515 h 368401"/>
                  <a:gd name="connsiteX6" fmla="*/ 482891 w 504000"/>
                  <a:gd name="connsiteY6" fmla="*/ 31220 h 368401"/>
                  <a:gd name="connsiteX7" fmla="*/ 451670 w 504000"/>
                  <a:gd name="connsiteY7" fmla="*/ 0 h 368401"/>
                  <a:gd name="connsiteX8" fmla="*/ 52330 w 504000"/>
                  <a:gd name="connsiteY8" fmla="*/ 0 h 368401"/>
                  <a:gd name="connsiteX9" fmla="*/ 21109 w 504000"/>
                  <a:gd name="connsiteY9" fmla="*/ 31220 h 368401"/>
                  <a:gd name="connsiteX10" fmla="*/ 21109 w 504000"/>
                  <a:gd name="connsiteY10" fmla="*/ 297519 h 368401"/>
                  <a:gd name="connsiteX11" fmla="*/ 7875 w 504000"/>
                  <a:gd name="connsiteY11" fmla="*/ 297519 h 368401"/>
                  <a:gd name="connsiteX12" fmla="*/ 0 w 504000"/>
                  <a:gd name="connsiteY12" fmla="*/ 305394 h 368401"/>
                  <a:gd name="connsiteX13" fmla="*/ 0 w 504000"/>
                  <a:gd name="connsiteY13" fmla="*/ 326755 h 368401"/>
                  <a:gd name="connsiteX14" fmla="*/ 41650 w 504000"/>
                  <a:gd name="connsiteY14" fmla="*/ 368402 h 368401"/>
                  <a:gd name="connsiteX15" fmla="*/ 36859 w 504000"/>
                  <a:gd name="connsiteY15" fmla="*/ 31220 h 368401"/>
                  <a:gd name="connsiteX16" fmla="*/ 52330 w 504000"/>
                  <a:gd name="connsiteY16" fmla="*/ 15750 h 368401"/>
                  <a:gd name="connsiteX17" fmla="*/ 451670 w 504000"/>
                  <a:gd name="connsiteY17" fmla="*/ 15750 h 368401"/>
                  <a:gd name="connsiteX18" fmla="*/ 467141 w 504000"/>
                  <a:gd name="connsiteY18" fmla="*/ 31220 h 368401"/>
                  <a:gd name="connsiteX19" fmla="*/ 467141 w 504000"/>
                  <a:gd name="connsiteY19" fmla="*/ 297519 h 368401"/>
                  <a:gd name="connsiteX20" fmla="*/ 36859 w 504000"/>
                  <a:gd name="connsiteY20" fmla="*/ 297519 h 368401"/>
                  <a:gd name="connsiteX21" fmla="*/ 191828 w 504000"/>
                  <a:gd name="connsiteY21" fmla="*/ 313269 h 368401"/>
                  <a:gd name="connsiteX22" fmla="*/ 312172 w 504000"/>
                  <a:gd name="connsiteY22" fmla="*/ 313269 h 368401"/>
                  <a:gd name="connsiteX23" fmla="*/ 312172 w 504000"/>
                  <a:gd name="connsiteY23" fmla="*/ 322726 h 368401"/>
                  <a:gd name="connsiteX24" fmla="*/ 191828 w 504000"/>
                  <a:gd name="connsiteY24" fmla="*/ 322726 h 368401"/>
                  <a:gd name="connsiteX25" fmla="*/ 15750 w 504000"/>
                  <a:gd name="connsiteY25" fmla="*/ 313269 h 368401"/>
                  <a:gd name="connsiteX26" fmla="*/ 176078 w 504000"/>
                  <a:gd name="connsiteY26" fmla="*/ 313269 h 368401"/>
                  <a:gd name="connsiteX27" fmla="*/ 176078 w 504000"/>
                  <a:gd name="connsiteY27" fmla="*/ 323647 h 368401"/>
                  <a:gd name="connsiteX28" fmla="*/ 190907 w 504000"/>
                  <a:gd name="connsiteY28" fmla="*/ 338476 h 368401"/>
                  <a:gd name="connsiteX29" fmla="*/ 313093 w 504000"/>
                  <a:gd name="connsiteY29" fmla="*/ 338476 h 368401"/>
                  <a:gd name="connsiteX30" fmla="*/ 327922 w 504000"/>
                  <a:gd name="connsiteY30" fmla="*/ 323647 h 368401"/>
                  <a:gd name="connsiteX31" fmla="*/ 327922 w 504000"/>
                  <a:gd name="connsiteY31" fmla="*/ 313269 h 368401"/>
                  <a:gd name="connsiteX32" fmla="*/ 488250 w 504000"/>
                  <a:gd name="connsiteY32" fmla="*/ 313269 h 368401"/>
                  <a:gd name="connsiteX33" fmla="*/ 488250 w 504000"/>
                  <a:gd name="connsiteY33" fmla="*/ 326755 h 368401"/>
                  <a:gd name="connsiteX34" fmla="*/ 462350 w 504000"/>
                  <a:gd name="connsiteY34" fmla="*/ 352656 h 368401"/>
                  <a:gd name="connsiteX35" fmla="*/ 41650 w 504000"/>
                  <a:gd name="connsiteY35" fmla="*/ 352656 h 368401"/>
                  <a:gd name="connsiteX36" fmla="*/ 15750 w 504000"/>
                  <a:gd name="connsiteY36" fmla="*/ 326751 h 368401"/>
                  <a:gd name="connsiteX37" fmla="*/ 231022 w 504000"/>
                  <a:gd name="connsiteY37" fmla="*/ 134618 h 368401"/>
                  <a:gd name="connsiteX38" fmla="*/ 294632 w 504000"/>
                  <a:gd name="connsiteY38" fmla="*/ 81205 h 368401"/>
                  <a:gd name="connsiteX39" fmla="*/ 302884 w 504000"/>
                  <a:gd name="connsiteY39" fmla="*/ 80035 h 368401"/>
                  <a:gd name="connsiteX40" fmla="*/ 361955 w 504000"/>
                  <a:gd name="connsiteY40" fmla="*/ 106189 h 368401"/>
                  <a:gd name="connsiteX41" fmla="*/ 407556 w 504000"/>
                  <a:gd name="connsiteY41" fmla="*/ 67208 h 368401"/>
                  <a:gd name="connsiteX42" fmla="*/ 397880 w 504000"/>
                  <a:gd name="connsiteY42" fmla="*/ 66350 h 368401"/>
                  <a:gd name="connsiteX43" fmla="*/ 390732 w 504000"/>
                  <a:gd name="connsiteY43" fmla="*/ 57809 h 368401"/>
                  <a:gd name="connsiteX44" fmla="*/ 399272 w 504000"/>
                  <a:gd name="connsiteY44" fmla="*/ 50661 h 368401"/>
                  <a:gd name="connsiteX45" fmla="*/ 427613 w 504000"/>
                  <a:gd name="connsiteY45" fmla="*/ 53171 h 368401"/>
                  <a:gd name="connsiteX46" fmla="*/ 434761 w 504000"/>
                  <a:gd name="connsiteY46" fmla="*/ 61710 h 368401"/>
                  <a:gd name="connsiteX47" fmla="*/ 432247 w 504000"/>
                  <a:gd name="connsiteY47" fmla="*/ 90046 h 368401"/>
                  <a:gd name="connsiteX48" fmla="*/ 424411 w 504000"/>
                  <a:gd name="connsiteY48" fmla="*/ 97227 h 368401"/>
                  <a:gd name="connsiteX49" fmla="*/ 423707 w 504000"/>
                  <a:gd name="connsiteY49" fmla="*/ 97195 h 368401"/>
                  <a:gd name="connsiteX50" fmla="*/ 416558 w 504000"/>
                  <a:gd name="connsiteY50" fmla="*/ 88656 h 368401"/>
                  <a:gd name="connsiteX51" fmla="*/ 416558 w 504000"/>
                  <a:gd name="connsiteY51" fmla="*/ 88655 h 368401"/>
                  <a:gd name="connsiteX52" fmla="*/ 417367 w 504000"/>
                  <a:gd name="connsiteY52" fmla="*/ 79540 h 368401"/>
                  <a:gd name="connsiteX53" fmla="*/ 368424 w 504000"/>
                  <a:gd name="connsiteY53" fmla="*/ 121384 h 368401"/>
                  <a:gd name="connsiteX54" fmla="*/ 360119 w 504000"/>
                  <a:gd name="connsiteY54" fmla="*/ 122599 h 368401"/>
                  <a:gd name="connsiteX55" fmla="*/ 301000 w 504000"/>
                  <a:gd name="connsiteY55" fmla="*/ 96425 h 368401"/>
                  <a:gd name="connsiteX56" fmla="*/ 241150 w 504000"/>
                  <a:gd name="connsiteY56" fmla="*/ 146679 h 368401"/>
                  <a:gd name="connsiteX57" fmla="*/ 230054 w 504000"/>
                  <a:gd name="connsiteY57" fmla="*/ 145728 h 368401"/>
                  <a:gd name="connsiteX58" fmla="*/ 231005 w 504000"/>
                  <a:gd name="connsiteY58" fmla="*/ 134632 h 368401"/>
                  <a:gd name="connsiteX59" fmla="*/ 231022 w 504000"/>
                  <a:gd name="connsiteY59" fmla="*/ 134618 h 368401"/>
                  <a:gd name="connsiteX60" fmla="*/ 442543 w 504000"/>
                  <a:gd name="connsiteY60" fmla="*/ 254768 h 368401"/>
                  <a:gd name="connsiteX61" fmla="*/ 434668 w 504000"/>
                  <a:gd name="connsiteY61" fmla="*/ 262643 h 368401"/>
                  <a:gd name="connsiteX62" fmla="*/ 224733 w 504000"/>
                  <a:gd name="connsiteY62" fmla="*/ 262643 h 368401"/>
                  <a:gd name="connsiteX63" fmla="*/ 216858 w 504000"/>
                  <a:gd name="connsiteY63" fmla="*/ 254768 h 368401"/>
                  <a:gd name="connsiteX64" fmla="*/ 224733 w 504000"/>
                  <a:gd name="connsiteY64" fmla="*/ 246893 h 368401"/>
                  <a:gd name="connsiteX65" fmla="*/ 247015 w 504000"/>
                  <a:gd name="connsiteY65" fmla="*/ 246893 h 368401"/>
                  <a:gd name="connsiteX66" fmla="*/ 247015 w 504000"/>
                  <a:gd name="connsiteY66" fmla="*/ 181116 h 368401"/>
                  <a:gd name="connsiteX67" fmla="*/ 254890 w 504000"/>
                  <a:gd name="connsiteY67" fmla="*/ 173241 h 368401"/>
                  <a:gd name="connsiteX68" fmla="*/ 262765 w 504000"/>
                  <a:gd name="connsiteY68" fmla="*/ 181116 h 368401"/>
                  <a:gd name="connsiteX69" fmla="*/ 262765 w 504000"/>
                  <a:gd name="connsiteY69" fmla="*/ 246893 h 368401"/>
                  <a:gd name="connsiteX70" fmla="*/ 298057 w 504000"/>
                  <a:gd name="connsiteY70" fmla="*/ 246893 h 368401"/>
                  <a:gd name="connsiteX71" fmla="*/ 298057 w 504000"/>
                  <a:gd name="connsiteY71" fmla="*/ 137049 h 368401"/>
                  <a:gd name="connsiteX72" fmla="*/ 305932 w 504000"/>
                  <a:gd name="connsiteY72" fmla="*/ 129174 h 368401"/>
                  <a:gd name="connsiteX73" fmla="*/ 313807 w 504000"/>
                  <a:gd name="connsiteY73" fmla="*/ 137049 h 368401"/>
                  <a:gd name="connsiteX74" fmla="*/ 313807 w 504000"/>
                  <a:gd name="connsiteY74" fmla="*/ 246893 h 368401"/>
                  <a:gd name="connsiteX75" fmla="*/ 349100 w 504000"/>
                  <a:gd name="connsiteY75" fmla="*/ 246893 h 368401"/>
                  <a:gd name="connsiteX76" fmla="*/ 349100 w 504000"/>
                  <a:gd name="connsiteY76" fmla="*/ 160281 h 368401"/>
                  <a:gd name="connsiteX77" fmla="*/ 356975 w 504000"/>
                  <a:gd name="connsiteY77" fmla="*/ 152406 h 368401"/>
                  <a:gd name="connsiteX78" fmla="*/ 364850 w 504000"/>
                  <a:gd name="connsiteY78" fmla="*/ 160281 h 368401"/>
                  <a:gd name="connsiteX79" fmla="*/ 364850 w 504000"/>
                  <a:gd name="connsiteY79" fmla="*/ 246891 h 368401"/>
                  <a:gd name="connsiteX80" fmla="*/ 400142 w 504000"/>
                  <a:gd name="connsiteY80" fmla="*/ 246891 h 368401"/>
                  <a:gd name="connsiteX81" fmla="*/ 400142 w 504000"/>
                  <a:gd name="connsiteY81" fmla="*/ 115412 h 368401"/>
                  <a:gd name="connsiteX82" fmla="*/ 408017 w 504000"/>
                  <a:gd name="connsiteY82" fmla="*/ 107537 h 368401"/>
                  <a:gd name="connsiteX83" fmla="*/ 415892 w 504000"/>
                  <a:gd name="connsiteY83" fmla="*/ 115412 h 368401"/>
                  <a:gd name="connsiteX84" fmla="*/ 415892 w 504000"/>
                  <a:gd name="connsiteY84" fmla="*/ 246893 h 368401"/>
                  <a:gd name="connsiteX85" fmla="*/ 434672 w 504000"/>
                  <a:gd name="connsiteY85" fmla="*/ 246893 h 368401"/>
                  <a:gd name="connsiteX86" fmla="*/ 442543 w 504000"/>
                  <a:gd name="connsiteY86" fmla="*/ 254768 h 368401"/>
                  <a:gd name="connsiteX87" fmla="*/ 97574 w 504000"/>
                  <a:gd name="connsiteY87" fmla="*/ 130633 h 368401"/>
                  <a:gd name="connsiteX88" fmla="*/ 141048 w 504000"/>
                  <a:gd name="connsiteY88" fmla="*/ 87159 h 368401"/>
                  <a:gd name="connsiteX89" fmla="*/ 97574 w 504000"/>
                  <a:gd name="connsiteY89" fmla="*/ 43685 h 368401"/>
                  <a:gd name="connsiteX90" fmla="*/ 54100 w 504000"/>
                  <a:gd name="connsiteY90" fmla="*/ 87159 h 368401"/>
                  <a:gd name="connsiteX91" fmla="*/ 97574 w 504000"/>
                  <a:gd name="connsiteY91" fmla="*/ 130633 h 368401"/>
                  <a:gd name="connsiteX92" fmla="*/ 97574 w 504000"/>
                  <a:gd name="connsiteY92" fmla="*/ 114883 h 368401"/>
                  <a:gd name="connsiteX93" fmla="*/ 82656 w 504000"/>
                  <a:gd name="connsiteY93" fmla="*/ 110509 h 368401"/>
                  <a:gd name="connsiteX94" fmla="*/ 100512 w 504000"/>
                  <a:gd name="connsiteY94" fmla="*/ 95034 h 368401"/>
                  <a:gd name="connsiteX95" fmla="*/ 124152 w 504000"/>
                  <a:gd name="connsiteY95" fmla="*/ 95034 h 368401"/>
                  <a:gd name="connsiteX96" fmla="*/ 97574 w 504000"/>
                  <a:gd name="connsiteY96" fmla="*/ 114883 h 368401"/>
                  <a:gd name="connsiteX97" fmla="*/ 124152 w 504000"/>
                  <a:gd name="connsiteY97" fmla="*/ 79284 h 368401"/>
                  <a:gd name="connsiteX98" fmla="*/ 105449 w 504000"/>
                  <a:gd name="connsiteY98" fmla="*/ 79284 h 368401"/>
                  <a:gd name="connsiteX99" fmla="*/ 105449 w 504000"/>
                  <a:gd name="connsiteY99" fmla="*/ 60581 h 368401"/>
                  <a:gd name="connsiteX100" fmla="*/ 124152 w 504000"/>
                  <a:gd name="connsiteY100" fmla="*/ 79284 h 368401"/>
                  <a:gd name="connsiteX101" fmla="*/ 89699 w 504000"/>
                  <a:gd name="connsiteY101" fmla="*/ 60581 h 368401"/>
                  <a:gd name="connsiteX102" fmla="*/ 89699 w 504000"/>
                  <a:gd name="connsiteY102" fmla="*/ 83563 h 368401"/>
                  <a:gd name="connsiteX103" fmla="*/ 72336 w 504000"/>
                  <a:gd name="connsiteY103" fmla="*/ 98612 h 368401"/>
                  <a:gd name="connsiteX104" fmla="*/ 86081 w 504000"/>
                  <a:gd name="connsiteY104" fmla="*/ 61932 h 368401"/>
                  <a:gd name="connsiteX105" fmla="*/ 89699 w 504000"/>
                  <a:gd name="connsiteY105" fmla="*/ 60582 h 368401"/>
                  <a:gd name="connsiteX106" fmla="*/ 144354 w 504000"/>
                  <a:gd name="connsiteY106" fmla="*/ 72081 h 368401"/>
                  <a:gd name="connsiteX107" fmla="*/ 152229 w 504000"/>
                  <a:gd name="connsiteY107" fmla="*/ 64206 h 368401"/>
                  <a:gd name="connsiteX108" fmla="*/ 223997 w 504000"/>
                  <a:gd name="connsiteY108" fmla="*/ 64206 h 368401"/>
                  <a:gd name="connsiteX109" fmla="*/ 231872 w 504000"/>
                  <a:gd name="connsiteY109" fmla="*/ 72081 h 368401"/>
                  <a:gd name="connsiteX110" fmla="*/ 223997 w 504000"/>
                  <a:gd name="connsiteY110" fmla="*/ 79956 h 368401"/>
                  <a:gd name="connsiteX111" fmla="*/ 152229 w 504000"/>
                  <a:gd name="connsiteY111" fmla="*/ 79956 h 368401"/>
                  <a:gd name="connsiteX112" fmla="*/ 144354 w 504000"/>
                  <a:gd name="connsiteY112" fmla="*/ 72081 h 368401"/>
                  <a:gd name="connsiteX113" fmla="*/ 144354 w 504000"/>
                  <a:gd name="connsiteY113" fmla="*/ 102247 h 368401"/>
                  <a:gd name="connsiteX114" fmla="*/ 152229 w 504000"/>
                  <a:gd name="connsiteY114" fmla="*/ 94372 h 368401"/>
                  <a:gd name="connsiteX115" fmla="*/ 223997 w 504000"/>
                  <a:gd name="connsiteY115" fmla="*/ 94372 h 368401"/>
                  <a:gd name="connsiteX116" fmla="*/ 231872 w 504000"/>
                  <a:gd name="connsiteY116" fmla="*/ 102247 h 368401"/>
                  <a:gd name="connsiteX117" fmla="*/ 223997 w 504000"/>
                  <a:gd name="connsiteY117" fmla="*/ 110122 h 368401"/>
                  <a:gd name="connsiteX118" fmla="*/ 152229 w 504000"/>
                  <a:gd name="connsiteY118" fmla="*/ 110122 h 368401"/>
                  <a:gd name="connsiteX119" fmla="*/ 144354 w 504000"/>
                  <a:gd name="connsiteY119" fmla="*/ 102247 h 368401"/>
                  <a:gd name="connsiteX120" fmla="*/ 144354 w 504000"/>
                  <a:gd name="connsiteY120" fmla="*/ 102243 h 368401"/>
                  <a:gd name="connsiteX121" fmla="*/ 189591 w 504000"/>
                  <a:gd name="connsiteY121" fmla="*/ 204309 h 368401"/>
                  <a:gd name="connsiteX122" fmla="*/ 180148 w 504000"/>
                  <a:gd name="connsiteY122" fmla="*/ 201257 h 368401"/>
                  <a:gd name="connsiteX123" fmla="*/ 179447 w 504000"/>
                  <a:gd name="connsiteY123" fmla="*/ 198986 h 368401"/>
                  <a:gd name="connsiteX124" fmla="*/ 185535 w 504000"/>
                  <a:gd name="connsiteY124" fmla="*/ 191147 h 368401"/>
                  <a:gd name="connsiteX125" fmla="*/ 185381 w 504000"/>
                  <a:gd name="connsiteY125" fmla="*/ 181294 h 368401"/>
                  <a:gd name="connsiteX126" fmla="*/ 173995 w 504000"/>
                  <a:gd name="connsiteY126" fmla="*/ 167542 h 368401"/>
                  <a:gd name="connsiteX127" fmla="*/ 164348 w 504000"/>
                  <a:gd name="connsiteY127" fmla="*/ 165553 h 368401"/>
                  <a:gd name="connsiteX128" fmla="*/ 155511 w 504000"/>
                  <a:gd name="connsiteY128" fmla="*/ 170072 h 368401"/>
                  <a:gd name="connsiteX129" fmla="*/ 153410 w 504000"/>
                  <a:gd name="connsiteY129" fmla="*/ 168959 h 368401"/>
                  <a:gd name="connsiteX130" fmla="*/ 152173 w 504000"/>
                  <a:gd name="connsiteY130" fmla="*/ 159115 h 368401"/>
                  <a:gd name="connsiteX131" fmla="*/ 145097 w 504000"/>
                  <a:gd name="connsiteY131" fmla="*/ 152256 h 368401"/>
                  <a:gd name="connsiteX132" fmla="*/ 127321 w 504000"/>
                  <a:gd name="connsiteY132" fmla="*/ 150582 h 368401"/>
                  <a:gd name="connsiteX133" fmla="*/ 119091 w 504000"/>
                  <a:gd name="connsiteY133" fmla="*/ 155997 h 368401"/>
                  <a:gd name="connsiteX134" fmla="*/ 116039 w 504000"/>
                  <a:gd name="connsiteY134" fmla="*/ 165439 h 368401"/>
                  <a:gd name="connsiteX135" fmla="*/ 113768 w 504000"/>
                  <a:gd name="connsiteY135" fmla="*/ 166140 h 368401"/>
                  <a:gd name="connsiteX136" fmla="*/ 105929 w 504000"/>
                  <a:gd name="connsiteY136" fmla="*/ 160052 h 368401"/>
                  <a:gd name="connsiteX137" fmla="*/ 96076 w 504000"/>
                  <a:gd name="connsiteY137" fmla="*/ 160206 h 368401"/>
                  <a:gd name="connsiteX138" fmla="*/ 82317 w 504000"/>
                  <a:gd name="connsiteY138" fmla="*/ 171592 h 368401"/>
                  <a:gd name="connsiteX139" fmla="*/ 80325 w 504000"/>
                  <a:gd name="connsiteY139" fmla="*/ 181248 h 368401"/>
                  <a:gd name="connsiteX140" fmla="*/ 84843 w 504000"/>
                  <a:gd name="connsiteY140" fmla="*/ 190085 h 368401"/>
                  <a:gd name="connsiteX141" fmla="*/ 83730 w 504000"/>
                  <a:gd name="connsiteY141" fmla="*/ 192186 h 368401"/>
                  <a:gd name="connsiteX142" fmla="*/ 73886 w 504000"/>
                  <a:gd name="connsiteY142" fmla="*/ 193423 h 368401"/>
                  <a:gd name="connsiteX143" fmla="*/ 67027 w 504000"/>
                  <a:gd name="connsiteY143" fmla="*/ 200499 h 368401"/>
                  <a:gd name="connsiteX144" fmla="*/ 65354 w 504000"/>
                  <a:gd name="connsiteY144" fmla="*/ 218275 h 368401"/>
                  <a:gd name="connsiteX145" fmla="*/ 70768 w 504000"/>
                  <a:gd name="connsiteY145" fmla="*/ 226505 h 368401"/>
                  <a:gd name="connsiteX146" fmla="*/ 80211 w 504000"/>
                  <a:gd name="connsiteY146" fmla="*/ 229557 h 368401"/>
                  <a:gd name="connsiteX147" fmla="*/ 80913 w 504000"/>
                  <a:gd name="connsiteY147" fmla="*/ 231828 h 368401"/>
                  <a:gd name="connsiteX148" fmla="*/ 74824 w 504000"/>
                  <a:gd name="connsiteY148" fmla="*/ 239667 h 368401"/>
                  <a:gd name="connsiteX149" fmla="*/ 74977 w 504000"/>
                  <a:gd name="connsiteY149" fmla="*/ 249521 h 368401"/>
                  <a:gd name="connsiteX150" fmla="*/ 86364 w 504000"/>
                  <a:gd name="connsiteY150" fmla="*/ 263273 h 368401"/>
                  <a:gd name="connsiteX151" fmla="*/ 96011 w 504000"/>
                  <a:gd name="connsiteY151" fmla="*/ 265262 h 368401"/>
                  <a:gd name="connsiteX152" fmla="*/ 104849 w 504000"/>
                  <a:gd name="connsiteY152" fmla="*/ 260743 h 368401"/>
                  <a:gd name="connsiteX153" fmla="*/ 106949 w 504000"/>
                  <a:gd name="connsiteY153" fmla="*/ 261856 h 368401"/>
                  <a:gd name="connsiteX154" fmla="*/ 108187 w 504000"/>
                  <a:gd name="connsiteY154" fmla="*/ 271700 h 368401"/>
                  <a:gd name="connsiteX155" fmla="*/ 115262 w 504000"/>
                  <a:gd name="connsiteY155" fmla="*/ 278558 h 368401"/>
                  <a:gd name="connsiteX156" fmla="*/ 133038 w 504000"/>
                  <a:gd name="connsiteY156" fmla="*/ 280231 h 368401"/>
                  <a:gd name="connsiteX157" fmla="*/ 133781 w 504000"/>
                  <a:gd name="connsiteY157" fmla="*/ 280266 h 368401"/>
                  <a:gd name="connsiteX158" fmla="*/ 141269 w 504000"/>
                  <a:gd name="connsiteY158" fmla="*/ 274813 h 368401"/>
                  <a:gd name="connsiteX159" fmla="*/ 144320 w 504000"/>
                  <a:gd name="connsiteY159" fmla="*/ 265371 h 368401"/>
                  <a:gd name="connsiteX160" fmla="*/ 146591 w 504000"/>
                  <a:gd name="connsiteY160" fmla="*/ 264669 h 368401"/>
                  <a:gd name="connsiteX161" fmla="*/ 154431 w 504000"/>
                  <a:gd name="connsiteY161" fmla="*/ 270759 h 368401"/>
                  <a:gd name="connsiteX162" fmla="*/ 164283 w 504000"/>
                  <a:gd name="connsiteY162" fmla="*/ 270604 h 368401"/>
                  <a:gd name="connsiteX163" fmla="*/ 178036 w 504000"/>
                  <a:gd name="connsiteY163" fmla="*/ 259219 h 368401"/>
                  <a:gd name="connsiteX164" fmla="*/ 180042 w 504000"/>
                  <a:gd name="connsiteY164" fmla="*/ 249563 h 368401"/>
                  <a:gd name="connsiteX165" fmla="*/ 175523 w 504000"/>
                  <a:gd name="connsiteY165" fmla="*/ 240725 h 368401"/>
                  <a:gd name="connsiteX166" fmla="*/ 176636 w 504000"/>
                  <a:gd name="connsiteY166" fmla="*/ 238626 h 368401"/>
                  <a:gd name="connsiteX167" fmla="*/ 186480 w 504000"/>
                  <a:gd name="connsiteY167" fmla="*/ 237387 h 368401"/>
                  <a:gd name="connsiteX168" fmla="*/ 193338 w 504000"/>
                  <a:gd name="connsiteY168" fmla="*/ 230313 h 368401"/>
                  <a:gd name="connsiteX169" fmla="*/ 195012 w 504000"/>
                  <a:gd name="connsiteY169" fmla="*/ 212536 h 368401"/>
                  <a:gd name="connsiteX170" fmla="*/ 189591 w 504000"/>
                  <a:gd name="connsiteY170" fmla="*/ 204309 h 368401"/>
                  <a:gd name="connsiteX171" fmla="*/ 178247 w 504000"/>
                  <a:gd name="connsiteY171" fmla="*/ 222551 h 368401"/>
                  <a:gd name="connsiteX172" fmla="*/ 170263 w 504000"/>
                  <a:gd name="connsiteY172" fmla="*/ 223555 h 368401"/>
                  <a:gd name="connsiteX173" fmla="*/ 163903 w 504000"/>
                  <a:gd name="connsiteY173" fmla="*/ 228518 h 368401"/>
                  <a:gd name="connsiteX174" fmla="*/ 159997 w 504000"/>
                  <a:gd name="connsiteY174" fmla="*/ 235891 h 368401"/>
                  <a:gd name="connsiteX175" fmla="*/ 159469 w 504000"/>
                  <a:gd name="connsiteY175" fmla="*/ 243942 h 368401"/>
                  <a:gd name="connsiteX176" fmla="*/ 163136 w 504000"/>
                  <a:gd name="connsiteY176" fmla="*/ 251114 h 368401"/>
                  <a:gd name="connsiteX177" fmla="*/ 159113 w 504000"/>
                  <a:gd name="connsiteY177" fmla="*/ 254445 h 368401"/>
                  <a:gd name="connsiteX178" fmla="*/ 152752 w 504000"/>
                  <a:gd name="connsiteY178" fmla="*/ 249504 h 368401"/>
                  <a:gd name="connsiteX179" fmla="*/ 144743 w 504000"/>
                  <a:gd name="connsiteY179" fmla="*/ 248520 h 368401"/>
                  <a:gd name="connsiteX180" fmla="*/ 136769 w 504000"/>
                  <a:gd name="connsiteY180" fmla="*/ 250981 h 368401"/>
                  <a:gd name="connsiteX181" fmla="*/ 130706 w 504000"/>
                  <a:gd name="connsiteY181" fmla="*/ 256302 h 368401"/>
                  <a:gd name="connsiteX182" fmla="*/ 128231 w 504000"/>
                  <a:gd name="connsiteY182" fmla="*/ 263958 h 368401"/>
                  <a:gd name="connsiteX183" fmla="*/ 123031 w 504000"/>
                  <a:gd name="connsiteY183" fmla="*/ 263465 h 368401"/>
                  <a:gd name="connsiteX184" fmla="*/ 122028 w 504000"/>
                  <a:gd name="connsiteY184" fmla="*/ 255482 h 368401"/>
                  <a:gd name="connsiteX185" fmla="*/ 117064 w 504000"/>
                  <a:gd name="connsiteY185" fmla="*/ 249123 h 368401"/>
                  <a:gd name="connsiteX186" fmla="*/ 109692 w 504000"/>
                  <a:gd name="connsiteY186" fmla="*/ 245217 h 368401"/>
                  <a:gd name="connsiteX187" fmla="*/ 101640 w 504000"/>
                  <a:gd name="connsiteY187" fmla="*/ 244691 h 368401"/>
                  <a:gd name="connsiteX188" fmla="*/ 94469 w 504000"/>
                  <a:gd name="connsiteY188" fmla="*/ 248357 h 368401"/>
                  <a:gd name="connsiteX189" fmla="*/ 91137 w 504000"/>
                  <a:gd name="connsiteY189" fmla="*/ 244335 h 368401"/>
                  <a:gd name="connsiteX190" fmla="*/ 96078 w 504000"/>
                  <a:gd name="connsiteY190" fmla="*/ 237974 h 368401"/>
                  <a:gd name="connsiteX191" fmla="*/ 97062 w 504000"/>
                  <a:gd name="connsiteY191" fmla="*/ 229964 h 368401"/>
                  <a:gd name="connsiteX192" fmla="*/ 94601 w 504000"/>
                  <a:gd name="connsiteY192" fmla="*/ 221991 h 368401"/>
                  <a:gd name="connsiteX193" fmla="*/ 89281 w 504000"/>
                  <a:gd name="connsiteY193" fmla="*/ 215929 h 368401"/>
                  <a:gd name="connsiteX194" fmla="*/ 81624 w 504000"/>
                  <a:gd name="connsiteY194" fmla="*/ 213453 h 368401"/>
                  <a:gd name="connsiteX195" fmla="*/ 82117 w 504000"/>
                  <a:gd name="connsiteY195" fmla="*/ 208254 h 368401"/>
                  <a:gd name="connsiteX196" fmla="*/ 90101 w 504000"/>
                  <a:gd name="connsiteY196" fmla="*/ 207250 h 368401"/>
                  <a:gd name="connsiteX197" fmla="*/ 96460 w 504000"/>
                  <a:gd name="connsiteY197" fmla="*/ 202286 h 368401"/>
                  <a:gd name="connsiteX198" fmla="*/ 100365 w 504000"/>
                  <a:gd name="connsiteY198" fmla="*/ 194915 h 368401"/>
                  <a:gd name="connsiteX199" fmla="*/ 100892 w 504000"/>
                  <a:gd name="connsiteY199" fmla="*/ 186863 h 368401"/>
                  <a:gd name="connsiteX200" fmla="*/ 97225 w 504000"/>
                  <a:gd name="connsiteY200" fmla="*/ 179691 h 368401"/>
                  <a:gd name="connsiteX201" fmla="*/ 101248 w 504000"/>
                  <a:gd name="connsiteY201" fmla="*/ 176361 h 368401"/>
                  <a:gd name="connsiteX202" fmla="*/ 107609 w 504000"/>
                  <a:gd name="connsiteY202" fmla="*/ 181301 h 368401"/>
                  <a:gd name="connsiteX203" fmla="*/ 115618 w 504000"/>
                  <a:gd name="connsiteY203" fmla="*/ 182285 h 368401"/>
                  <a:gd name="connsiteX204" fmla="*/ 123591 w 504000"/>
                  <a:gd name="connsiteY204" fmla="*/ 179824 h 368401"/>
                  <a:gd name="connsiteX205" fmla="*/ 129652 w 504000"/>
                  <a:gd name="connsiteY205" fmla="*/ 174504 h 368401"/>
                  <a:gd name="connsiteX206" fmla="*/ 132129 w 504000"/>
                  <a:gd name="connsiteY206" fmla="*/ 166847 h 368401"/>
                  <a:gd name="connsiteX207" fmla="*/ 137328 w 504000"/>
                  <a:gd name="connsiteY207" fmla="*/ 167339 h 368401"/>
                  <a:gd name="connsiteX208" fmla="*/ 138331 w 504000"/>
                  <a:gd name="connsiteY208" fmla="*/ 175323 h 368401"/>
                  <a:gd name="connsiteX209" fmla="*/ 143295 w 504000"/>
                  <a:gd name="connsiteY209" fmla="*/ 181683 h 368401"/>
                  <a:gd name="connsiteX210" fmla="*/ 150667 w 504000"/>
                  <a:gd name="connsiteY210" fmla="*/ 185589 h 368401"/>
                  <a:gd name="connsiteX211" fmla="*/ 158720 w 504000"/>
                  <a:gd name="connsiteY211" fmla="*/ 186114 h 368401"/>
                  <a:gd name="connsiteX212" fmla="*/ 165891 w 504000"/>
                  <a:gd name="connsiteY212" fmla="*/ 182448 h 368401"/>
                  <a:gd name="connsiteX213" fmla="*/ 169221 w 504000"/>
                  <a:gd name="connsiteY213" fmla="*/ 186471 h 368401"/>
                  <a:gd name="connsiteX214" fmla="*/ 164281 w 504000"/>
                  <a:gd name="connsiteY214" fmla="*/ 192832 h 368401"/>
                  <a:gd name="connsiteX215" fmla="*/ 163297 w 504000"/>
                  <a:gd name="connsiteY215" fmla="*/ 200841 h 368401"/>
                  <a:gd name="connsiteX216" fmla="*/ 165758 w 504000"/>
                  <a:gd name="connsiteY216" fmla="*/ 208814 h 368401"/>
                  <a:gd name="connsiteX217" fmla="*/ 171078 w 504000"/>
                  <a:gd name="connsiteY217" fmla="*/ 214876 h 368401"/>
                  <a:gd name="connsiteX218" fmla="*/ 178735 w 504000"/>
                  <a:gd name="connsiteY218" fmla="*/ 217352 h 368401"/>
                  <a:gd name="connsiteX219" fmla="*/ 132852 w 504000"/>
                  <a:gd name="connsiteY219" fmla="*/ 187040 h 368401"/>
                  <a:gd name="connsiteX220" fmla="*/ 101903 w 504000"/>
                  <a:gd name="connsiteY220" fmla="*/ 212838 h 368401"/>
                  <a:gd name="connsiteX221" fmla="*/ 127513 w 504000"/>
                  <a:gd name="connsiteY221" fmla="*/ 243770 h 368401"/>
                  <a:gd name="connsiteX222" fmla="*/ 130204 w 504000"/>
                  <a:gd name="connsiteY222" fmla="*/ 243896 h 368401"/>
                  <a:gd name="connsiteX223" fmla="*/ 158677 w 504000"/>
                  <a:gd name="connsiteY223" fmla="*/ 215388 h 368401"/>
                  <a:gd name="connsiteX224" fmla="*/ 132852 w 504000"/>
                  <a:gd name="connsiteY224" fmla="*/ 187040 h 368401"/>
                  <a:gd name="connsiteX225" fmla="*/ 142866 w 504000"/>
                  <a:gd name="connsiteY225" fmla="*/ 216598 h 368401"/>
                  <a:gd name="connsiteX226" fmla="*/ 128988 w 504000"/>
                  <a:gd name="connsiteY226" fmla="*/ 228087 h 368401"/>
                  <a:gd name="connsiteX227" fmla="*/ 117499 w 504000"/>
                  <a:gd name="connsiteY227" fmla="*/ 214208 h 368401"/>
                  <a:gd name="connsiteX228" fmla="*/ 130174 w 504000"/>
                  <a:gd name="connsiteY228" fmla="*/ 202664 h 368401"/>
                  <a:gd name="connsiteX229" fmla="*/ 131377 w 504000"/>
                  <a:gd name="connsiteY229" fmla="*/ 202720 h 368401"/>
                  <a:gd name="connsiteX230" fmla="*/ 142866 w 504000"/>
                  <a:gd name="connsiteY230" fmla="*/ 216597 h 368401"/>
                  <a:gd name="connsiteX231" fmla="*/ 142866 w 504000"/>
                  <a:gd name="connsiteY231" fmla="*/ 216599 h 368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</a:cxnLst>
                <a:rect l="l" t="t" r="r" b="b"/>
                <a:pathLst>
                  <a:path w="504000" h="368401">
                    <a:moveTo>
                      <a:pt x="41650" y="368402"/>
                    </a:moveTo>
                    <a:lnTo>
                      <a:pt x="462350" y="368402"/>
                    </a:lnTo>
                    <a:cubicBezTo>
                      <a:pt x="485342" y="368376"/>
                      <a:pt x="503974" y="349743"/>
                      <a:pt x="504000" y="326751"/>
                    </a:cubicBezTo>
                    <a:lnTo>
                      <a:pt x="504000" y="305390"/>
                    </a:lnTo>
                    <a:cubicBezTo>
                      <a:pt x="504000" y="301041"/>
                      <a:pt x="500474" y="297515"/>
                      <a:pt x="496125" y="297515"/>
                    </a:cubicBezTo>
                    <a:lnTo>
                      <a:pt x="482891" y="297515"/>
                    </a:lnTo>
                    <a:lnTo>
                      <a:pt x="482891" y="31220"/>
                    </a:lnTo>
                    <a:cubicBezTo>
                      <a:pt x="482871" y="13986"/>
                      <a:pt x="468904" y="19"/>
                      <a:pt x="451670" y="0"/>
                    </a:cubicBezTo>
                    <a:lnTo>
                      <a:pt x="52330" y="0"/>
                    </a:lnTo>
                    <a:cubicBezTo>
                      <a:pt x="35096" y="19"/>
                      <a:pt x="21128" y="13986"/>
                      <a:pt x="21109" y="31220"/>
                    </a:cubicBezTo>
                    <a:lnTo>
                      <a:pt x="21109" y="297519"/>
                    </a:lnTo>
                    <a:lnTo>
                      <a:pt x="7875" y="297519"/>
                    </a:lnTo>
                    <a:cubicBezTo>
                      <a:pt x="3526" y="297519"/>
                      <a:pt x="0" y="301045"/>
                      <a:pt x="0" y="305394"/>
                    </a:cubicBezTo>
                    <a:lnTo>
                      <a:pt x="0" y="326755"/>
                    </a:lnTo>
                    <a:cubicBezTo>
                      <a:pt x="28" y="349746"/>
                      <a:pt x="18659" y="368376"/>
                      <a:pt x="41650" y="368402"/>
                    </a:cubicBezTo>
                    <a:close/>
                    <a:moveTo>
                      <a:pt x="36859" y="31220"/>
                    </a:moveTo>
                    <a:cubicBezTo>
                      <a:pt x="36869" y="22680"/>
                      <a:pt x="43790" y="15759"/>
                      <a:pt x="52330" y="15750"/>
                    </a:cubicBezTo>
                    <a:lnTo>
                      <a:pt x="451670" y="15750"/>
                    </a:lnTo>
                    <a:cubicBezTo>
                      <a:pt x="460210" y="15759"/>
                      <a:pt x="467131" y="22680"/>
                      <a:pt x="467141" y="31220"/>
                    </a:cubicBezTo>
                    <a:lnTo>
                      <a:pt x="467141" y="297519"/>
                    </a:lnTo>
                    <a:lnTo>
                      <a:pt x="36859" y="297519"/>
                    </a:lnTo>
                    <a:close/>
                    <a:moveTo>
                      <a:pt x="191828" y="313269"/>
                    </a:moveTo>
                    <a:lnTo>
                      <a:pt x="312172" y="313269"/>
                    </a:lnTo>
                    <a:lnTo>
                      <a:pt x="312172" y="322726"/>
                    </a:lnTo>
                    <a:lnTo>
                      <a:pt x="191828" y="322726"/>
                    </a:lnTo>
                    <a:close/>
                    <a:moveTo>
                      <a:pt x="15750" y="313269"/>
                    </a:moveTo>
                    <a:lnTo>
                      <a:pt x="176078" y="313269"/>
                    </a:lnTo>
                    <a:lnTo>
                      <a:pt x="176078" y="323647"/>
                    </a:lnTo>
                    <a:cubicBezTo>
                      <a:pt x="176087" y="331833"/>
                      <a:pt x="182721" y="338467"/>
                      <a:pt x="190907" y="338476"/>
                    </a:cubicBezTo>
                    <a:lnTo>
                      <a:pt x="313093" y="338476"/>
                    </a:lnTo>
                    <a:cubicBezTo>
                      <a:pt x="321279" y="338467"/>
                      <a:pt x="327913" y="331833"/>
                      <a:pt x="327922" y="323647"/>
                    </a:cubicBezTo>
                    <a:lnTo>
                      <a:pt x="327922" y="313269"/>
                    </a:lnTo>
                    <a:lnTo>
                      <a:pt x="488250" y="313269"/>
                    </a:lnTo>
                    <a:lnTo>
                      <a:pt x="488250" y="326755"/>
                    </a:lnTo>
                    <a:cubicBezTo>
                      <a:pt x="488234" y="341053"/>
                      <a:pt x="476648" y="352639"/>
                      <a:pt x="462350" y="352656"/>
                    </a:cubicBezTo>
                    <a:lnTo>
                      <a:pt x="41650" y="352656"/>
                    </a:lnTo>
                    <a:cubicBezTo>
                      <a:pt x="27351" y="352639"/>
                      <a:pt x="15764" y="341050"/>
                      <a:pt x="15750" y="326751"/>
                    </a:cubicBezTo>
                    <a:close/>
                    <a:moveTo>
                      <a:pt x="231022" y="134618"/>
                    </a:moveTo>
                    <a:lnTo>
                      <a:pt x="294632" y="81205"/>
                    </a:lnTo>
                    <a:cubicBezTo>
                      <a:pt x="296935" y="79273"/>
                      <a:pt x="300136" y="78819"/>
                      <a:pt x="302884" y="80035"/>
                    </a:cubicBezTo>
                    <a:lnTo>
                      <a:pt x="361955" y="106189"/>
                    </a:lnTo>
                    <a:lnTo>
                      <a:pt x="407556" y="67208"/>
                    </a:lnTo>
                    <a:lnTo>
                      <a:pt x="397880" y="66350"/>
                    </a:lnTo>
                    <a:cubicBezTo>
                      <a:pt x="393548" y="65966"/>
                      <a:pt x="390348" y="62141"/>
                      <a:pt x="390732" y="57809"/>
                    </a:cubicBezTo>
                    <a:cubicBezTo>
                      <a:pt x="391116" y="53477"/>
                      <a:pt x="394940" y="50277"/>
                      <a:pt x="399272" y="50661"/>
                    </a:cubicBezTo>
                    <a:lnTo>
                      <a:pt x="427613" y="53171"/>
                    </a:lnTo>
                    <a:cubicBezTo>
                      <a:pt x="431945" y="53555"/>
                      <a:pt x="435145" y="57378"/>
                      <a:pt x="434761" y="61710"/>
                    </a:cubicBezTo>
                    <a:lnTo>
                      <a:pt x="432247" y="90046"/>
                    </a:lnTo>
                    <a:cubicBezTo>
                      <a:pt x="431888" y="94107"/>
                      <a:pt x="428488" y="97222"/>
                      <a:pt x="424411" y="97227"/>
                    </a:cubicBezTo>
                    <a:cubicBezTo>
                      <a:pt x="424178" y="97227"/>
                      <a:pt x="423944" y="97216"/>
                      <a:pt x="423707" y="97195"/>
                    </a:cubicBezTo>
                    <a:cubicBezTo>
                      <a:pt x="419374" y="96811"/>
                      <a:pt x="416174" y="92988"/>
                      <a:pt x="416558" y="88656"/>
                    </a:cubicBezTo>
                    <a:cubicBezTo>
                      <a:pt x="416558" y="88655"/>
                      <a:pt x="416558" y="88655"/>
                      <a:pt x="416558" y="88655"/>
                    </a:cubicBezTo>
                    <a:lnTo>
                      <a:pt x="417367" y="79540"/>
                    </a:lnTo>
                    <a:lnTo>
                      <a:pt x="368424" y="121384"/>
                    </a:lnTo>
                    <a:cubicBezTo>
                      <a:pt x="366120" y="123354"/>
                      <a:pt x="362890" y="123826"/>
                      <a:pt x="360119" y="122599"/>
                    </a:cubicBezTo>
                    <a:lnTo>
                      <a:pt x="301000" y="96425"/>
                    </a:lnTo>
                    <a:lnTo>
                      <a:pt x="241150" y="146679"/>
                    </a:lnTo>
                    <a:cubicBezTo>
                      <a:pt x="237823" y="149481"/>
                      <a:pt x="232855" y="149055"/>
                      <a:pt x="230054" y="145728"/>
                    </a:cubicBezTo>
                    <a:cubicBezTo>
                      <a:pt x="227253" y="142401"/>
                      <a:pt x="227679" y="137433"/>
                      <a:pt x="231005" y="134632"/>
                    </a:cubicBezTo>
                    <a:cubicBezTo>
                      <a:pt x="231011" y="134627"/>
                      <a:pt x="231016" y="134623"/>
                      <a:pt x="231022" y="134618"/>
                    </a:cubicBezTo>
                    <a:close/>
                    <a:moveTo>
                      <a:pt x="442543" y="254768"/>
                    </a:moveTo>
                    <a:cubicBezTo>
                      <a:pt x="442543" y="259116"/>
                      <a:pt x="439016" y="262643"/>
                      <a:pt x="434668" y="262643"/>
                    </a:cubicBezTo>
                    <a:lnTo>
                      <a:pt x="224733" y="262643"/>
                    </a:lnTo>
                    <a:cubicBezTo>
                      <a:pt x="220384" y="262643"/>
                      <a:pt x="216858" y="259116"/>
                      <a:pt x="216858" y="254768"/>
                    </a:cubicBezTo>
                    <a:cubicBezTo>
                      <a:pt x="216858" y="250419"/>
                      <a:pt x="220384" y="246893"/>
                      <a:pt x="224733" y="246893"/>
                    </a:cubicBezTo>
                    <a:lnTo>
                      <a:pt x="247015" y="246893"/>
                    </a:lnTo>
                    <a:lnTo>
                      <a:pt x="247015" y="181116"/>
                    </a:lnTo>
                    <a:cubicBezTo>
                      <a:pt x="247015" y="176767"/>
                      <a:pt x="250541" y="173241"/>
                      <a:pt x="254890" y="173241"/>
                    </a:cubicBezTo>
                    <a:cubicBezTo>
                      <a:pt x="259239" y="173241"/>
                      <a:pt x="262765" y="176767"/>
                      <a:pt x="262765" y="181116"/>
                    </a:cubicBezTo>
                    <a:lnTo>
                      <a:pt x="262765" y="246893"/>
                    </a:lnTo>
                    <a:lnTo>
                      <a:pt x="298057" y="246893"/>
                    </a:lnTo>
                    <a:lnTo>
                      <a:pt x="298057" y="137049"/>
                    </a:lnTo>
                    <a:cubicBezTo>
                      <a:pt x="298057" y="132700"/>
                      <a:pt x="301583" y="129174"/>
                      <a:pt x="305932" y="129174"/>
                    </a:cubicBezTo>
                    <a:cubicBezTo>
                      <a:pt x="310281" y="129174"/>
                      <a:pt x="313807" y="132700"/>
                      <a:pt x="313807" y="137049"/>
                    </a:cubicBezTo>
                    <a:lnTo>
                      <a:pt x="313807" y="246893"/>
                    </a:lnTo>
                    <a:lnTo>
                      <a:pt x="349100" y="246893"/>
                    </a:lnTo>
                    <a:lnTo>
                      <a:pt x="349100" y="160281"/>
                    </a:lnTo>
                    <a:cubicBezTo>
                      <a:pt x="349100" y="155932"/>
                      <a:pt x="352626" y="152406"/>
                      <a:pt x="356975" y="152406"/>
                    </a:cubicBezTo>
                    <a:cubicBezTo>
                      <a:pt x="361324" y="152406"/>
                      <a:pt x="364850" y="155932"/>
                      <a:pt x="364850" y="160281"/>
                    </a:cubicBezTo>
                    <a:lnTo>
                      <a:pt x="364850" y="246891"/>
                    </a:lnTo>
                    <a:lnTo>
                      <a:pt x="400142" y="246891"/>
                    </a:lnTo>
                    <a:lnTo>
                      <a:pt x="400142" y="115412"/>
                    </a:lnTo>
                    <a:cubicBezTo>
                      <a:pt x="400142" y="111063"/>
                      <a:pt x="403668" y="107537"/>
                      <a:pt x="408017" y="107537"/>
                    </a:cubicBezTo>
                    <a:cubicBezTo>
                      <a:pt x="412366" y="107537"/>
                      <a:pt x="415892" y="111063"/>
                      <a:pt x="415892" y="115412"/>
                    </a:cubicBezTo>
                    <a:lnTo>
                      <a:pt x="415892" y="246893"/>
                    </a:lnTo>
                    <a:lnTo>
                      <a:pt x="434672" y="246893"/>
                    </a:lnTo>
                    <a:cubicBezTo>
                      <a:pt x="439019" y="246895"/>
                      <a:pt x="442543" y="250421"/>
                      <a:pt x="442543" y="254768"/>
                    </a:cubicBezTo>
                    <a:close/>
                    <a:moveTo>
                      <a:pt x="97574" y="130633"/>
                    </a:moveTo>
                    <a:cubicBezTo>
                      <a:pt x="121584" y="130633"/>
                      <a:pt x="141048" y="111169"/>
                      <a:pt x="141048" y="87159"/>
                    </a:cubicBezTo>
                    <a:cubicBezTo>
                      <a:pt x="141048" y="63149"/>
                      <a:pt x="121584" y="43685"/>
                      <a:pt x="97574" y="43685"/>
                    </a:cubicBezTo>
                    <a:cubicBezTo>
                      <a:pt x="73564" y="43685"/>
                      <a:pt x="54100" y="63149"/>
                      <a:pt x="54100" y="87159"/>
                    </a:cubicBezTo>
                    <a:cubicBezTo>
                      <a:pt x="54127" y="111158"/>
                      <a:pt x="73575" y="130606"/>
                      <a:pt x="97574" y="130633"/>
                    </a:cubicBezTo>
                    <a:close/>
                    <a:moveTo>
                      <a:pt x="97574" y="114883"/>
                    </a:moveTo>
                    <a:cubicBezTo>
                      <a:pt x="92285" y="114887"/>
                      <a:pt x="87106" y="113369"/>
                      <a:pt x="82656" y="110509"/>
                    </a:cubicBezTo>
                    <a:lnTo>
                      <a:pt x="100512" y="95034"/>
                    </a:lnTo>
                    <a:lnTo>
                      <a:pt x="124152" y="95034"/>
                    </a:lnTo>
                    <a:cubicBezTo>
                      <a:pt x="120653" y="106797"/>
                      <a:pt x="109846" y="114866"/>
                      <a:pt x="97574" y="114883"/>
                    </a:cubicBezTo>
                    <a:close/>
                    <a:moveTo>
                      <a:pt x="124152" y="79284"/>
                    </a:moveTo>
                    <a:lnTo>
                      <a:pt x="105449" y="79284"/>
                    </a:lnTo>
                    <a:lnTo>
                      <a:pt x="105449" y="60581"/>
                    </a:lnTo>
                    <a:cubicBezTo>
                      <a:pt x="114437" y="63266"/>
                      <a:pt x="121468" y="70297"/>
                      <a:pt x="124152" y="79284"/>
                    </a:cubicBezTo>
                    <a:close/>
                    <a:moveTo>
                      <a:pt x="89699" y="60581"/>
                    </a:moveTo>
                    <a:lnTo>
                      <a:pt x="89699" y="83563"/>
                    </a:lnTo>
                    <a:lnTo>
                      <a:pt x="72336" y="98612"/>
                    </a:lnTo>
                    <a:cubicBezTo>
                      <a:pt x="66003" y="84688"/>
                      <a:pt x="72156" y="68265"/>
                      <a:pt x="86081" y="61932"/>
                    </a:cubicBezTo>
                    <a:cubicBezTo>
                      <a:pt x="87254" y="61398"/>
                      <a:pt x="88463" y="60947"/>
                      <a:pt x="89699" y="60582"/>
                    </a:cubicBezTo>
                    <a:close/>
                    <a:moveTo>
                      <a:pt x="144354" y="72081"/>
                    </a:moveTo>
                    <a:cubicBezTo>
                      <a:pt x="144354" y="67732"/>
                      <a:pt x="147880" y="64206"/>
                      <a:pt x="152229" y="64206"/>
                    </a:cubicBezTo>
                    <a:lnTo>
                      <a:pt x="223997" y="64206"/>
                    </a:lnTo>
                    <a:cubicBezTo>
                      <a:pt x="228345" y="64206"/>
                      <a:pt x="231872" y="67732"/>
                      <a:pt x="231872" y="72081"/>
                    </a:cubicBezTo>
                    <a:cubicBezTo>
                      <a:pt x="231872" y="76430"/>
                      <a:pt x="228345" y="79956"/>
                      <a:pt x="223997" y="79956"/>
                    </a:cubicBezTo>
                    <a:lnTo>
                      <a:pt x="152229" y="79956"/>
                    </a:lnTo>
                    <a:cubicBezTo>
                      <a:pt x="147880" y="79956"/>
                      <a:pt x="144354" y="76430"/>
                      <a:pt x="144354" y="72081"/>
                    </a:cubicBezTo>
                    <a:close/>
                    <a:moveTo>
                      <a:pt x="144354" y="102247"/>
                    </a:moveTo>
                    <a:cubicBezTo>
                      <a:pt x="144354" y="97898"/>
                      <a:pt x="147880" y="94372"/>
                      <a:pt x="152229" y="94372"/>
                    </a:cubicBezTo>
                    <a:lnTo>
                      <a:pt x="223997" y="94372"/>
                    </a:lnTo>
                    <a:cubicBezTo>
                      <a:pt x="228345" y="94372"/>
                      <a:pt x="231872" y="97898"/>
                      <a:pt x="231872" y="102247"/>
                    </a:cubicBezTo>
                    <a:cubicBezTo>
                      <a:pt x="231872" y="106596"/>
                      <a:pt x="228345" y="110122"/>
                      <a:pt x="223997" y="110122"/>
                    </a:cubicBezTo>
                    <a:lnTo>
                      <a:pt x="152229" y="110122"/>
                    </a:lnTo>
                    <a:cubicBezTo>
                      <a:pt x="147880" y="110122"/>
                      <a:pt x="144354" y="106596"/>
                      <a:pt x="144354" y="102247"/>
                    </a:cubicBezTo>
                    <a:cubicBezTo>
                      <a:pt x="144354" y="102246"/>
                      <a:pt x="144354" y="102244"/>
                      <a:pt x="144354" y="102243"/>
                    </a:cubicBezTo>
                    <a:close/>
                    <a:moveTo>
                      <a:pt x="189591" y="204309"/>
                    </a:moveTo>
                    <a:lnTo>
                      <a:pt x="180148" y="201257"/>
                    </a:lnTo>
                    <a:cubicBezTo>
                      <a:pt x="179932" y="200495"/>
                      <a:pt x="179699" y="199738"/>
                      <a:pt x="179447" y="198986"/>
                    </a:cubicBezTo>
                    <a:lnTo>
                      <a:pt x="185535" y="191147"/>
                    </a:lnTo>
                    <a:cubicBezTo>
                      <a:pt x="187799" y="188232"/>
                      <a:pt x="187735" y="184137"/>
                      <a:pt x="185381" y="181294"/>
                    </a:cubicBezTo>
                    <a:lnTo>
                      <a:pt x="173995" y="167542"/>
                    </a:lnTo>
                    <a:cubicBezTo>
                      <a:pt x="171643" y="164701"/>
                      <a:pt x="167633" y="163875"/>
                      <a:pt x="164348" y="165553"/>
                    </a:cubicBezTo>
                    <a:lnTo>
                      <a:pt x="155511" y="170072"/>
                    </a:lnTo>
                    <a:cubicBezTo>
                      <a:pt x="154819" y="169684"/>
                      <a:pt x="154119" y="169313"/>
                      <a:pt x="153410" y="168959"/>
                    </a:cubicBezTo>
                    <a:lnTo>
                      <a:pt x="152173" y="159115"/>
                    </a:lnTo>
                    <a:cubicBezTo>
                      <a:pt x="151713" y="155453"/>
                      <a:pt x="148772" y="152601"/>
                      <a:pt x="145097" y="152256"/>
                    </a:cubicBezTo>
                    <a:lnTo>
                      <a:pt x="127321" y="150582"/>
                    </a:lnTo>
                    <a:cubicBezTo>
                      <a:pt x="123648" y="150237"/>
                      <a:pt x="120228" y="152487"/>
                      <a:pt x="119091" y="155997"/>
                    </a:cubicBezTo>
                    <a:lnTo>
                      <a:pt x="116039" y="165439"/>
                    </a:lnTo>
                    <a:cubicBezTo>
                      <a:pt x="115277" y="165655"/>
                      <a:pt x="114520" y="165889"/>
                      <a:pt x="113768" y="166140"/>
                    </a:cubicBezTo>
                    <a:lnTo>
                      <a:pt x="105929" y="160052"/>
                    </a:lnTo>
                    <a:cubicBezTo>
                      <a:pt x="103014" y="157788"/>
                      <a:pt x="98919" y="157852"/>
                      <a:pt x="96076" y="160206"/>
                    </a:cubicBezTo>
                    <a:lnTo>
                      <a:pt x="82317" y="171592"/>
                    </a:lnTo>
                    <a:cubicBezTo>
                      <a:pt x="79471" y="173946"/>
                      <a:pt x="78643" y="177960"/>
                      <a:pt x="80325" y="181248"/>
                    </a:cubicBezTo>
                    <a:lnTo>
                      <a:pt x="84843" y="190085"/>
                    </a:lnTo>
                    <a:cubicBezTo>
                      <a:pt x="84456" y="190777"/>
                      <a:pt x="84085" y="191477"/>
                      <a:pt x="83730" y="192186"/>
                    </a:cubicBezTo>
                    <a:lnTo>
                      <a:pt x="73886" y="193423"/>
                    </a:lnTo>
                    <a:cubicBezTo>
                      <a:pt x="70224" y="193883"/>
                      <a:pt x="67373" y="196824"/>
                      <a:pt x="67027" y="200499"/>
                    </a:cubicBezTo>
                    <a:lnTo>
                      <a:pt x="65354" y="218275"/>
                    </a:lnTo>
                    <a:cubicBezTo>
                      <a:pt x="65008" y="221948"/>
                      <a:pt x="67258" y="225368"/>
                      <a:pt x="70768" y="226505"/>
                    </a:cubicBezTo>
                    <a:lnTo>
                      <a:pt x="80211" y="229557"/>
                    </a:lnTo>
                    <a:cubicBezTo>
                      <a:pt x="80427" y="230319"/>
                      <a:pt x="80661" y="231076"/>
                      <a:pt x="80913" y="231828"/>
                    </a:cubicBezTo>
                    <a:lnTo>
                      <a:pt x="74824" y="239667"/>
                    </a:lnTo>
                    <a:cubicBezTo>
                      <a:pt x="72560" y="242582"/>
                      <a:pt x="72623" y="246678"/>
                      <a:pt x="74977" y="249521"/>
                    </a:cubicBezTo>
                    <a:lnTo>
                      <a:pt x="86364" y="263273"/>
                    </a:lnTo>
                    <a:cubicBezTo>
                      <a:pt x="88717" y="266113"/>
                      <a:pt x="92726" y="266939"/>
                      <a:pt x="96011" y="265262"/>
                    </a:cubicBezTo>
                    <a:lnTo>
                      <a:pt x="104849" y="260743"/>
                    </a:lnTo>
                    <a:cubicBezTo>
                      <a:pt x="105541" y="261130"/>
                      <a:pt x="106242" y="261501"/>
                      <a:pt x="106949" y="261856"/>
                    </a:cubicBezTo>
                    <a:lnTo>
                      <a:pt x="108187" y="271700"/>
                    </a:lnTo>
                    <a:cubicBezTo>
                      <a:pt x="108647" y="275362"/>
                      <a:pt x="111589" y="278212"/>
                      <a:pt x="115262" y="278558"/>
                    </a:cubicBezTo>
                    <a:lnTo>
                      <a:pt x="133038" y="280231"/>
                    </a:lnTo>
                    <a:cubicBezTo>
                      <a:pt x="133287" y="280255"/>
                      <a:pt x="133530" y="280266"/>
                      <a:pt x="133781" y="280266"/>
                    </a:cubicBezTo>
                    <a:cubicBezTo>
                      <a:pt x="137195" y="280263"/>
                      <a:pt x="140218" y="278062"/>
                      <a:pt x="141269" y="274813"/>
                    </a:cubicBezTo>
                    <a:lnTo>
                      <a:pt x="144320" y="265371"/>
                    </a:lnTo>
                    <a:cubicBezTo>
                      <a:pt x="145082" y="265155"/>
                      <a:pt x="145839" y="264920"/>
                      <a:pt x="146591" y="264669"/>
                    </a:cubicBezTo>
                    <a:lnTo>
                      <a:pt x="154431" y="270759"/>
                    </a:lnTo>
                    <a:cubicBezTo>
                      <a:pt x="157345" y="273022"/>
                      <a:pt x="161441" y="272958"/>
                      <a:pt x="164283" y="270604"/>
                    </a:cubicBezTo>
                    <a:lnTo>
                      <a:pt x="178036" y="259219"/>
                    </a:lnTo>
                    <a:cubicBezTo>
                      <a:pt x="180887" y="256869"/>
                      <a:pt x="181721" y="252854"/>
                      <a:pt x="180042" y="249563"/>
                    </a:cubicBezTo>
                    <a:lnTo>
                      <a:pt x="175523" y="240725"/>
                    </a:lnTo>
                    <a:cubicBezTo>
                      <a:pt x="175910" y="240033"/>
                      <a:pt x="176281" y="239334"/>
                      <a:pt x="176636" y="238626"/>
                    </a:cubicBezTo>
                    <a:lnTo>
                      <a:pt x="186480" y="237387"/>
                    </a:lnTo>
                    <a:cubicBezTo>
                      <a:pt x="190141" y="236928"/>
                      <a:pt x="192992" y="233986"/>
                      <a:pt x="193338" y="230313"/>
                    </a:cubicBezTo>
                    <a:lnTo>
                      <a:pt x="195012" y="212536"/>
                    </a:lnTo>
                    <a:cubicBezTo>
                      <a:pt x="195355" y="208862"/>
                      <a:pt x="193102" y="205443"/>
                      <a:pt x="189591" y="204309"/>
                    </a:cubicBezTo>
                    <a:close/>
                    <a:moveTo>
                      <a:pt x="178247" y="222551"/>
                    </a:moveTo>
                    <a:lnTo>
                      <a:pt x="170263" y="223555"/>
                    </a:lnTo>
                    <a:cubicBezTo>
                      <a:pt x="167393" y="223915"/>
                      <a:pt x="164951" y="225821"/>
                      <a:pt x="163903" y="228518"/>
                    </a:cubicBezTo>
                    <a:cubicBezTo>
                      <a:pt x="162892" y="231119"/>
                      <a:pt x="161581" y="233594"/>
                      <a:pt x="159997" y="235891"/>
                    </a:cubicBezTo>
                    <a:cubicBezTo>
                      <a:pt x="158355" y="238274"/>
                      <a:pt x="158153" y="241365"/>
                      <a:pt x="159469" y="243942"/>
                    </a:cubicBezTo>
                    <a:lnTo>
                      <a:pt x="163136" y="251114"/>
                    </a:lnTo>
                    <a:lnTo>
                      <a:pt x="159113" y="254445"/>
                    </a:lnTo>
                    <a:lnTo>
                      <a:pt x="152752" y="249504"/>
                    </a:lnTo>
                    <a:cubicBezTo>
                      <a:pt x="150467" y="247729"/>
                      <a:pt x="147390" y="247351"/>
                      <a:pt x="144743" y="248520"/>
                    </a:cubicBezTo>
                    <a:cubicBezTo>
                      <a:pt x="142189" y="249647"/>
                      <a:pt x="139514" y="250473"/>
                      <a:pt x="136769" y="250981"/>
                    </a:cubicBezTo>
                    <a:cubicBezTo>
                      <a:pt x="133924" y="251506"/>
                      <a:pt x="131596" y="253549"/>
                      <a:pt x="130706" y="256302"/>
                    </a:cubicBezTo>
                    <a:lnTo>
                      <a:pt x="128231" y="263958"/>
                    </a:lnTo>
                    <a:lnTo>
                      <a:pt x="123031" y="263465"/>
                    </a:lnTo>
                    <a:lnTo>
                      <a:pt x="122028" y="255482"/>
                    </a:lnTo>
                    <a:cubicBezTo>
                      <a:pt x="121667" y="252612"/>
                      <a:pt x="119761" y="250170"/>
                      <a:pt x="117064" y="249123"/>
                    </a:cubicBezTo>
                    <a:cubicBezTo>
                      <a:pt x="114463" y="248111"/>
                      <a:pt x="111989" y="246801"/>
                      <a:pt x="109692" y="245217"/>
                    </a:cubicBezTo>
                    <a:cubicBezTo>
                      <a:pt x="107309" y="243575"/>
                      <a:pt x="104217" y="243373"/>
                      <a:pt x="101640" y="244691"/>
                    </a:cubicBezTo>
                    <a:lnTo>
                      <a:pt x="94469" y="248357"/>
                    </a:lnTo>
                    <a:lnTo>
                      <a:pt x="91137" y="244335"/>
                    </a:lnTo>
                    <a:lnTo>
                      <a:pt x="96078" y="237974"/>
                    </a:lnTo>
                    <a:cubicBezTo>
                      <a:pt x="97853" y="235688"/>
                      <a:pt x="98231" y="232612"/>
                      <a:pt x="97062" y="229964"/>
                    </a:cubicBezTo>
                    <a:cubicBezTo>
                      <a:pt x="95935" y="227411"/>
                      <a:pt x="95109" y="224735"/>
                      <a:pt x="94601" y="221991"/>
                    </a:cubicBezTo>
                    <a:cubicBezTo>
                      <a:pt x="94076" y="219146"/>
                      <a:pt x="92033" y="216819"/>
                      <a:pt x="89281" y="215929"/>
                    </a:cubicBezTo>
                    <a:lnTo>
                      <a:pt x="81624" y="213453"/>
                    </a:lnTo>
                    <a:lnTo>
                      <a:pt x="82117" y="208254"/>
                    </a:lnTo>
                    <a:lnTo>
                      <a:pt x="90101" y="207250"/>
                    </a:lnTo>
                    <a:cubicBezTo>
                      <a:pt x="92971" y="206889"/>
                      <a:pt x="95413" y="204983"/>
                      <a:pt x="96460" y="202286"/>
                    </a:cubicBezTo>
                    <a:cubicBezTo>
                      <a:pt x="97471" y="199685"/>
                      <a:pt x="98781" y="197212"/>
                      <a:pt x="100365" y="194915"/>
                    </a:cubicBezTo>
                    <a:cubicBezTo>
                      <a:pt x="102007" y="192532"/>
                      <a:pt x="102209" y="189440"/>
                      <a:pt x="100892" y="186863"/>
                    </a:cubicBezTo>
                    <a:lnTo>
                      <a:pt x="97225" y="179691"/>
                    </a:lnTo>
                    <a:lnTo>
                      <a:pt x="101248" y="176361"/>
                    </a:lnTo>
                    <a:lnTo>
                      <a:pt x="107609" y="181301"/>
                    </a:lnTo>
                    <a:cubicBezTo>
                      <a:pt x="109895" y="183076"/>
                      <a:pt x="112970" y="183454"/>
                      <a:pt x="115618" y="182285"/>
                    </a:cubicBezTo>
                    <a:cubicBezTo>
                      <a:pt x="118171" y="181158"/>
                      <a:pt x="120847" y="180332"/>
                      <a:pt x="123591" y="179824"/>
                    </a:cubicBezTo>
                    <a:cubicBezTo>
                      <a:pt x="126435" y="179299"/>
                      <a:pt x="128762" y="177256"/>
                      <a:pt x="129652" y="174504"/>
                    </a:cubicBezTo>
                    <a:lnTo>
                      <a:pt x="132129" y="166847"/>
                    </a:lnTo>
                    <a:lnTo>
                      <a:pt x="137328" y="167339"/>
                    </a:lnTo>
                    <a:lnTo>
                      <a:pt x="138331" y="175323"/>
                    </a:lnTo>
                    <a:cubicBezTo>
                      <a:pt x="138692" y="178194"/>
                      <a:pt x="140598" y="180635"/>
                      <a:pt x="143295" y="181683"/>
                    </a:cubicBezTo>
                    <a:cubicBezTo>
                      <a:pt x="145896" y="182694"/>
                      <a:pt x="148370" y="184005"/>
                      <a:pt x="150667" y="185589"/>
                    </a:cubicBezTo>
                    <a:cubicBezTo>
                      <a:pt x="153051" y="187231"/>
                      <a:pt x="156143" y="187432"/>
                      <a:pt x="158720" y="186114"/>
                    </a:cubicBezTo>
                    <a:lnTo>
                      <a:pt x="165891" y="182448"/>
                    </a:lnTo>
                    <a:lnTo>
                      <a:pt x="169221" y="186471"/>
                    </a:lnTo>
                    <a:lnTo>
                      <a:pt x="164281" y="192832"/>
                    </a:lnTo>
                    <a:cubicBezTo>
                      <a:pt x="162507" y="195117"/>
                      <a:pt x="162129" y="198193"/>
                      <a:pt x="163297" y="200841"/>
                    </a:cubicBezTo>
                    <a:cubicBezTo>
                      <a:pt x="164423" y="203394"/>
                      <a:pt x="165249" y="206070"/>
                      <a:pt x="165758" y="208814"/>
                    </a:cubicBezTo>
                    <a:cubicBezTo>
                      <a:pt x="166284" y="211659"/>
                      <a:pt x="168326" y="213986"/>
                      <a:pt x="171078" y="214876"/>
                    </a:cubicBezTo>
                    <a:lnTo>
                      <a:pt x="178735" y="217352"/>
                    </a:lnTo>
                    <a:close/>
                    <a:moveTo>
                      <a:pt x="132852" y="187040"/>
                    </a:moveTo>
                    <a:cubicBezTo>
                      <a:pt x="117182" y="185617"/>
                      <a:pt x="103325" y="197168"/>
                      <a:pt x="101903" y="212838"/>
                    </a:cubicBezTo>
                    <a:cubicBezTo>
                      <a:pt x="100487" y="228436"/>
                      <a:pt x="111925" y="242251"/>
                      <a:pt x="127513" y="243770"/>
                    </a:cubicBezTo>
                    <a:cubicBezTo>
                      <a:pt x="128418" y="243855"/>
                      <a:pt x="129314" y="243897"/>
                      <a:pt x="130204" y="243896"/>
                    </a:cubicBezTo>
                    <a:cubicBezTo>
                      <a:pt x="145940" y="243886"/>
                      <a:pt x="158687" y="231122"/>
                      <a:pt x="158677" y="215388"/>
                    </a:cubicBezTo>
                    <a:cubicBezTo>
                      <a:pt x="158667" y="200692"/>
                      <a:pt x="147483" y="188415"/>
                      <a:pt x="132852" y="187040"/>
                    </a:cubicBezTo>
                    <a:close/>
                    <a:moveTo>
                      <a:pt x="142866" y="216598"/>
                    </a:moveTo>
                    <a:cubicBezTo>
                      <a:pt x="142207" y="223603"/>
                      <a:pt x="135992" y="228747"/>
                      <a:pt x="128988" y="228087"/>
                    </a:cubicBezTo>
                    <a:cubicBezTo>
                      <a:pt x="121983" y="227427"/>
                      <a:pt x="116839" y="221213"/>
                      <a:pt x="117499" y="214208"/>
                    </a:cubicBezTo>
                    <a:cubicBezTo>
                      <a:pt x="118115" y="207668"/>
                      <a:pt x="123604" y="202669"/>
                      <a:pt x="130174" y="202664"/>
                    </a:cubicBezTo>
                    <a:cubicBezTo>
                      <a:pt x="130571" y="202664"/>
                      <a:pt x="130972" y="202682"/>
                      <a:pt x="131377" y="202720"/>
                    </a:cubicBezTo>
                    <a:cubicBezTo>
                      <a:pt x="138381" y="203379"/>
                      <a:pt x="143526" y="209593"/>
                      <a:pt x="142866" y="216597"/>
                    </a:cubicBezTo>
                    <a:cubicBezTo>
                      <a:pt x="142866" y="216598"/>
                      <a:pt x="142866" y="216598"/>
                      <a:pt x="142866" y="216599"/>
                    </a:cubicBezTo>
                    <a:close/>
                  </a:path>
                </a:pathLst>
              </a:custGeom>
              <a:solidFill>
                <a:srgbClr val="F8F8F8"/>
              </a:solidFill>
              <a:ln w="10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09D2685-42B2-235B-EF84-F03E616CA96A}"/>
              </a:ext>
            </a:extLst>
          </p:cNvPr>
          <p:cNvSpPr txBox="1"/>
          <p:nvPr/>
        </p:nvSpPr>
        <p:spPr>
          <a:xfrm>
            <a:off x="3198318" y="2106542"/>
            <a:ext cx="2389681" cy="159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34+ Million</a:t>
            </a:r>
            <a:br>
              <a:rPr lang="en-US" dirty="0"/>
            </a:br>
            <a:r>
              <a:rPr lang="en-US" dirty="0"/>
              <a:t>guests served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11More + million </a:t>
            </a:r>
            <a:r>
              <a:rPr lang="en-US" dirty="0"/>
              <a:t>crew</a:t>
            </a:r>
            <a:br>
              <a:rPr lang="en-US" dirty="0"/>
            </a:br>
            <a:r>
              <a:rPr lang="en-US" dirty="0"/>
              <a:t>members handled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Countless itineraries successfully delivered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91F008A-ABB6-6A45-2C15-EA48CC337CA6}"/>
              </a:ext>
            </a:extLst>
          </p:cNvPr>
          <p:cNvGrpSpPr/>
          <p:nvPr/>
        </p:nvGrpSpPr>
        <p:grpSpPr>
          <a:xfrm>
            <a:off x="3279582" y="1256949"/>
            <a:ext cx="2311694" cy="646331"/>
            <a:chOff x="3486730" y="1311272"/>
            <a:chExt cx="2311694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251AAB-C9AF-AD7B-9053-3781AD25A816}"/>
                </a:ext>
              </a:extLst>
            </p:cNvPr>
            <p:cNvSpPr txBox="1"/>
            <p:nvPr/>
          </p:nvSpPr>
          <p:spPr>
            <a:xfrm>
              <a:off x="4204986" y="1311272"/>
              <a:ext cx="15934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CY 2024 Key Highlights</a:t>
              </a:r>
            </a:p>
          </p:txBody>
        </p:sp>
        <p:grpSp>
          <p:nvGrpSpPr>
            <p:cNvPr id="5" name="easyIcon">
              <a:extLst>
                <a:ext uri="{FF2B5EF4-FFF2-40B4-BE49-F238E27FC236}">
                  <a16:creationId xmlns:a16="http://schemas.microsoft.com/office/drawing/2014/main" id="{3207C01C-25C2-82FB-EE56-498AE927C961}"/>
                </a:ext>
              </a:extLst>
            </p:cNvPr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>
            <a:xfrm>
              <a:off x="3486730" y="1327616"/>
              <a:ext cx="684880" cy="617581"/>
              <a:chOff x="9073793" y="2066080"/>
              <a:chExt cx="791862" cy="714050"/>
            </a:xfrm>
          </p:grpSpPr>
          <p:sp>
            <p:nvSpPr>
              <p:cNvPr id="33" name="Background">
                <a:extLst>
                  <a:ext uri="{FF2B5EF4-FFF2-40B4-BE49-F238E27FC236}">
                    <a16:creationId xmlns:a16="http://schemas.microsoft.com/office/drawing/2014/main" id="{CD381960-5D08-CA13-C5A9-159D019C0A36}"/>
                  </a:ext>
                </a:extLst>
              </p:cNvPr>
              <p:cNvSpPr/>
              <p:nvPr/>
            </p:nvSpPr>
            <p:spPr>
              <a:xfrm>
                <a:off x="9151604" y="2066080"/>
                <a:ext cx="714051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34" name="Group 1159">
                <a:extLst>
                  <a:ext uri="{FF2B5EF4-FFF2-40B4-BE49-F238E27FC236}">
                    <a16:creationId xmlns:a16="http://schemas.microsoft.com/office/drawing/2014/main" id="{D006D7D8-4BD7-5325-0349-9A03756065EB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9073793" y="2153791"/>
                <a:ext cx="614598" cy="538631"/>
                <a:chOff x="8958338" y="1204913"/>
                <a:chExt cx="757163" cy="663575"/>
              </a:xfrm>
              <a:solidFill>
                <a:schemeClr val="accent2"/>
              </a:solidFill>
            </p:grpSpPr>
            <p:sp>
              <p:nvSpPr>
                <p:cNvPr id="35" name="CLR 0">
                  <a:extLst>
                    <a:ext uri="{FF2B5EF4-FFF2-40B4-BE49-F238E27FC236}">
                      <a16:creationId xmlns:a16="http://schemas.microsoft.com/office/drawing/2014/main" id="{39F03F2E-352E-36D0-5D2F-A9B16007431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958338" y="1347788"/>
                  <a:ext cx="709613" cy="520700"/>
                </a:xfrm>
                <a:custGeom>
                  <a:avLst/>
                  <a:gdLst>
                    <a:gd name="T0" fmla="*/ 757 w 770"/>
                    <a:gd name="T1" fmla="*/ 564 h 564"/>
                    <a:gd name="T2" fmla="*/ 13 w 770"/>
                    <a:gd name="T3" fmla="*/ 564 h 564"/>
                    <a:gd name="T4" fmla="*/ 3 w 770"/>
                    <a:gd name="T5" fmla="*/ 558 h 564"/>
                    <a:gd name="T6" fmla="*/ 3 w 770"/>
                    <a:gd name="T7" fmla="*/ 546 h 564"/>
                    <a:gd name="T8" fmla="*/ 315 w 770"/>
                    <a:gd name="T9" fmla="*/ 6 h 564"/>
                    <a:gd name="T10" fmla="*/ 325 w 770"/>
                    <a:gd name="T11" fmla="*/ 0 h 564"/>
                    <a:gd name="T12" fmla="*/ 325 w 770"/>
                    <a:gd name="T13" fmla="*/ 0 h 564"/>
                    <a:gd name="T14" fmla="*/ 335 w 770"/>
                    <a:gd name="T15" fmla="*/ 6 h 564"/>
                    <a:gd name="T16" fmla="*/ 467 w 770"/>
                    <a:gd name="T17" fmla="*/ 234 h 564"/>
                    <a:gd name="T18" fmla="*/ 447 w 770"/>
                    <a:gd name="T19" fmla="*/ 246 h 564"/>
                    <a:gd name="T20" fmla="*/ 325 w 770"/>
                    <a:gd name="T21" fmla="*/ 36 h 564"/>
                    <a:gd name="T22" fmla="*/ 34 w 770"/>
                    <a:gd name="T23" fmla="*/ 540 h 564"/>
                    <a:gd name="T24" fmla="*/ 737 w 770"/>
                    <a:gd name="T25" fmla="*/ 540 h 564"/>
                    <a:gd name="T26" fmla="*/ 553 w 770"/>
                    <a:gd name="T27" fmla="*/ 182 h 564"/>
                    <a:gd name="T28" fmla="*/ 396 w 770"/>
                    <a:gd name="T29" fmla="*/ 485 h 564"/>
                    <a:gd name="T30" fmla="*/ 374 w 770"/>
                    <a:gd name="T31" fmla="*/ 474 h 564"/>
                    <a:gd name="T32" fmla="*/ 542 w 770"/>
                    <a:gd name="T33" fmla="*/ 150 h 564"/>
                    <a:gd name="T34" fmla="*/ 553 w 770"/>
                    <a:gd name="T35" fmla="*/ 144 h 564"/>
                    <a:gd name="T36" fmla="*/ 553 w 770"/>
                    <a:gd name="T37" fmla="*/ 144 h 564"/>
                    <a:gd name="T38" fmla="*/ 564 w 770"/>
                    <a:gd name="T39" fmla="*/ 150 h 564"/>
                    <a:gd name="T40" fmla="*/ 768 w 770"/>
                    <a:gd name="T41" fmla="*/ 546 h 564"/>
                    <a:gd name="T42" fmla="*/ 767 w 770"/>
                    <a:gd name="T43" fmla="*/ 558 h 564"/>
                    <a:gd name="T44" fmla="*/ 757 w 770"/>
                    <a:gd name="T45" fmla="*/ 56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770" h="564">
                      <a:moveTo>
                        <a:pt x="757" y="564"/>
                      </a:moveTo>
                      <a:cubicBezTo>
                        <a:pt x="13" y="564"/>
                        <a:pt x="13" y="564"/>
                        <a:pt x="13" y="564"/>
                      </a:cubicBezTo>
                      <a:cubicBezTo>
                        <a:pt x="9" y="564"/>
                        <a:pt x="5" y="561"/>
                        <a:pt x="3" y="558"/>
                      </a:cubicBezTo>
                      <a:cubicBezTo>
                        <a:pt x="0" y="554"/>
                        <a:pt x="0" y="549"/>
                        <a:pt x="3" y="546"/>
                      </a:cubicBezTo>
                      <a:cubicBezTo>
                        <a:pt x="315" y="6"/>
                        <a:pt x="315" y="6"/>
                        <a:pt x="315" y="6"/>
                      </a:cubicBezTo>
                      <a:cubicBezTo>
                        <a:pt x="317" y="2"/>
                        <a:pt x="321" y="0"/>
                        <a:pt x="325" y="0"/>
                      </a:cubicBezTo>
                      <a:cubicBezTo>
                        <a:pt x="325" y="0"/>
                        <a:pt x="325" y="0"/>
                        <a:pt x="325" y="0"/>
                      </a:cubicBezTo>
                      <a:cubicBezTo>
                        <a:pt x="329" y="0"/>
                        <a:pt x="333" y="2"/>
                        <a:pt x="335" y="6"/>
                      </a:cubicBezTo>
                      <a:cubicBezTo>
                        <a:pt x="467" y="234"/>
                        <a:pt x="467" y="234"/>
                        <a:pt x="467" y="234"/>
                      </a:cubicBezTo>
                      <a:cubicBezTo>
                        <a:pt x="447" y="246"/>
                        <a:pt x="447" y="246"/>
                        <a:pt x="447" y="246"/>
                      </a:cubicBezTo>
                      <a:cubicBezTo>
                        <a:pt x="325" y="36"/>
                        <a:pt x="325" y="36"/>
                        <a:pt x="325" y="36"/>
                      </a:cubicBezTo>
                      <a:cubicBezTo>
                        <a:pt x="34" y="540"/>
                        <a:pt x="34" y="540"/>
                        <a:pt x="34" y="540"/>
                      </a:cubicBezTo>
                      <a:cubicBezTo>
                        <a:pt x="737" y="540"/>
                        <a:pt x="737" y="540"/>
                        <a:pt x="737" y="540"/>
                      </a:cubicBezTo>
                      <a:cubicBezTo>
                        <a:pt x="553" y="182"/>
                        <a:pt x="553" y="182"/>
                        <a:pt x="553" y="182"/>
                      </a:cubicBezTo>
                      <a:cubicBezTo>
                        <a:pt x="396" y="485"/>
                        <a:pt x="396" y="485"/>
                        <a:pt x="396" y="485"/>
                      </a:cubicBezTo>
                      <a:cubicBezTo>
                        <a:pt x="374" y="474"/>
                        <a:pt x="374" y="474"/>
                        <a:pt x="374" y="474"/>
                      </a:cubicBezTo>
                      <a:cubicBezTo>
                        <a:pt x="542" y="150"/>
                        <a:pt x="542" y="150"/>
                        <a:pt x="542" y="150"/>
                      </a:cubicBezTo>
                      <a:cubicBezTo>
                        <a:pt x="544" y="146"/>
                        <a:pt x="549" y="144"/>
                        <a:pt x="553" y="144"/>
                      </a:cubicBezTo>
                      <a:cubicBezTo>
                        <a:pt x="553" y="144"/>
                        <a:pt x="553" y="144"/>
                        <a:pt x="553" y="144"/>
                      </a:cubicBezTo>
                      <a:cubicBezTo>
                        <a:pt x="558" y="144"/>
                        <a:pt x="562" y="146"/>
                        <a:pt x="564" y="150"/>
                      </a:cubicBezTo>
                      <a:cubicBezTo>
                        <a:pt x="768" y="546"/>
                        <a:pt x="768" y="546"/>
                        <a:pt x="768" y="546"/>
                      </a:cubicBezTo>
                      <a:cubicBezTo>
                        <a:pt x="770" y="550"/>
                        <a:pt x="769" y="554"/>
                        <a:pt x="767" y="558"/>
                      </a:cubicBezTo>
                      <a:cubicBezTo>
                        <a:pt x="765" y="561"/>
                        <a:pt x="761" y="564"/>
                        <a:pt x="757" y="56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" name="CLR 1">
                  <a:extLst>
                    <a:ext uri="{FF2B5EF4-FFF2-40B4-BE49-F238E27FC236}">
                      <a16:creationId xmlns:a16="http://schemas.microsoft.com/office/drawing/2014/main" id="{3C895277-F911-12F5-2369-71D6B6636B08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428163" y="1204913"/>
                  <a:ext cx="180975" cy="153988"/>
                </a:xfrm>
                <a:custGeom>
                  <a:avLst/>
                  <a:gdLst>
                    <a:gd name="T0" fmla="*/ 14 w 114"/>
                    <a:gd name="T1" fmla="*/ 97 h 97"/>
                    <a:gd name="T2" fmla="*/ 0 w 114"/>
                    <a:gd name="T3" fmla="*/ 97 h 97"/>
                    <a:gd name="T4" fmla="*/ 0 w 114"/>
                    <a:gd name="T5" fmla="*/ 0 h 97"/>
                    <a:gd name="T6" fmla="*/ 114 w 114"/>
                    <a:gd name="T7" fmla="*/ 0 h 97"/>
                    <a:gd name="T8" fmla="*/ 72 w 114"/>
                    <a:gd name="T9" fmla="*/ 41 h 97"/>
                    <a:gd name="T10" fmla="*/ 114 w 114"/>
                    <a:gd name="T11" fmla="*/ 83 h 97"/>
                    <a:gd name="T12" fmla="*/ 28 w 114"/>
                    <a:gd name="T13" fmla="*/ 83 h 97"/>
                    <a:gd name="T14" fmla="*/ 28 w 114"/>
                    <a:gd name="T15" fmla="*/ 69 h 97"/>
                    <a:gd name="T16" fmla="*/ 80 w 114"/>
                    <a:gd name="T17" fmla="*/ 69 h 97"/>
                    <a:gd name="T18" fmla="*/ 52 w 114"/>
                    <a:gd name="T19" fmla="*/ 41 h 97"/>
                    <a:gd name="T20" fmla="*/ 80 w 114"/>
                    <a:gd name="T21" fmla="*/ 13 h 97"/>
                    <a:gd name="T22" fmla="*/ 14 w 114"/>
                    <a:gd name="T23" fmla="*/ 13 h 97"/>
                    <a:gd name="T24" fmla="*/ 14 w 114"/>
                    <a:gd name="T25" fmla="*/ 97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4" h="97">
                      <a:moveTo>
                        <a:pt x="14" y="97"/>
                      </a:moveTo>
                      <a:lnTo>
                        <a:pt x="0" y="97"/>
                      </a:lnTo>
                      <a:lnTo>
                        <a:pt x="0" y="0"/>
                      </a:lnTo>
                      <a:lnTo>
                        <a:pt x="114" y="0"/>
                      </a:lnTo>
                      <a:lnTo>
                        <a:pt x="72" y="41"/>
                      </a:lnTo>
                      <a:lnTo>
                        <a:pt x="114" y="83"/>
                      </a:lnTo>
                      <a:lnTo>
                        <a:pt x="28" y="83"/>
                      </a:lnTo>
                      <a:lnTo>
                        <a:pt x="28" y="69"/>
                      </a:lnTo>
                      <a:lnTo>
                        <a:pt x="80" y="69"/>
                      </a:lnTo>
                      <a:lnTo>
                        <a:pt x="52" y="41"/>
                      </a:lnTo>
                      <a:lnTo>
                        <a:pt x="80" y="13"/>
                      </a:lnTo>
                      <a:lnTo>
                        <a:pt x="14" y="13"/>
                      </a:lnTo>
                      <a:lnTo>
                        <a:pt x="14" y="97"/>
                      </a:ln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CLR 0">
                  <a:extLst>
                    <a:ext uri="{FF2B5EF4-FFF2-40B4-BE49-F238E27FC236}">
                      <a16:creationId xmlns:a16="http://schemas.microsoft.com/office/drawing/2014/main" id="{E3C8E1D1-50D6-E28F-721A-42374FF0F5E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347201" y="1479551"/>
                  <a:ext cx="184150" cy="46038"/>
                </a:xfrm>
                <a:custGeom>
                  <a:avLst/>
                  <a:gdLst>
                    <a:gd name="T0" fmla="*/ 100 w 200"/>
                    <a:gd name="T1" fmla="*/ 49 h 49"/>
                    <a:gd name="T2" fmla="*/ 93 w 200"/>
                    <a:gd name="T3" fmla="*/ 47 h 49"/>
                    <a:gd name="T4" fmla="*/ 63 w 200"/>
                    <a:gd name="T5" fmla="*/ 26 h 49"/>
                    <a:gd name="T6" fmla="*/ 8 w 200"/>
                    <a:gd name="T7" fmla="*/ 48 h 49"/>
                    <a:gd name="T8" fmla="*/ 0 w 200"/>
                    <a:gd name="T9" fmla="*/ 25 h 49"/>
                    <a:gd name="T10" fmla="*/ 60 w 200"/>
                    <a:gd name="T11" fmla="*/ 1 h 49"/>
                    <a:gd name="T12" fmla="*/ 71 w 200"/>
                    <a:gd name="T13" fmla="*/ 3 h 49"/>
                    <a:gd name="T14" fmla="*/ 100 w 200"/>
                    <a:gd name="T15" fmla="*/ 22 h 49"/>
                    <a:gd name="T16" fmla="*/ 129 w 200"/>
                    <a:gd name="T17" fmla="*/ 3 h 49"/>
                    <a:gd name="T18" fmla="*/ 140 w 200"/>
                    <a:gd name="T19" fmla="*/ 1 h 49"/>
                    <a:gd name="T20" fmla="*/ 200 w 200"/>
                    <a:gd name="T21" fmla="*/ 25 h 49"/>
                    <a:gd name="T22" fmla="*/ 192 w 200"/>
                    <a:gd name="T23" fmla="*/ 48 h 49"/>
                    <a:gd name="T24" fmla="*/ 137 w 200"/>
                    <a:gd name="T25" fmla="*/ 26 h 49"/>
                    <a:gd name="T26" fmla="*/ 107 w 200"/>
                    <a:gd name="T27" fmla="*/ 47 h 49"/>
                    <a:gd name="T28" fmla="*/ 100 w 200"/>
                    <a:gd name="T29" fmla="*/ 4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00" h="49">
                      <a:moveTo>
                        <a:pt x="100" y="49"/>
                      </a:moveTo>
                      <a:cubicBezTo>
                        <a:pt x="98" y="49"/>
                        <a:pt x="95" y="48"/>
                        <a:pt x="93" y="47"/>
                      </a:cubicBezTo>
                      <a:cubicBezTo>
                        <a:pt x="63" y="26"/>
                        <a:pt x="63" y="26"/>
                        <a:pt x="63" y="26"/>
                      </a:cubicBezTo>
                      <a:cubicBezTo>
                        <a:pt x="8" y="48"/>
                        <a:pt x="8" y="48"/>
                        <a:pt x="8" y="48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60" y="1"/>
                        <a:pt x="60" y="1"/>
                        <a:pt x="60" y="1"/>
                      </a:cubicBezTo>
                      <a:cubicBezTo>
                        <a:pt x="63" y="0"/>
                        <a:pt x="67" y="0"/>
                        <a:pt x="71" y="3"/>
                      </a:cubicBezTo>
                      <a:cubicBezTo>
                        <a:pt x="100" y="22"/>
                        <a:pt x="100" y="22"/>
                        <a:pt x="100" y="22"/>
                      </a:cubicBezTo>
                      <a:cubicBezTo>
                        <a:pt x="129" y="3"/>
                        <a:pt x="129" y="3"/>
                        <a:pt x="129" y="3"/>
                      </a:cubicBezTo>
                      <a:cubicBezTo>
                        <a:pt x="133" y="0"/>
                        <a:pt x="137" y="0"/>
                        <a:pt x="140" y="1"/>
                      </a:cubicBezTo>
                      <a:cubicBezTo>
                        <a:pt x="200" y="25"/>
                        <a:pt x="200" y="25"/>
                        <a:pt x="200" y="25"/>
                      </a:cubicBezTo>
                      <a:cubicBezTo>
                        <a:pt x="192" y="48"/>
                        <a:pt x="192" y="48"/>
                        <a:pt x="192" y="48"/>
                      </a:cubicBezTo>
                      <a:cubicBezTo>
                        <a:pt x="137" y="26"/>
                        <a:pt x="137" y="26"/>
                        <a:pt x="137" y="26"/>
                      </a:cubicBezTo>
                      <a:cubicBezTo>
                        <a:pt x="107" y="47"/>
                        <a:pt x="107" y="47"/>
                        <a:pt x="107" y="47"/>
                      </a:cubicBezTo>
                      <a:cubicBezTo>
                        <a:pt x="105" y="48"/>
                        <a:pt x="102" y="49"/>
                        <a:pt x="100" y="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CLR 0">
                  <a:extLst>
                    <a:ext uri="{FF2B5EF4-FFF2-40B4-BE49-F238E27FC236}">
                      <a16:creationId xmlns:a16="http://schemas.microsoft.com/office/drawing/2014/main" id="{FAE509E4-9E73-DD6C-CFC2-4C7D89B41C3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582151" y="1612901"/>
                  <a:ext cx="133350" cy="44450"/>
                </a:xfrm>
                <a:custGeom>
                  <a:avLst/>
                  <a:gdLst>
                    <a:gd name="T0" fmla="*/ 72 w 144"/>
                    <a:gd name="T1" fmla="*/ 48 h 48"/>
                    <a:gd name="T2" fmla="*/ 65 w 144"/>
                    <a:gd name="T3" fmla="*/ 46 h 48"/>
                    <a:gd name="T4" fmla="*/ 32 w 144"/>
                    <a:gd name="T5" fmla="*/ 24 h 48"/>
                    <a:gd name="T6" fmla="*/ 0 w 144"/>
                    <a:gd name="T7" fmla="*/ 24 h 48"/>
                    <a:gd name="T8" fmla="*/ 0 w 144"/>
                    <a:gd name="T9" fmla="*/ 0 h 48"/>
                    <a:gd name="T10" fmla="*/ 36 w 144"/>
                    <a:gd name="T11" fmla="*/ 0 h 48"/>
                    <a:gd name="T12" fmla="*/ 43 w 144"/>
                    <a:gd name="T13" fmla="*/ 2 h 48"/>
                    <a:gd name="T14" fmla="*/ 72 w 144"/>
                    <a:gd name="T15" fmla="*/ 21 h 48"/>
                    <a:gd name="T16" fmla="*/ 101 w 144"/>
                    <a:gd name="T17" fmla="*/ 2 h 48"/>
                    <a:gd name="T18" fmla="*/ 108 w 144"/>
                    <a:gd name="T19" fmla="*/ 0 h 48"/>
                    <a:gd name="T20" fmla="*/ 144 w 144"/>
                    <a:gd name="T21" fmla="*/ 0 h 48"/>
                    <a:gd name="T22" fmla="*/ 144 w 144"/>
                    <a:gd name="T23" fmla="*/ 24 h 48"/>
                    <a:gd name="T24" fmla="*/ 112 w 144"/>
                    <a:gd name="T25" fmla="*/ 24 h 48"/>
                    <a:gd name="T26" fmla="*/ 79 w 144"/>
                    <a:gd name="T27" fmla="*/ 46 h 48"/>
                    <a:gd name="T28" fmla="*/ 72 w 144"/>
                    <a:gd name="T29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44" h="48">
                      <a:moveTo>
                        <a:pt x="72" y="48"/>
                      </a:moveTo>
                      <a:cubicBezTo>
                        <a:pt x="70" y="48"/>
                        <a:pt x="67" y="47"/>
                        <a:pt x="65" y="46"/>
                      </a:cubicBezTo>
                      <a:cubicBezTo>
                        <a:pt x="32" y="24"/>
                        <a:pt x="32" y="24"/>
                        <a:pt x="32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8" y="0"/>
                        <a:pt x="41" y="0"/>
                        <a:pt x="43" y="2"/>
                      </a:cubicBezTo>
                      <a:cubicBezTo>
                        <a:pt x="72" y="21"/>
                        <a:pt x="72" y="21"/>
                        <a:pt x="72" y="21"/>
                      </a:cubicBezTo>
                      <a:cubicBezTo>
                        <a:pt x="101" y="2"/>
                        <a:pt x="101" y="2"/>
                        <a:pt x="101" y="2"/>
                      </a:cubicBezTo>
                      <a:cubicBezTo>
                        <a:pt x="103" y="0"/>
                        <a:pt x="106" y="0"/>
                        <a:pt x="108" y="0"/>
                      </a:cubicBezTo>
                      <a:cubicBezTo>
                        <a:pt x="144" y="0"/>
                        <a:pt x="144" y="0"/>
                        <a:pt x="144" y="0"/>
                      </a:cubicBezTo>
                      <a:cubicBezTo>
                        <a:pt x="144" y="24"/>
                        <a:pt x="144" y="24"/>
                        <a:pt x="144" y="24"/>
                      </a:cubicBezTo>
                      <a:cubicBezTo>
                        <a:pt x="112" y="24"/>
                        <a:pt x="112" y="24"/>
                        <a:pt x="112" y="24"/>
                      </a:cubicBezTo>
                      <a:cubicBezTo>
                        <a:pt x="79" y="46"/>
                        <a:pt x="79" y="46"/>
                        <a:pt x="79" y="46"/>
                      </a:cubicBezTo>
                      <a:cubicBezTo>
                        <a:pt x="77" y="47"/>
                        <a:pt x="74" y="48"/>
                        <a:pt x="72" y="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CLR 1">
                  <a:extLst>
                    <a:ext uri="{FF2B5EF4-FFF2-40B4-BE49-F238E27FC236}">
                      <a16:creationId xmlns:a16="http://schemas.microsoft.com/office/drawing/2014/main" id="{EA2A43D6-5283-BEF7-5BC1-A9498329A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28163" y="1547813"/>
                  <a:ext cx="22225" cy="22225"/>
                </a:xfrm>
                <a:prstGeom prst="rect">
                  <a:avLst/>
                </a:pr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CLR 1">
                  <a:extLst>
                    <a:ext uri="{FF2B5EF4-FFF2-40B4-BE49-F238E27FC236}">
                      <a16:creationId xmlns:a16="http://schemas.microsoft.com/office/drawing/2014/main" id="{FFCEDC3A-7038-6B0E-41BC-3EEAE1CD9E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28163" y="1590676"/>
                  <a:ext cx="22225" cy="22225"/>
                </a:xfrm>
                <a:prstGeom prst="rect">
                  <a:avLst/>
                </a:pr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" name="CLR 1">
                  <a:extLst>
                    <a:ext uri="{FF2B5EF4-FFF2-40B4-BE49-F238E27FC236}">
                      <a16:creationId xmlns:a16="http://schemas.microsoft.com/office/drawing/2014/main" id="{A694D29B-F872-D8A6-19C4-0C85E8FCE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28163" y="1635126"/>
                  <a:ext cx="22225" cy="22225"/>
                </a:xfrm>
                <a:prstGeom prst="rect">
                  <a:avLst/>
                </a:pr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C2C7C0E-494D-EC35-7BF6-272BB3EAE326}"/>
              </a:ext>
            </a:extLst>
          </p:cNvPr>
          <p:cNvSpPr txBox="1"/>
          <p:nvPr/>
        </p:nvSpPr>
        <p:spPr>
          <a:xfrm>
            <a:off x="8394700" y="2116067"/>
            <a:ext cx="3606800" cy="159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 50% of new cruise ships use LNG instead of diesel.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69% of diesel ships now have exhaust systems that remove 98% of </a:t>
            </a:r>
            <a:r>
              <a:rPr lang="en-US" dirty="0" err="1">
                <a:solidFill>
                  <a:schemeClr val="bg1"/>
                </a:solidFill>
              </a:rPr>
              <a:t>sulphur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96% of non-LNG new ships will include these exhaust cleaning systems.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59BFBA-A0BD-7FF4-79D4-091164C0E47B}"/>
              </a:ext>
            </a:extLst>
          </p:cNvPr>
          <p:cNvGrpSpPr/>
          <p:nvPr/>
        </p:nvGrpSpPr>
        <p:grpSpPr>
          <a:xfrm>
            <a:off x="8395912" y="1256949"/>
            <a:ext cx="2246688" cy="646331"/>
            <a:chOff x="9973887" y="1320797"/>
            <a:chExt cx="2246688" cy="6463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4BDEA1-FC0D-B00D-FB8D-6D44446926B9}"/>
                </a:ext>
              </a:extLst>
            </p:cNvPr>
            <p:cNvSpPr txBox="1"/>
            <p:nvPr/>
          </p:nvSpPr>
          <p:spPr>
            <a:xfrm>
              <a:off x="10515145" y="1320797"/>
              <a:ext cx="17054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Environment Friendly </a:t>
              </a:r>
            </a:p>
          </p:txBody>
        </p:sp>
        <p:grpSp>
          <p:nvGrpSpPr>
            <p:cNvPr id="69" name="easyIcon">
              <a:extLst>
                <a:ext uri="{FF2B5EF4-FFF2-40B4-BE49-F238E27FC236}">
                  <a16:creationId xmlns:a16="http://schemas.microsoft.com/office/drawing/2014/main" id="{DFDC1C01-9187-0DA6-383D-9237FECFE5D9}"/>
                </a:ext>
              </a:extLst>
            </p:cNvPr>
            <p:cNvGrpSpPr>
              <a:grpSpLocks noChangeAspect="1"/>
            </p:cNvGrpSpPr>
            <p:nvPr>
              <p:custDataLst>
                <p:tags r:id="rId6"/>
              </p:custDataLst>
            </p:nvPr>
          </p:nvGrpSpPr>
          <p:grpSpPr>
            <a:xfrm>
              <a:off x="9973887" y="1353752"/>
              <a:ext cx="546258" cy="546258"/>
              <a:chOff x="9134381" y="2098591"/>
              <a:chExt cx="714051" cy="714051"/>
            </a:xfrm>
          </p:grpSpPr>
          <p:sp>
            <p:nvSpPr>
              <p:cNvPr id="70" name="Background">
                <a:extLst>
                  <a:ext uri="{FF2B5EF4-FFF2-40B4-BE49-F238E27FC236}">
                    <a16:creationId xmlns:a16="http://schemas.microsoft.com/office/drawing/2014/main" id="{2465D819-A205-603D-7289-77F59BF4C66A}"/>
                  </a:ext>
                </a:extLst>
              </p:cNvPr>
              <p:cNvSpPr/>
              <p:nvPr/>
            </p:nvSpPr>
            <p:spPr>
              <a:xfrm>
                <a:off x="9134381" y="2098591"/>
                <a:ext cx="714051" cy="714051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71" name="Group 3288">
                <a:extLst>
                  <a:ext uri="{FF2B5EF4-FFF2-40B4-BE49-F238E27FC236}">
                    <a16:creationId xmlns:a16="http://schemas.microsoft.com/office/drawing/2014/main" id="{CAD40E8C-0447-3E91-4602-1A3D5473CC4D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9203408" y="2208196"/>
                <a:ext cx="576001" cy="494846"/>
                <a:chOff x="2203450" y="5399088"/>
                <a:chExt cx="923925" cy="793751"/>
              </a:xfrm>
              <a:solidFill>
                <a:schemeClr val="accent2"/>
              </a:solidFill>
            </p:grpSpPr>
            <p:sp>
              <p:nvSpPr>
                <p:cNvPr id="72" name="CLR 1">
                  <a:extLst>
                    <a:ext uri="{FF2B5EF4-FFF2-40B4-BE49-F238E27FC236}">
                      <a16:creationId xmlns:a16="http://schemas.microsoft.com/office/drawing/2014/main" id="{33D61E40-D970-2903-931A-ECE71DF64A9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203450" y="5399088"/>
                  <a:ext cx="423863" cy="334963"/>
                </a:xfrm>
                <a:custGeom>
                  <a:avLst/>
                  <a:gdLst>
                    <a:gd name="T0" fmla="*/ 130 w 325"/>
                    <a:gd name="T1" fmla="*/ 257 h 257"/>
                    <a:gd name="T2" fmla="*/ 136 w 325"/>
                    <a:gd name="T3" fmla="*/ 256 h 257"/>
                    <a:gd name="T4" fmla="*/ 146 w 325"/>
                    <a:gd name="T5" fmla="*/ 241 h 257"/>
                    <a:gd name="T6" fmla="*/ 146 w 325"/>
                    <a:gd name="T7" fmla="*/ 193 h 257"/>
                    <a:gd name="T8" fmla="*/ 194 w 325"/>
                    <a:gd name="T9" fmla="*/ 193 h 257"/>
                    <a:gd name="T10" fmla="*/ 242 w 325"/>
                    <a:gd name="T11" fmla="*/ 202 h 257"/>
                    <a:gd name="T12" fmla="*/ 258 w 325"/>
                    <a:gd name="T13" fmla="*/ 174 h 257"/>
                    <a:gd name="T14" fmla="*/ 255 w 325"/>
                    <a:gd name="T15" fmla="*/ 172 h 257"/>
                    <a:gd name="T16" fmla="*/ 194 w 325"/>
                    <a:gd name="T17" fmla="*/ 161 h 257"/>
                    <a:gd name="T18" fmla="*/ 130 w 325"/>
                    <a:gd name="T19" fmla="*/ 161 h 257"/>
                    <a:gd name="T20" fmla="*/ 114 w 325"/>
                    <a:gd name="T21" fmla="*/ 177 h 257"/>
                    <a:gd name="T22" fmla="*/ 114 w 325"/>
                    <a:gd name="T23" fmla="*/ 202 h 257"/>
                    <a:gd name="T24" fmla="*/ 41 w 325"/>
                    <a:gd name="T25" fmla="*/ 129 h 257"/>
                    <a:gd name="T26" fmla="*/ 114 w 325"/>
                    <a:gd name="T27" fmla="*/ 56 h 257"/>
                    <a:gd name="T28" fmla="*/ 114 w 325"/>
                    <a:gd name="T29" fmla="*/ 81 h 257"/>
                    <a:gd name="T30" fmla="*/ 130 w 325"/>
                    <a:gd name="T31" fmla="*/ 97 h 257"/>
                    <a:gd name="T32" fmla="*/ 194 w 325"/>
                    <a:gd name="T33" fmla="*/ 97 h 257"/>
                    <a:gd name="T34" fmla="*/ 300 w 325"/>
                    <a:gd name="T35" fmla="*/ 122 h 257"/>
                    <a:gd name="T36" fmla="*/ 325 w 325"/>
                    <a:gd name="T37" fmla="*/ 100 h 257"/>
                    <a:gd name="T38" fmla="*/ 320 w 325"/>
                    <a:gd name="T39" fmla="*/ 96 h 257"/>
                    <a:gd name="T40" fmla="*/ 194 w 325"/>
                    <a:gd name="T41" fmla="*/ 65 h 257"/>
                    <a:gd name="T42" fmla="*/ 146 w 325"/>
                    <a:gd name="T43" fmla="*/ 65 h 257"/>
                    <a:gd name="T44" fmla="*/ 146 w 325"/>
                    <a:gd name="T45" fmla="*/ 17 h 257"/>
                    <a:gd name="T46" fmla="*/ 136 w 325"/>
                    <a:gd name="T47" fmla="*/ 2 h 257"/>
                    <a:gd name="T48" fmla="*/ 119 w 325"/>
                    <a:gd name="T49" fmla="*/ 6 h 257"/>
                    <a:gd name="T50" fmla="*/ 7 w 325"/>
                    <a:gd name="T51" fmla="*/ 118 h 257"/>
                    <a:gd name="T52" fmla="*/ 7 w 325"/>
                    <a:gd name="T53" fmla="*/ 140 h 257"/>
                    <a:gd name="T54" fmla="*/ 119 w 325"/>
                    <a:gd name="T55" fmla="*/ 252 h 257"/>
                    <a:gd name="T56" fmla="*/ 130 w 325"/>
                    <a:gd name="T57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25" h="257">
                      <a:moveTo>
                        <a:pt x="130" y="257"/>
                      </a:moveTo>
                      <a:cubicBezTo>
                        <a:pt x="132" y="257"/>
                        <a:pt x="134" y="257"/>
                        <a:pt x="136" y="256"/>
                      </a:cubicBezTo>
                      <a:cubicBezTo>
                        <a:pt x="142" y="253"/>
                        <a:pt x="146" y="248"/>
                        <a:pt x="146" y="241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94" y="193"/>
                        <a:pt x="194" y="193"/>
                        <a:pt x="194" y="193"/>
                      </a:cubicBezTo>
                      <a:cubicBezTo>
                        <a:pt x="211" y="193"/>
                        <a:pt x="227" y="196"/>
                        <a:pt x="242" y="202"/>
                      </a:cubicBezTo>
                      <a:cubicBezTo>
                        <a:pt x="247" y="192"/>
                        <a:pt x="252" y="183"/>
                        <a:pt x="258" y="174"/>
                      </a:cubicBezTo>
                      <a:cubicBezTo>
                        <a:pt x="257" y="173"/>
                        <a:pt x="256" y="173"/>
                        <a:pt x="255" y="172"/>
                      </a:cubicBezTo>
                      <a:cubicBezTo>
                        <a:pt x="236" y="165"/>
                        <a:pt x="215" y="161"/>
                        <a:pt x="194" y="161"/>
                      </a:cubicBezTo>
                      <a:cubicBezTo>
                        <a:pt x="130" y="161"/>
                        <a:pt x="130" y="161"/>
                        <a:pt x="130" y="161"/>
                      </a:cubicBezTo>
                      <a:cubicBezTo>
                        <a:pt x="121" y="161"/>
                        <a:pt x="114" y="168"/>
                        <a:pt x="114" y="177"/>
                      </a:cubicBezTo>
                      <a:cubicBezTo>
                        <a:pt x="114" y="202"/>
                        <a:pt x="114" y="202"/>
                        <a:pt x="114" y="202"/>
                      </a:cubicBezTo>
                      <a:cubicBezTo>
                        <a:pt x="41" y="129"/>
                        <a:pt x="41" y="129"/>
                        <a:pt x="41" y="129"/>
                      </a:cubicBezTo>
                      <a:cubicBezTo>
                        <a:pt x="114" y="56"/>
                        <a:pt x="114" y="56"/>
                        <a:pt x="114" y="56"/>
                      </a:cubicBezTo>
                      <a:cubicBezTo>
                        <a:pt x="114" y="81"/>
                        <a:pt x="114" y="81"/>
                        <a:pt x="114" y="81"/>
                      </a:cubicBezTo>
                      <a:cubicBezTo>
                        <a:pt x="114" y="90"/>
                        <a:pt x="121" y="97"/>
                        <a:pt x="130" y="97"/>
                      </a:cubicBezTo>
                      <a:cubicBezTo>
                        <a:pt x="194" y="97"/>
                        <a:pt x="194" y="97"/>
                        <a:pt x="194" y="97"/>
                      </a:cubicBezTo>
                      <a:cubicBezTo>
                        <a:pt x="231" y="97"/>
                        <a:pt x="267" y="106"/>
                        <a:pt x="300" y="122"/>
                      </a:cubicBezTo>
                      <a:cubicBezTo>
                        <a:pt x="307" y="114"/>
                        <a:pt x="316" y="107"/>
                        <a:pt x="325" y="100"/>
                      </a:cubicBezTo>
                      <a:cubicBezTo>
                        <a:pt x="323" y="98"/>
                        <a:pt x="322" y="97"/>
                        <a:pt x="320" y="96"/>
                      </a:cubicBezTo>
                      <a:cubicBezTo>
                        <a:pt x="281" y="76"/>
                        <a:pt x="238" y="65"/>
                        <a:pt x="194" y="65"/>
                      </a:cubicBezTo>
                      <a:cubicBezTo>
                        <a:pt x="146" y="65"/>
                        <a:pt x="146" y="65"/>
                        <a:pt x="146" y="65"/>
                      </a:cubicBezTo>
                      <a:cubicBezTo>
                        <a:pt x="146" y="17"/>
                        <a:pt x="146" y="17"/>
                        <a:pt x="146" y="17"/>
                      </a:cubicBezTo>
                      <a:cubicBezTo>
                        <a:pt x="146" y="11"/>
                        <a:pt x="142" y="5"/>
                        <a:pt x="136" y="2"/>
                      </a:cubicBezTo>
                      <a:cubicBezTo>
                        <a:pt x="130" y="0"/>
                        <a:pt x="123" y="1"/>
                        <a:pt x="119" y="6"/>
                      </a:cubicBezTo>
                      <a:cubicBezTo>
                        <a:pt x="7" y="118"/>
                        <a:pt x="7" y="118"/>
                        <a:pt x="7" y="118"/>
                      </a:cubicBezTo>
                      <a:cubicBezTo>
                        <a:pt x="0" y="124"/>
                        <a:pt x="0" y="134"/>
                        <a:pt x="7" y="140"/>
                      </a:cubicBezTo>
                      <a:cubicBezTo>
                        <a:pt x="119" y="252"/>
                        <a:pt x="119" y="252"/>
                        <a:pt x="119" y="252"/>
                      </a:cubicBezTo>
                      <a:cubicBezTo>
                        <a:pt x="122" y="255"/>
                        <a:pt x="126" y="257"/>
                        <a:pt x="130" y="257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" name="CLR 1">
                  <a:extLst>
                    <a:ext uri="{FF2B5EF4-FFF2-40B4-BE49-F238E27FC236}">
                      <a16:creationId xmlns:a16="http://schemas.microsoft.com/office/drawing/2014/main" id="{190D3BC5-25F2-9844-EA7A-2A02FFAFF28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90825" y="6015038"/>
                  <a:ext cx="228600" cy="52388"/>
                </a:xfrm>
                <a:custGeom>
                  <a:avLst/>
                  <a:gdLst>
                    <a:gd name="T0" fmla="*/ 160 w 176"/>
                    <a:gd name="T1" fmla="*/ 8 h 40"/>
                    <a:gd name="T2" fmla="*/ 64 w 176"/>
                    <a:gd name="T3" fmla="*/ 8 h 40"/>
                    <a:gd name="T4" fmla="*/ 16 w 176"/>
                    <a:gd name="T5" fmla="*/ 0 h 40"/>
                    <a:gd name="T6" fmla="*/ 0 w 176"/>
                    <a:gd name="T7" fmla="*/ 28 h 40"/>
                    <a:gd name="T8" fmla="*/ 64 w 176"/>
                    <a:gd name="T9" fmla="*/ 40 h 40"/>
                    <a:gd name="T10" fmla="*/ 160 w 176"/>
                    <a:gd name="T11" fmla="*/ 40 h 40"/>
                    <a:gd name="T12" fmla="*/ 176 w 176"/>
                    <a:gd name="T13" fmla="*/ 24 h 40"/>
                    <a:gd name="T14" fmla="*/ 160 w 176"/>
                    <a:gd name="T15" fmla="*/ 8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6" h="40">
                      <a:moveTo>
                        <a:pt x="160" y="8"/>
                      </a:moveTo>
                      <a:cubicBezTo>
                        <a:pt x="64" y="8"/>
                        <a:pt x="64" y="8"/>
                        <a:pt x="64" y="8"/>
                      </a:cubicBezTo>
                      <a:cubicBezTo>
                        <a:pt x="47" y="8"/>
                        <a:pt x="31" y="5"/>
                        <a:pt x="16" y="0"/>
                      </a:cubicBezTo>
                      <a:cubicBezTo>
                        <a:pt x="11" y="9"/>
                        <a:pt x="6" y="19"/>
                        <a:pt x="0" y="28"/>
                      </a:cubicBezTo>
                      <a:cubicBezTo>
                        <a:pt x="20" y="36"/>
                        <a:pt x="42" y="40"/>
                        <a:pt x="64" y="40"/>
                      </a:cubicBezTo>
                      <a:cubicBezTo>
                        <a:pt x="160" y="40"/>
                        <a:pt x="160" y="40"/>
                        <a:pt x="160" y="40"/>
                      </a:cubicBezTo>
                      <a:cubicBezTo>
                        <a:pt x="169" y="40"/>
                        <a:pt x="176" y="33"/>
                        <a:pt x="176" y="24"/>
                      </a:cubicBezTo>
                      <a:cubicBezTo>
                        <a:pt x="176" y="15"/>
                        <a:pt x="169" y="8"/>
                        <a:pt x="160" y="8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CLR 1">
                  <a:extLst>
                    <a:ext uri="{FF2B5EF4-FFF2-40B4-BE49-F238E27FC236}">
                      <a16:creationId xmlns:a16="http://schemas.microsoft.com/office/drawing/2014/main" id="{CC607ECE-8A06-D418-41D9-E02C40BED6A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01925" y="6118226"/>
                  <a:ext cx="317500" cy="74613"/>
                </a:xfrm>
                <a:custGeom>
                  <a:avLst/>
                  <a:gdLst>
                    <a:gd name="T0" fmla="*/ 228 w 244"/>
                    <a:gd name="T1" fmla="*/ 25 h 57"/>
                    <a:gd name="T2" fmla="*/ 132 w 244"/>
                    <a:gd name="T3" fmla="*/ 25 h 57"/>
                    <a:gd name="T4" fmla="*/ 26 w 244"/>
                    <a:gd name="T5" fmla="*/ 0 h 57"/>
                    <a:gd name="T6" fmla="*/ 0 w 244"/>
                    <a:gd name="T7" fmla="*/ 23 h 57"/>
                    <a:gd name="T8" fmla="*/ 132 w 244"/>
                    <a:gd name="T9" fmla="*/ 57 h 57"/>
                    <a:gd name="T10" fmla="*/ 228 w 244"/>
                    <a:gd name="T11" fmla="*/ 57 h 57"/>
                    <a:gd name="T12" fmla="*/ 244 w 244"/>
                    <a:gd name="T13" fmla="*/ 41 h 57"/>
                    <a:gd name="T14" fmla="*/ 228 w 244"/>
                    <a:gd name="T15" fmla="*/ 25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44" h="57">
                      <a:moveTo>
                        <a:pt x="228" y="25"/>
                      </a:moveTo>
                      <a:cubicBezTo>
                        <a:pt x="132" y="25"/>
                        <a:pt x="132" y="25"/>
                        <a:pt x="132" y="25"/>
                      </a:cubicBezTo>
                      <a:cubicBezTo>
                        <a:pt x="95" y="25"/>
                        <a:pt x="59" y="17"/>
                        <a:pt x="26" y="0"/>
                      </a:cubicBezTo>
                      <a:cubicBezTo>
                        <a:pt x="18" y="9"/>
                        <a:pt x="9" y="16"/>
                        <a:pt x="0" y="23"/>
                      </a:cubicBezTo>
                      <a:cubicBezTo>
                        <a:pt x="41" y="45"/>
                        <a:pt x="86" y="57"/>
                        <a:pt x="132" y="57"/>
                      </a:cubicBezTo>
                      <a:cubicBezTo>
                        <a:pt x="228" y="57"/>
                        <a:pt x="228" y="57"/>
                        <a:pt x="228" y="57"/>
                      </a:cubicBezTo>
                      <a:cubicBezTo>
                        <a:pt x="237" y="57"/>
                        <a:pt x="244" y="50"/>
                        <a:pt x="244" y="41"/>
                      </a:cubicBezTo>
                      <a:cubicBezTo>
                        <a:pt x="244" y="32"/>
                        <a:pt x="237" y="25"/>
                        <a:pt x="228" y="25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CLR 0">
                  <a:extLst>
                    <a:ext uri="{FF2B5EF4-FFF2-40B4-BE49-F238E27FC236}">
                      <a16:creationId xmlns:a16="http://schemas.microsoft.com/office/drawing/2014/main" id="{0AEC52ED-B418-B1EE-209F-FE12CB69A06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311400" y="5399088"/>
                  <a:ext cx="815975" cy="793750"/>
                </a:xfrm>
                <a:custGeom>
                  <a:avLst/>
                  <a:gdLst>
                    <a:gd name="T0" fmla="*/ 507 w 626"/>
                    <a:gd name="T1" fmla="*/ 6 h 609"/>
                    <a:gd name="T2" fmla="*/ 490 w 626"/>
                    <a:gd name="T3" fmla="*/ 2 h 609"/>
                    <a:gd name="T4" fmla="*/ 480 w 626"/>
                    <a:gd name="T5" fmla="*/ 17 h 609"/>
                    <a:gd name="T6" fmla="*/ 480 w 626"/>
                    <a:gd name="T7" fmla="*/ 65 h 609"/>
                    <a:gd name="T8" fmla="*/ 432 w 626"/>
                    <a:gd name="T9" fmla="*/ 65 h 609"/>
                    <a:gd name="T10" fmla="*/ 160 w 626"/>
                    <a:gd name="T11" fmla="*/ 337 h 609"/>
                    <a:gd name="T12" fmla="*/ 189 w 626"/>
                    <a:gd name="T13" fmla="*/ 459 h 609"/>
                    <a:gd name="T14" fmla="*/ 112 w 626"/>
                    <a:gd name="T15" fmla="*/ 481 h 609"/>
                    <a:gd name="T16" fmla="*/ 16 w 626"/>
                    <a:gd name="T17" fmla="*/ 481 h 609"/>
                    <a:gd name="T18" fmla="*/ 0 w 626"/>
                    <a:gd name="T19" fmla="*/ 497 h 609"/>
                    <a:gd name="T20" fmla="*/ 16 w 626"/>
                    <a:gd name="T21" fmla="*/ 513 h 609"/>
                    <a:gd name="T22" fmla="*/ 112 w 626"/>
                    <a:gd name="T23" fmla="*/ 513 h 609"/>
                    <a:gd name="T24" fmla="*/ 219 w 626"/>
                    <a:gd name="T25" fmla="*/ 477 h 609"/>
                    <a:gd name="T26" fmla="*/ 220 w 626"/>
                    <a:gd name="T27" fmla="*/ 476 h 609"/>
                    <a:gd name="T28" fmla="*/ 288 w 626"/>
                    <a:gd name="T29" fmla="*/ 337 h 609"/>
                    <a:gd name="T30" fmla="*/ 330 w 626"/>
                    <a:gd name="T31" fmla="*/ 236 h 609"/>
                    <a:gd name="T32" fmla="*/ 352 w 626"/>
                    <a:gd name="T33" fmla="*/ 337 h 609"/>
                    <a:gd name="T34" fmla="*/ 112 w 626"/>
                    <a:gd name="T35" fmla="*/ 577 h 609"/>
                    <a:gd name="T36" fmla="*/ 16 w 626"/>
                    <a:gd name="T37" fmla="*/ 577 h 609"/>
                    <a:gd name="T38" fmla="*/ 0 w 626"/>
                    <a:gd name="T39" fmla="*/ 593 h 609"/>
                    <a:gd name="T40" fmla="*/ 16 w 626"/>
                    <a:gd name="T41" fmla="*/ 609 h 609"/>
                    <a:gd name="T42" fmla="*/ 112 w 626"/>
                    <a:gd name="T43" fmla="*/ 609 h 609"/>
                    <a:gd name="T44" fmla="*/ 384 w 626"/>
                    <a:gd name="T45" fmla="*/ 337 h 609"/>
                    <a:gd name="T46" fmla="*/ 355 w 626"/>
                    <a:gd name="T47" fmla="*/ 215 h 609"/>
                    <a:gd name="T48" fmla="*/ 432 w 626"/>
                    <a:gd name="T49" fmla="*/ 193 h 609"/>
                    <a:gd name="T50" fmla="*/ 480 w 626"/>
                    <a:gd name="T51" fmla="*/ 193 h 609"/>
                    <a:gd name="T52" fmla="*/ 480 w 626"/>
                    <a:gd name="T53" fmla="*/ 241 h 609"/>
                    <a:gd name="T54" fmla="*/ 490 w 626"/>
                    <a:gd name="T55" fmla="*/ 256 h 609"/>
                    <a:gd name="T56" fmla="*/ 507 w 626"/>
                    <a:gd name="T57" fmla="*/ 252 h 609"/>
                    <a:gd name="T58" fmla="*/ 619 w 626"/>
                    <a:gd name="T59" fmla="*/ 140 h 609"/>
                    <a:gd name="T60" fmla="*/ 619 w 626"/>
                    <a:gd name="T61" fmla="*/ 118 h 609"/>
                    <a:gd name="T62" fmla="*/ 507 w 626"/>
                    <a:gd name="T63" fmla="*/ 6 h 609"/>
                    <a:gd name="T64" fmla="*/ 512 w 626"/>
                    <a:gd name="T65" fmla="*/ 202 h 609"/>
                    <a:gd name="T66" fmla="*/ 512 w 626"/>
                    <a:gd name="T67" fmla="*/ 177 h 609"/>
                    <a:gd name="T68" fmla="*/ 496 w 626"/>
                    <a:gd name="T69" fmla="*/ 161 h 609"/>
                    <a:gd name="T70" fmla="*/ 432 w 626"/>
                    <a:gd name="T71" fmla="*/ 161 h 609"/>
                    <a:gd name="T72" fmla="*/ 256 w 626"/>
                    <a:gd name="T73" fmla="*/ 337 h 609"/>
                    <a:gd name="T74" fmla="*/ 214 w 626"/>
                    <a:gd name="T75" fmla="*/ 438 h 609"/>
                    <a:gd name="T76" fmla="*/ 192 w 626"/>
                    <a:gd name="T77" fmla="*/ 337 h 609"/>
                    <a:gd name="T78" fmla="*/ 432 w 626"/>
                    <a:gd name="T79" fmla="*/ 97 h 609"/>
                    <a:gd name="T80" fmla="*/ 496 w 626"/>
                    <a:gd name="T81" fmla="*/ 97 h 609"/>
                    <a:gd name="T82" fmla="*/ 512 w 626"/>
                    <a:gd name="T83" fmla="*/ 81 h 609"/>
                    <a:gd name="T84" fmla="*/ 512 w 626"/>
                    <a:gd name="T85" fmla="*/ 56 h 609"/>
                    <a:gd name="T86" fmla="*/ 585 w 626"/>
                    <a:gd name="T87" fmla="*/ 129 h 609"/>
                    <a:gd name="T88" fmla="*/ 512 w 626"/>
                    <a:gd name="T89" fmla="*/ 202 h 6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626" h="609">
                      <a:moveTo>
                        <a:pt x="507" y="6"/>
                      </a:moveTo>
                      <a:cubicBezTo>
                        <a:pt x="503" y="1"/>
                        <a:pt x="496" y="0"/>
                        <a:pt x="490" y="2"/>
                      </a:cubicBezTo>
                      <a:cubicBezTo>
                        <a:pt x="484" y="5"/>
                        <a:pt x="480" y="11"/>
                        <a:pt x="480" y="17"/>
                      </a:cubicBezTo>
                      <a:cubicBezTo>
                        <a:pt x="480" y="65"/>
                        <a:pt x="480" y="65"/>
                        <a:pt x="480" y="65"/>
                      </a:cubicBezTo>
                      <a:cubicBezTo>
                        <a:pt x="432" y="65"/>
                        <a:pt x="432" y="65"/>
                        <a:pt x="432" y="65"/>
                      </a:cubicBezTo>
                      <a:cubicBezTo>
                        <a:pt x="282" y="65"/>
                        <a:pt x="160" y="187"/>
                        <a:pt x="160" y="337"/>
                      </a:cubicBezTo>
                      <a:cubicBezTo>
                        <a:pt x="160" y="379"/>
                        <a:pt x="170" y="421"/>
                        <a:pt x="189" y="459"/>
                      </a:cubicBezTo>
                      <a:cubicBezTo>
                        <a:pt x="167" y="473"/>
                        <a:pt x="140" y="481"/>
                        <a:pt x="112" y="481"/>
                      </a:cubicBezTo>
                      <a:cubicBezTo>
                        <a:pt x="16" y="481"/>
                        <a:pt x="16" y="481"/>
                        <a:pt x="16" y="481"/>
                      </a:cubicBezTo>
                      <a:cubicBezTo>
                        <a:pt x="7" y="481"/>
                        <a:pt x="0" y="488"/>
                        <a:pt x="0" y="497"/>
                      </a:cubicBezTo>
                      <a:cubicBezTo>
                        <a:pt x="0" y="506"/>
                        <a:pt x="7" y="513"/>
                        <a:pt x="16" y="513"/>
                      </a:cubicBezTo>
                      <a:cubicBezTo>
                        <a:pt x="112" y="513"/>
                        <a:pt x="112" y="513"/>
                        <a:pt x="112" y="513"/>
                      </a:cubicBezTo>
                      <a:cubicBezTo>
                        <a:pt x="152" y="513"/>
                        <a:pt x="189" y="500"/>
                        <a:pt x="219" y="477"/>
                      </a:cubicBezTo>
                      <a:cubicBezTo>
                        <a:pt x="219" y="477"/>
                        <a:pt x="219" y="476"/>
                        <a:pt x="220" y="476"/>
                      </a:cubicBezTo>
                      <a:cubicBezTo>
                        <a:pt x="261" y="444"/>
                        <a:pt x="288" y="394"/>
                        <a:pt x="288" y="337"/>
                      </a:cubicBezTo>
                      <a:cubicBezTo>
                        <a:pt x="288" y="298"/>
                        <a:pt x="304" y="262"/>
                        <a:pt x="330" y="236"/>
                      </a:cubicBezTo>
                      <a:cubicBezTo>
                        <a:pt x="344" y="267"/>
                        <a:pt x="352" y="302"/>
                        <a:pt x="352" y="337"/>
                      </a:cubicBezTo>
                      <a:cubicBezTo>
                        <a:pt x="352" y="469"/>
                        <a:pt x="244" y="577"/>
                        <a:pt x="112" y="577"/>
                      </a:cubicBezTo>
                      <a:cubicBezTo>
                        <a:pt x="16" y="577"/>
                        <a:pt x="16" y="577"/>
                        <a:pt x="16" y="577"/>
                      </a:cubicBezTo>
                      <a:cubicBezTo>
                        <a:pt x="7" y="577"/>
                        <a:pt x="0" y="584"/>
                        <a:pt x="0" y="593"/>
                      </a:cubicBezTo>
                      <a:cubicBezTo>
                        <a:pt x="0" y="602"/>
                        <a:pt x="7" y="609"/>
                        <a:pt x="16" y="609"/>
                      </a:cubicBezTo>
                      <a:cubicBezTo>
                        <a:pt x="112" y="609"/>
                        <a:pt x="112" y="609"/>
                        <a:pt x="112" y="609"/>
                      </a:cubicBezTo>
                      <a:cubicBezTo>
                        <a:pt x="262" y="609"/>
                        <a:pt x="384" y="487"/>
                        <a:pt x="384" y="337"/>
                      </a:cubicBezTo>
                      <a:cubicBezTo>
                        <a:pt x="384" y="295"/>
                        <a:pt x="374" y="253"/>
                        <a:pt x="355" y="215"/>
                      </a:cubicBezTo>
                      <a:cubicBezTo>
                        <a:pt x="378" y="201"/>
                        <a:pt x="404" y="193"/>
                        <a:pt x="432" y="193"/>
                      </a:cubicBezTo>
                      <a:cubicBezTo>
                        <a:pt x="480" y="193"/>
                        <a:pt x="480" y="193"/>
                        <a:pt x="480" y="193"/>
                      </a:cubicBezTo>
                      <a:cubicBezTo>
                        <a:pt x="480" y="241"/>
                        <a:pt x="480" y="241"/>
                        <a:pt x="480" y="241"/>
                      </a:cubicBezTo>
                      <a:cubicBezTo>
                        <a:pt x="480" y="248"/>
                        <a:pt x="484" y="253"/>
                        <a:pt x="490" y="256"/>
                      </a:cubicBezTo>
                      <a:cubicBezTo>
                        <a:pt x="496" y="258"/>
                        <a:pt x="503" y="257"/>
                        <a:pt x="507" y="252"/>
                      </a:cubicBezTo>
                      <a:cubicBezTo>
                        <a:pt x="619" y="140"/>
                        <a:pt x="619" y="140"/>
                        <a:pt x="619" y="140"/>
                      </a:cubicBezTo>
                      <a:cubicBezTo>
                        <a:pt x="626" y="134"/>
                        <a:pt x="626" y="124"/>
                        <a:pt x="619" y="118"/>
                      </a:cubicBezTo>
                      <a:lnTo>
                        <a:pt x="507" y="6"/>
                      </a:lnTo>
                      <a:close/>
                      <a:moveTo>
                        <a:pt x="512" y="202"/>
                      </a:moveTo>
                      <a:cubicBezTo>
                        <a:pt x="512" y="177"/>
                        <a:pt x="512" y="177"/>
                        <a:pt x="512" y="177"/>
                      </a:cubicBezTo>
                      <a:cubicBezTo>
                        <a:pt x="512" y="168"/>
                        <a:pt x="505" y="161"/>
                        <a:pt x="496" y="161"/>
                      </a:cubicBezTo>
                      <a:cubicBezTo>
                        <a:pt x="432" y="161"/>
                        <a:pt x="432" y="161"/>
                        <a:pt x="432" y="161"/>
                      </a:cubicBezTo>
                      <a:cubicBezTo>
                        <a:pt x="335" y="161"/>
                        <a:pt x="256" y="240"/>
                        <a:pt x="256" y="337"/>
                      </a:cubicBezTo>
                      <a:cubicBezTo>
                        <a:pt x="256" y="377"/>
                        <a:pt x="240" y="412"/>
                        <a:pt x="214" y="438"/>
                      </a:cubicBezTo>
                      <a:cubicBezTo>
                        <a:pt x="200" y="407"/>
                        <a:pt x="192" y="372"/>
                        <a:pt x="192" y="337"/>
                      </a:cubicBezTo>
                      <a:cubicBezTo>
                        <a:pt x="192" y="205"/>
                        <a:pt x="300" y="97"/>
                        <a:pt x="432" y="97"/>
                      </a:cubicBezTo>
                      <a:cubicBezTo>
                        <a:pt x="496" y="97"/>
                        <a:pt x="496" y="97"/>
                        <a:pt x="496" y="97"/>
                      </a:cubicBezTo>
                      <a:cubicBezTo>
                        <a:pt x="505" y="97"/>
                        <a:pt x="512" y="90"/>
                        <a:pt x="512" y="81"/>
                      </a:cubicBezTo>
                      <a:cubicBezTo>
                        <a:pt x="512" y="56"/>
                        <a:pt x="512" y="56"/>
                        <a:pt x="512" y="56"/>
                      </a:cubicBezTo>
                      <a:cubicBezTo>
                        <a:pt x="585" y="129"/>
                        <a:pt x="585" y="129"/>
                        <a:pt x="585" y="129"/>
                      </a:cubicBezTo>
                      <a:lnTo>
                        <a:pt x="512" y="20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pic>
        <p:nvPicPr>
          <p:cNvPr id="61" name="Graphic 60">
            <a:extLst>
              <a:ext uri="{FF2B5EF4-FFF2-40B4-BE49-F238E27FC236}">
                <a16:creationId xmlns:a16="http://schemas.microsoft.com/office/drawing/2014/main" id="{3B751231-99F8-20DE-9448-18D786B326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47103" y="222469"/>
            <a:ext cx="1828800" cy="463459"/>
          </a:xfrm>
          <a:prstGeom prst="rect">
            <a:avLst/>
          </a:prstGeom>
        </p:spPr>
      </p:pic>
      <p:sp>
        <p:nvSpPr>
          <p:cNvPr id="76" name="Slide Number Placeholder 3">
            <a:extLst>
              <a:ext uri="{FF2B5EF4-FFF2-40B4-BE49-F238E27FC236}">
                <a16:creationId xmlns:a16="http://schemas.microsoft.com/office/drawing/2014/main" id="{DD016739-B990-A7BF-834B-CF3FD0CF9F25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5FE9E7-1A92-45FD-9CBA-52B7C49E9D40}" type="slidenum">
              <a:rPr lang="en-US" sz="1000" smtClean="0"/>
              <a:pPr algn="ctr"/>
              <a:t>2</a:t>
            </a:fld>
            <a:endParaRPr lang="en-US" sz="1000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24D55973-3E2B-55CB-028B-EB1399FBF068}"/>
              </a:ext>
            </a:extLst>
          </p:cNvPr>
          <p:cNvSpPr/>
          <p:nvPr/>
        </p:nvSpPr>
        <p:spPr>
          <a:xfrm rot="16200000">
            <a:off x="-876298" y="2184398"/>
            <a:ext cx="2247900" cy="495304"/>
          </a:xfrm>
          <a:custGeom>
            <a:avLst/>
            <a:gdLst>
              <a:gd name="connsiteX0" fmla="*/ 0 w 3422072"/>
              <a:gd name="connsiteY0" fmla="*/ 0 h 637309"/>
              <a:gd name="connsiteX1" fmla="*/ 3422072 w 3422072"/>
              <a:gd name="connsiteY1" fmla="*/ 0 h 637309"/>
              <a:gd name="connsiteX2" fmla="*/ 3422072 w 3422072"/>
              <a:gd name="connsiteY2" fmla="*/ 341738 h 637309"/>
              <a:gd name="connsiteX3" fmla="*/ 3126501 w 3422072"/>
              <a:gd name="connsiteY3" fmla="*/ 637309 h 637309"/>
              <a:gd name="connsiteX4" fmla="*/ 295571 w 3422072"/>
              <a:gd name="connsiteY4" fmla="*/ 637309 h 637309"/>
              <a:gd name="connsiteX5" fmla="*/ 0 w 3422072"/>
              <a:gd name="connsiteY5" fmla="*/ 341738 h 637309"/>
              <a:gd name="connsiteX6" fmla="*/ 0 w 3422072"/>
              <a:gd name="connsiteY6" fmla="*/ 0 h 63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2072" h="637309">
                <a:moveTo>
                  <a:pt x="0" y="0"/>
                </a:moveTo>
                <a:lnTo>
                  <a:pt x="3422072" y="0"/>
                </a:lnTo>
                <a:lnTo>
                  <a:pt x="3422072" y="341738"/>
                </a:lnTo>
                <a:cubicBezTo>
                  <a:pt x="3422072" y="504977"/>
                  <a:pt x="3289740" y="637309"/>
                  <a:pt x="3126501" y="637309"/>
                </a:cubicBezTo>
                <a:lnTo>
                  <a:pt x="295571" y="637309"/>
                </a:lnTo>
                <a:cubicBezTo>
                  <a:pt x="132332" y="637309"/>
                  <a:pt x="0" y="504977"/>
                  <a:pt x="0" y="34173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Insights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93A9E91C-910D-6AC5-7454-6A063ECB7495}"/>
              </a:ext>
            </a:extLst>
          </p:cNvPr>
          <p:cNvSpPr/>
          <p:nvPr/>
        </p:nvSpPr>
        <p:spPr>
          <a:xfrm rot="16200000">
            <a:off x="-888997" y="5105401"/>
            <a:ext cx="2273301" cy="495304"/>
          </a:xfrm>
          <a:custGeom>
            <a:avLst/>
            <a:gdLst>
              <a:gd name="connsiteX0" fmla="*/ 0 w 3422072"/>
              <a:gd name="connsiteY0" fmla="*/ 0 h 637309"/>
              <a:gd name="connsiteX1" fmla="*/ 3422072 w 3422072"/>
              <a:gd name="connsiteY1" fmla="*/ 0 h 637309"/>
              <a:gd name="connsiteX2" fmla="*/ 3422072 w 3422072"/>
              <a:gd name="connsiteY2" fmla="*/ 341738 h 637309"/>
              <a:gd name="connsiteX3" fmla="*/ 3126501 w 3422072"/>
              <a:gd name="connsiteY3" fmla="*/ 637309 h 637309"/>
              <a:gd name="connsiteX4" fmla="*/ 295571 w 3422072"/>
              <a:gd name="connsiteY4" fmla="*/ 637309 h 637309"/>
              <a:gd name="connsiteX5" fmla="*/ 0 w 3422072"/>
              <a:gd name="connsiteY5" fmla="*/ 341738 h 637309"/>
              <a:gd name="connsiteX6" fmla="*/ 0 w 3422072"/>
              <a:gd name="connsiteY6" fmla="*/ 0 h 63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2072" h="637309">
                <a:moveTo>
                  <a:pt x="0" y="0"/>
                </a:moveTo>
                <a:lnTo>
                  <a:pt x="3422072" y="0"/>
                </a:lnTo>
                <a:lnTo>
                  <a:pt x="3422072" y="341738"/>
                </a:lnTo>
                <a:cubicBezTo>
                  <a:pt x="3422072" y="504977"/>
                  <a:pt x="3289740" y="637309"/>
                  <a:pt x="3126501" y="637309"/>
                </a:cubicBezTo>
                <a:lnTo>
                  <a:pt x="295571" y="637309"/>
                </a:lnTo>
                <a:cubicBezTo>
                  <a:pt x="132332" y="637309"/>
                  <a:pt x="0" y="504977"/>
                  <a:pt x="0" y="34173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Challenges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38AE846-DDC6-7152-449F-12F5B69E8CC4}"/>
              </a:ext>
            </a:extLst>
          </p:cNvPr>
          <p:cNvCxnSpPr>
            <a:cxnSpLocks/>
          </p:cNvCxnSpPr>
          <p:nvPr/>
        </p:nvCxnSpPr>
        <p:spPr>
          <a:xfrm flipV="1">
            <a:off x="3697803" y="4827516"/>
            <a:ext cx="0" cy="1477811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D2B1DD1-80E8-9C99-DC32-6915E4349447}"/>
              </a:ext>
            </a:extLst>
          </p:cNvPr>
          <p:cNvSpPr txBox="1"/>
          <p:nvPr/>
        </p:nvSpPr>
        <p:spPr>
          <a:xfrm>
            <a:off x="622300" y="4824342"/>
            <a:ext cx="2886075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1.6% </a:t>
            </a:r>
            <a:r>
              <a:rPr lang="en-US" dirty="0">
                <a:solidFill>
                  <a:schemeClr val="bg1"/>
                </a:solidFill>
              </a:rPr>
              <a:t>of the total crew size required medical disembarkation and/or repatriation</a:t>
            </a:r>
            <a:endParaRPr lang="en-US" dirty="0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Many of these cases involved Indian crew members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496DF15-9ED5-07C3-36DF-6B9C291E71E1}"/>
              </a:ext>
            </a:extLst>
          </p:cNvPr>
          <p:cNvGrpSpPr/>
          <p:nvPr/>
        </p:nvGrpSpPr>
        <p:grpSpPr>
          <a:xfrm>
            <a:off x="530464" y="3974749"/>
            <a:ext cx="3032961" cy="720000"/>
            <a:chOff x="6281932" y="1266881"/>
            <a:chExt cx="3032961" cy="72000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65C4E14-41B6-2780-8146-D0239488E81A}"/>
                </a:ext>
              </a:extLst>
            </p:cNvPr>
            <p:cNvSpPr txBox="1"/>
            <p:nvPr/>
          </p:nvSpPr>
          <p:spPr>
            <a:xfrm>
              <a:off x="7063422" y="1311272"/>
              <a:ext cx="22514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Crew Repatriation Statistics</a:t>
              </a:r>
            </a:p>
          </p:txBody>
        </p:sp>
        <p:grpSp>
          <p:nvGrpSpPr>
            <p:cNvPr id="95" name="easyIcon">
              <a:extLst>
                <a:ext uri="{FF2B5EF4-FFF2-40B4-BE49-F238E27FC236}">
                  <a16:creationId xmlns:a16="http://schemas.microsoft.com/office/drawing/2014/main" id="{329A25BE-401A-61E5-85AF-7188F8F2AB4F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6281932" y="1266881"/>
              <a:ext cx="720000" cy="720000"/>
              <a:chOff x="32727" y="32727"/>
              <a:chExt cx="654545" cy="654546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27EE591B-3CA7-80AB-47A3-42FF0703D30B}"/>
                  </a:ext>
                </a:extLst>
              </p:cNvPr>
              <p:cNvSpPr/>
              <p:nvPr/>
            </p:nvSpPr>
            <p:spPr>
              <a:xfrm>
                <a:off x="32727" y="32727"/>
                <a:ext cx="654545" cy="65454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15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Vector">
                <a:extLst>
                  <a:ext uri="{FF2B5EF4-FFF2-40B4-BE49-F238E27FC236}">
                    <a16:creationId xmlns:a16="http://schemas.microsoft.com/office/drawing/2014/main" id="{4CC2CDAE-3B06-82FE-6AEB-75FDDC00ABE5}"/>
                  </a:ext>
                </a:extLst>
              </p:cNvPr>
              <p:cNvSpPr/>
              <p:nvPr/>
            </p:nvSpPr>
            <p:spPr>
              <a:xfrm>
                <a:off x="107999" y="233516"/>
                <a:ext cx="504000" cy="368401"/>
              </a:xfrm>
              <a:custGeom>
                <a:avLst/>
                <a:gdLst>
                  <a:gd name="connsiteX0" fmla="*/ 41650 w 504000"/>
                  <a:gd name="connsiteY0" fmla="*/ 368402 h 368401"/>
                  <a:gd name="connsiteX1" fmla="*/ 462350 w 504000"/>
                  <a:gd name="connsiteY1" fmla="*/ 368402 h 368401"/>
                  <a:gd name="connsiteX2" fmla="*/ 504000 w 504000"/>
                  <a:gd name="connsiteY2" fmla="*/ 326751 h 368401"/>
                  <a:gd name="connsiteX3" fmla="*/ 504000 w 504000"/>
                  <a:gd name="connsiteY3" fmla="*/ 305390 h 368401"/>
                  <a:gd name="connsiteX4" fmla="*/ 496125 w 504000"/>
                  <a:gd name="connsiteY4" fmla="*/ 297515 h 368401"/>
                  <a:gd name="connsiteX5" fmla="*/ 482891 w 504000"/>
                  <a:gd name="connsiteY5" fmla="*/ 297515 h 368401"/>
                  <a:gd name="connsiteX6" fmla="*/ 482891 w 504000"/>
                  <a:gd name="connsiteY6" fmla="*/ 31220 h 368401"/>
                  <a:gd name="connsiteX7" fmla="*/ 451670 w 504000"/>
                  <a:gd name="connsiteY7" fmla="*/ 0 h 368401"/>
                  <a:gd name="connsiteX8" fmla="*/ 52330 w 504000"/>
                  <a:gd name="connsiteY8" fmla="*/ 0 h 368401"/>
                  <a:gd name="connsiteX9" fmla="*/ 21109 w 504000"/>
                  <a:gd name="connsiteY9" fmla="*/ 31220 h 368401"/>
                  <a:gd name="connsiteX10" fmla="*/ 21109 w 504000"/>
                  <a:gd name="connsiteY10" fmla="*/ 297519 h 368401"/>
                  <a:gd name="connsiteX11" fmla="*/ 7875 w 504000"/>
                  <a:gd name="connsiteY11" fmla="*/ 297519 h 368401"/>
                  <a:gd name="connsiteX12" fmla="*/ 0 w 504000"/>
                  <a:gd name="connsiteY12" fmla="*/ 305394 h 368401"/>
                  <a:gd name="connsiteX13" fmla="*/ 0 w 504000"/>
                  <a:gd name="connsiteY13" fmla="*/ 326755 h 368401"/>
                  <a:gd name="connsiteX14" fmla="*/ 41650 w 504000"/>
                  <a:gd name="connsiteY14" fmla="*/ 368402 h 368401"/>
                  <a:gd name="connsiteX15" fmla="*/ 36859 w 504000"/>
                  <a:gd name="connsiteY15" fmla="*/ 31220 h 368401"/>
                  <a:gd name="connsiteX16" fmla="*/ 52330 w 504000"/>
                  <a:gd name="connsiteY16" fmla="*/ 15750 h 368401"/>
                  <a:gd name="connsiteX17" fmla="*/ 451670 w 504000"/>
                  <a:gd name="connsiteY17" fmla="*/ 15750 h 368401"/>
                  <a:gd name="connsiteX18" fmla="*/ 467141 w 504000"/>
                  <a:gd name="connsiteY18" fmla="*/ 31220 h 368401"/>
                  <a:gd name="connsiteX19" fmla="*/ 467141 w 504000"/>
                  <a:gd name="connsiteY19" fmla="*/ 297519 h 368401"/>
                  <a:gd name="connsiteX20" fmla="*/ 36859 w 504000"/>
                  <a:gd name="connsiteY20" fmla="*/ 297519 h 368401"/>
                  <a:gd name="connsiteX21" fmla="*/ 191828 w 504000"/>
                  <a:gd name="connsiteY21" fmla="*/ 313269 h 368401"/>
                  <a:gd name="connsiteX22" fmla="*/ 312172 w 504000"/>
                  <a:gd name="connsiteY22" fmla="*/ 313269 h 368401"/>
                  <a:gd name="connsiteX23" fmla="*/ 312172 w 504000"/>
                  <a:gd name="connsiteY23" fmla="*/ 322726 h 368401"/>
                  <a:gd name="connsiteX24" fmla="*/ 191828 w 504000"/>
                  <a:gd name="connsiteY24" fmla="*/ 322726 h 368401"/>
                  <a:gd name="connsiteX25" fmla="*/ 15750 w 504000"/>
                  <a:gd name="connsiteY25" fmla="*/ 313269 h 368401"/>
                  <a:gd name="connsiteX26" fmla="*/ 176078 w 504000"/>
                  <a:gd name="connsiteY26" fmla="*/ 313269 h 368401"/>
                  <a:gd name="connsiteX27" fmla="*/ 176078 w 504000"/>
                  <a:gd name="connsiteY27" fmla="*/ 323647 h 368401"/>
                  <a:gd name="connsiteX28" fmla="*/ 190907 w 504000"/>
                  <a:gd name="connsiteY28" fmla="*/ 338476 h 368401"/>
                  <a:gd name="connsiteX29" fmla="*/ 313093 w 504000"/>
                  <a:gd name="connsiteY29" fmla="*/ 338476 h 368401"/>
                  <a:gd name="connsiteX30" fmla="*/ 327922 w 504000"/>
                  <a:gd name="connsiteY30" fmla="*/ 323647 h 368401"/>
                  <a:gd name="connsiteX31" fmla="*/ 327922 w 504000"/>
                  <a:gd name="connsiteY31" fmla="*/ 313269 h 368401"/>
                  <a:gd name="connsiteX32" fmla="*/ 488250 w 504000"/>
                  <a:gd name="connsiteY32" fmla="*/ 313269 h 368401"/>
                  <a:gd name="connsiteX33" fmla="*/ 488250 w 504000"/>
                  <a:gd name="connsiteY33" fmla="*/ 326755 h 368401"/>
                  <a:gd name="connsiteX34" fmla="*/ 462350 w 504000"/>
                  <a:gd name="connsiteY34" fmla="*/ 352656 h 368401"/>
                  <a:gd name="connsiteX35" fmla="*/ 41650 w 504000"/>
                  <a:gd name="connsiteY35" fmla="*/ 352656 h 368401"/>
                  <a:gd name="connsiteX36" fmla="*/ 15750 w 504000"/>
                  <a:gd name="connsiteY36" fmla="*/ 326751 h 368401"/>
                  <a:gd name="connsiteX37" fmla="*/ 231022 w 504000"/>
                  <a:gd name="connsiteY37" fmla="*/ 134618 h 368401"/>
                  <a:gd name="connsiteX38" fmla="*/ 294632 w 504000"/>
                  <a:gd name="connsiteY38" fmla="*/ 81205 h 368401"/>
                  <a:gd name="connsiteX39" fmla="*/ 302884 w 504000"/>
                  <a:gd name="connsiteY39" fmla="*/ 80035 h 368401"/>
                  <a:gd name="connsiteX40" fmla="*/ 361955 w 504000"/>
                  <a:gd name="connsiteY40" fmla="*/ 106189 h 368401"/>
                  <a:gd name="connsiteX41" fmla="*/ 407556 w 504000"/>
                  <a:gd name="connsiteY41" fmla="*/ 67208 h 368401"/>
                  <a:gd name="connsiteX42" fmla="*/ 397880 w 504000"/>
                  <a:gd name="connsiteY42" fmla="*/ 66350 h 368401"/>
                  <a:gd name="connsiteX43" fmla="*/ 390732 w 504000"/>
                  <a:gd name="connsiteY43" fmla="*/ 57809 h 368401"/>
                  <a:gd name="connsiteX44" fmla="*/ 399272 w 504000"/>
                  <a:gd name="connsiteY44" fmla="*/ 50661 h 368401"/>
                  <a:gd name="connsiteX45" fmla="*/ 427613 w 504000"/>
                  <a:gd name="connsiteY45" fmla="*/ 53171 h 368401"/>
                  <a:gd name="connsiteX46" fmla="*/ 434761 w 504000"/>
                  <a:gd name="connsiteY46" fmla="*/ 61710 h 368401"/>
                  <a:gd name="connsiteX47" fmla="*/ 432247 w 504000"/>
                  <a:gd name="connsiteY47" fmla="*/ 90046 h 368401"/>
                  <a:gd name="connsiteX48" fmla="*/ 424411 w 504000"/>
                  <a:gd name="connsiteY48" fmla="*/ 97227 h 368401"/>
                  <a:gd name="connsiteX49" fmla="*/ 423707 w 504000"/>
                  <a:gd name="connsiteY49" fmla="*/ 97195 h 368401"/>
                  <a:gd name="connsiteX50" fmla="*/ 416558 w 504000"/>
                  <a:gd name="connsiteY50" fmla="*/ 88656 h 368401"/>
                  <a:gd name="connsiteX51" fmla="*/ 416558 w 504000"/>
                  <a:gd name="connsiteY51" fmla="*/ 88655 h 368401"/>
                  <a:gd name="connsiteX52" fmla="*/ 417367 w 504000"/>
                  <a:gd name="connsiteY52" fmla="*/ 79540 h 368401"/>
                  <a:gd name="connsiteX53" fmla="*/ 368424 w 504000"/>
                  <a:gd name="connsiteY53" fmla="*/ 121384 h 368401"/>
                  <a:gd name="connsiteX54" fmla="*/ 360119 w 504000"/>
                  <a:gd name="connsiteY54" fmla="*/ 122599 h 368401"/>
                  <a:gd name="connsiteX55" fmla="*/ 301000 w 504000"/>
                  <a:gd name="connsiteY55" fmla="*/ 96425 h 368401"/>
                  <a:gd name="connsiteX56" fmla="*/ 241150 w 504000"/>
                  <a:gd name="connsiteY56" fmla="*/ 146679 h 368401"/>
                  <a:gd name="connsiteX57" fmla="*/ 230054 w 504000"/>
                  <a:gd name="connsiteY57" fmla="*/ 145728 h 368401"/>
                  <a:gd name="connsiteX58" fmla="*/ 231005 w 504000"/>
                  <a:gd name="connsiteY58" fmla="*/ 134632 h 368401"/>
                  <a:gd name="connsiteX59" fmla="*/ 231022 w 504000"/>
                  <a:gd name="connsiteY59" fmla="*/ 134618 h 368401"/>
                  <a:gd name="connsiteX60" fmla="*/ 442543 w 504000"/>
                  <a:gd name="connsiteY60" fmla="*/ 254768 h 368401"/>
                  <a:gd name="connsiteX61" fmla="*/ 434668 w 504000"/>
                  <a:gd name="connsiteY61" fmla="*/ 262643 h 368401"/>
                  <a:gd name="connsiteX62" fmla="*/ 224733 w 504000"/>
                  <a:gd name="connsiteY62" fmla="*/ 262643 h 368401"/>
                  <a:gd name="connsiteX63" fmla="*/ 216858 w 504000"/>
                  <a:gd name="connsiteY63" fmla="*/ 254768 h 368401"/>
                  <a:gd name="connsiteX64" fmla="*/ 224733 w 504000"/>
                  <a:gd name="connsiteY64" fmla="*/ 246893 h 368401"/>
                  <a:gd name="connsiteX65" fmla="*/ 247015 w 504000"/>
                  <a:gd name="connsiteY65" fmla="*/ 246893 h 368401"/>
                  <a:gd name="connsiteX66" fmla="*/ 247015 w 504000"/>
                  <a:gd name="connsiteY66" fmla="*/ 181116 h 368401"/>
                  <a:gd name="connsiteX67" fmla="*/ 254890 w 504000"/>
                  <a:gd name="connsiteY67" fmla="*/ 173241 h 368401"/>
                  <a:gd name="connsiteX68" fmla="*/ 262765 w 504000"/>
                  <a:gd name="connsiteY68" fmla="*/ 181116 h 368401"/>
                  <a:gd name="connsiteX69" fmla="*/ 262765 w 504000"/>
                  <a:gd name="connsiteY69" fmla="*/ 246893 h 368401"/>
                  <a:gd name="connsiteX70" fmla="*/ 298057 w 504000"/>
                  <a:gd name="connsiteY70" fmla="*/ 246893 h 368401"/>
                  <a:gd name="connsiteX71" fmla="*/ 298057 w 504000"/>
                  <a:gd name="connsiteY71" fmla="*/ 137049 h 368401"/>
                  <a:gd name="connsiteX72" fmla="*/ 305932 w 504000"/>
                  <a:gd name="connsiteY72" fmla="*/ 129174 h 368401"/>
                  <a:gd name="connsiteX73" fmla="*/ 313807 w 504000"/>
                  <a:gd name="connsiteY73" fmla="*/ 137049 h 368401"/>
                  <a:gd name="connsiteX74" fmla="*/ 313807 w 504000"/>
                  <a:gd name="connsiteY74" fmla="*/ 246893 h 368401"/>
                  <a:gd name="connsiteX75" fmla="*/ 349100 w 504000"/>
                  <a:gd name="connsiteY75" fmla="*/ 246893 h 368401"/>
                  <a:gd name="connsiteX76" fmla="*/ 349100 w 504000"/>
                  <a:gd name="connsiteY76" fmla="*/ 160281 h 368401"/>
                  <a:gd name="connsiteX77" fmla="*/ 356975 w 504000"/>
                  <a:gd name="connsiteY77" fmla="*/ 152406 h 368401"/>
                  <a:gd name="connsiteX78" fmla="*/ 364850 w 504000"/>
                  <a:gd name="connsiteY78" fmla="*/ 160281 h 368401"/>
                  <a:gd name="connsiteX79" fmla="*/ 364850 w 504000"/>
                  <a:gd name="connsiteY79" fmla="*/ 246891 h 368401"/>
                  <a:gd name="connsiteX80" fmla="*/ 400142 w 504000"/>
                  <a:gd name="connsiteY80" fmla="*/ 246891 h 368401"/>
                  <a:gd name="connsiteX81" fmla="*/ 400142 w 504000"/>
                  <a:gd name="connsiteY81" fmla="*/ 115412 h 368401"/>
                  <a:gd name="connsiteX82" fmla="*/ 408017 w 504000"/>
                  <a:gd name="connsiteY82" fmla="*/ 107537 h 368401"/>
                  <a:gd name="connsiteX83" fmla="*/ 415892 w 504000"/>
                  <a:gd name="connsiteY83" fmla="*/ 115412 h 368401"/>
                  <a:gd name="connsiteX84" fmla="*/ 415892 w 504000"/>
                  <a:gd name="connsiteY84" fmla="*/ 246893 h 368401"/>
                  <a:gd name="connsiteX85" fmla="*/ 434672 w 504000"/>
                  <a:gd name="connsiteY85" fmla="*/ 246893 h 368401"/>
                  <a:gd name="connsiteX86" fmla="*/ 442543 w 504000"/>
                  <a:gd name="connsiteY86" fmla="*/ 254768 h 368401"/>
                  <a:gd name="connsiteX87" fmla="*/ 97574 w 504000"/>
                  <a:gd name="connsiteY87" fmla="*/ 130633 h 368401"/>
                  <a:gd name="connsiteX88" fmla="*/ 141048 w 504000"/>
                  <a:gd name="connsiteY88" fmla="*/ 87159 h 368401"/>
                  <a:gd name="connsiteX89" fmla="*/ 97574 w 504000"/>
                  <a:gd name="connsiteY89" fmla="*/ 43685 h 368401"/>
                  <a:gd name="connsiteX90" fmla="*/ 54100 w 504000"/>
                  <a:gd name="connsiteY90" fmla="*/ 87159 h 368401"/>
                  <a:gd name="connsiteX91" fmla="*/ 97574 w 504000"/>
                  <a:gd name="connsiteY91" fmla="*/ 130633 h 368401"/>
                  <a:gd name="connsiteX92" fmla="*/ 97574 w 504000"/>
                  <a:gd name="connsiteY92" fmla="*/ 114883 h 368401"/>
                  <a:gd name="connsiteX93" fmla="*/ 82656 w 504000"/>
                  <a:gd name="connsiteY93" fmla="*/ 110509 h 368401"/>
                  <a:gd name="connsiteX94" fmla="*/ 100512 w 504000"/>
                  <a:gd name="connsiteY94" fmla="*/ 95034 h 368401"/>
                  <a:gd name="connsiteX95" fmla="*/ 124152 w 504000"/>
                  <a:gd name="connsiteY95" fmla="*/ 95034 h 368401"/>
                  <a:gd name="connsiteX96" fmla="*/ 97574 w 504000"/>
                  <a:gd name="connsiteY96" fmla="*/ 114883 h 368401"/>
                  <a:gd name="connsiteX97" fmla="*/ 124152 w 504000"/>
                  <a:gd name="connsiteY97" fmla="*/ 79284 h 368401"/>
                  <a:gd name="connsiteX98" fmla="*/ 105449 w 504000"/>
                  <a:gd name="connsiteY98" fmla="*/ 79284 h 368401"/>
                  <a:gd name="connsiteX99" fmla="*/ 105449 w 504000"/>
                  <a:gd name="connsiteY99" fmla="*/ 60581 h 368401"/>
                  <a:gd name="connsiteX100" fmla="*/ 124152 w 504000"/>
                  <a:gd name="connsiteY100" fmla="*/ 79284 h 368401"/>
                  <a:gd name="connsiteX101" fmla="*/ 89699 w 504000"/>
                  <a:gd name="connsiteY101" fmla="*/ 60581 h 368401"/>
                  <a:gd name="connsiteX102" fmla="*/ 89699 w 504000"/>
                  <a:gd name="connsiteY102" fmla="*/ 83563 h 368401"/>
                  <a:gd name="connsiteX103" fmla="*/ 72336 w 504000"/>
                  <a:gd name="connsiteY103" fmla="*/ 98612 h 368401"/>
                  <a:gd name="connsiteX104" fmla="*/ 86081 w 504000"/>
                  <a:gd name="connsiteY104" fmla="*/ 61932 h 368401"/>
                  <a:gd name="connsiteX105" fmla="*/ 89699 w 504000"/>
                  <a:gd name="connsiteY105" fmla="*/ 60582 h 368401"/>
                  <a:gd name="connsiteX106" fmla="*/ 144354 w 504000"/>
                  <a:gd name="connsiteY106" fmla="*/ 72081 h 368401"/>
                  <a:gd name="connsiteX107" fmla="*/ 152229 w 504000"/>
                  <a:gd name="connsiteY107" fmla="*/ 64206 h 368401"/>
                  <a:gd name="connsiteX108" fmla="*/ 223997 w 504000"/>
                  <a:gd name="connsiteY108" fmla="*/ 64206 h 368401"/>
                  <a:gd name="connsiteX109" fmla="*/ 231872 w 504000"/>
                  <a:gd name="connsiteY109" fmla="*/ 72081 h 368401"/>
                  <a:gd name="connsiteX110" fmla="*/ 223997 w 504000"/>
                  <a:gd name="connsiteY110" fmla="*/ 79956 h 368401"/>
                  <a:gd name="connsiteX111" fmla="*/ 152229 w 504000"/>
                  <a:gd name="connsiteY111" fmla="*/ 79956 h 368401"/>
                  <a:gd name="connsiteX112" fmla="*/ 144354 w 504000"/>
                  <a:gd name="connsiteY112" fmla="*/ 72081 h 368401"/>
                  <a:gd name="connsiteX113" fmla="*/ 144354 w 504000"/>
                  <a:gd name="connsiteY113" fmla="*/ 102247 h 368401"/>
                  <a:gd name="connsiteX114" fmla="*/ 152229 w 504000"/>
                  <a:gd name="connsiteY114" fmla="*/ 94372 h 368401"/>
                  <a:gd name="connsiteX115" fmla="*/ 223997 w 504000"/>
                  <a:gd name="connsiteY115" fmla="*/ 94372 h 368401"/>
                  <a:gd name="connsiteX116" fmla="*/ 231872 w 504000"/>
                  <a:gd name="connsiteY116" fmla="*/ 102247 h 368401"/>
                  <a:gd name="connsiteX117" fmla="*/ 223997 w 504000"/>
                  <a:gd name="connsiteY117" fmla="*/ 110122 h 368401"/>
                  <a:gd name="connsiteX118" fmla="*/ 152229 w 504000"/>
                  <a:gd name="connsiteY118" fmla="*/ 110122 h 368401"/>
                  <a:gd name="connsiteX119" fmla="*/ 144354 w 504000"/>
                  <a:gd name="connsiteY119" fmla="*/ 102247 h 368401"/>
                  <a:gd name="connsiteX120" fmla="*/ 144354 w 504000"/>
                  <a:gd name="connsiteY120" fmla="*/ 102243 h 368401"/>
                  <a:gd name="connsiteX121" fmla="*/ 189591 w 504000"/>
                  <a:gd name="connsiteY121" fmla="*/ 204309 h 368401"/>
                  <a:gd name="connsiteX122" fmla="*/ 180148 w 504000"/>
                  <a:gd name="connsiteY122" fmla="*/ 201257 h 368401"/>
                  <a:gd name="connsiteX123" fmla="*/ 179447 w 504000"/>
                  <a:gd name="connsiteY123" fmla="*/ 198986 h 368401"/>
                  <a:gd name="connsiteX124" fmla="*/ 185535 w 504000"/>
                  <a:gd name="connsiteY124" fmla="*/ 191147 h 368401"/>
                  <a:gd name="connsiteX125" fmla="*/ 185381 w 504000"/>
                  <a:gd name="connsiteY125" fmla="*/ 181294 h 368401"/>
                  <a:gd name="connsiteX126" fmla="*/ 173995 w 504000"/>
                  <a:gd name="connsiteY126" fmla="*/ 167542 h 368401"/>
                  <a:gd name="connsiteX127" fmla="*/ 164348 w 504000"/>
                  <a:gd name="connsiteY127" fmla="*/ 165553 h 368401"/>
                  <a:gd name="connsiteX128" fmla="*/ 155511 w 504000"/>
                  <a:gd name="connsiteY128" fmla="*/ 170072 h 368401"/>
                  <a:gd name="connsiteX129" fmla="*/ 153410 w 504000"/>
                  <a:gd name="connsiteY129" fmla="*/ 168959 h 368401"/>
                  <a:gd name="connsiteX130" fmla="*/ 152173 w 504000"/>
                  <a:gd name="connsiteY130" fmla="*/ 159115 h 368401"/>
                  <a:gd name="connsiteX131" fmla="*/ 145097 w 504000"/>
                  <a:gd name="connsiteY131" fmla="*/ 152256 h 368401"/>
                  <a:gd name="connsiteX132" fmla="*/ 127321 w 504000"/>
                  <a:gd name="connsiteY132" fmla="*/ 150582 h 368401"/>
                  <a:gd name="connsiteX133" fmla="*/ 119091 w 504000"/>
                  <a:gd name="connsiteY133" fmla="*/ 155997 h 368401"/>
                  <a:gd name="connsiteX134" fmla="*/ 116039 w 504000"/>
                  <a:gd name="connsiteY134" fmla="*/ 165439 h 368401"/>
                  <a:gd name="connsiteX135" fmla="*/ 113768 w 504000"/>
                  <a:gd name="connsiteY135" fmla="*/ 166140 h 368401"/>
                  <a:gd name="connsiteX136" fmla="*/ 105929 w 504000"/>
                  <a:gd name="connsiteY136" fmla="*/ 160052 h 368401"/>
                  <a:gd name="connsiteX137" fmla="*/ 96076 w 504000"/>
                  <a:gd name="connsiteY137" fmla="*/ 160206 h 368401"/>
                  <a:gd name="connsiteX138" fmla="*/ 82317 w 504000"/>
                  <a:gd name="connsiteY138" fmla="*/ 171592 h 368401"/>
                  <a:gd name="connsiteX139" fmla="*/ 80325 w 504000"/>
                  <a:gd name="connsiteY139" fmla="*/ 181248 h 368401"/>
                  <a:gd name="connsiteX140" fmla="*/ 84843 w 504000"/>
                  <a:gd name="connsiteY140" fmla="*/ 190085 h 368401"/>
                  <a:gd name="connsiteX141" fmla="*/ 83730 w 504000"/>
                  <a:gd name="connsiteY141" fmla="*/ 192186 h 368401"/>
                  <a:gd name="connsiteX142" fmla="*/ 73886 w 504000"/>
                  <a:gd name="connsiteY142" fmla="*/ 193423 h 368401"/>
                  <a:gd name="connsiteX143" fmla="*/ 67027 w 504000"/>
                  <a:gd name="connsiteY143" fmla="*/ 200499 h 368401"/>
                  <a:gd name="connsiteX144" fmla="*/ 65354 w 504000"/>
                  <a:gd name="connsiteY144" fmla="*/ 218275 h 368401"/>
                  <a:gd name="connsiteX145" fmla="*/ 70768 w 504000"/>
                  <a:gd name="connsiteY145" fmla="*/ 226505 h 368401"/>
                  <a:gd name="connsiteX146" fmla="*/ 80211 w 504000"/>
                  <a:gd name="connsiteY146" fmla="*/ 229557 h 368401"/>
                  <a:gd name="connsiteX147" fmla="*/ 80913 w 504000"/>
                  <a:gd name="connsiteY147" fmla="*/ 231828 h 368401"/>
                  <a:gd name="connsiteX148" fmla="*/ 74824 w 504000"/>
                  <a:gd name="connsiteY148" fmla="*/ 239667 h 368401"/>
                  <a:gd name="connsiteX149" fmla="*/ 74977 w 504000"/>
                  <a:gd name="connsiteY149" fmla="*/ 249521 h 368401"/>
                  <a:gd name="connsiteX150" fmla="*/ 86364 w 504000"/>
                  <a:gd name="connsiteY150" fmla="*/ 263273 h 368401"/>
                  <a:gd name="connsiteX151" fmla="*/ 96011 w 504000"/>
                  <a:gd name="connsiteY151" fmla="*/ 265262 h 368401"/>
                  <a:gd name="connsiteX152" fmla="*/ 104849 w 504000"/>
                  <a:gd name="connsiteY152" fmla="*/ 260743 h 368401"/>
                  <a:gd name="connsiteX153" fmla="*/ 106949 w 504000"/>
                  <a:gd name="connsiteY153" fmla="*/ 261856 h 368401"/>
                  <a:gd name="connsiteX154" fmla="*/ 108187 w 504000"/>
                  <a:gd name="connsiteY154" fmla="*/ 271700 h 368401"/>
                  <a:gd name="connsiteX155" fmla="*/ 115262 w 504000"/>
                  <a:gd name="connsiteY155" fmla="*/ 278558 h 368401"/>
                  <a:gd name="connsiteX156" fmla="*/ 133038 w 504000"/>
                  <a:gd name="connsiteY156" fmla="*/ 280231 h 368401"/>
                  <a:gd name="connsiteX157" fmla="*/ 133781 w 504000"/>
                  <a:gd name="connsiteY157" fmla="*/ 280266 h 368401"/>
                  <a:gd name="connsiteX158" fmla="*/ 141269 w 504000"/>
                  <a:gd name="connsiteY158" fmla="*/ 274813 h 368401"/>
                  <a:gd name="connsiteX159" fmla="*/ 144320 w 504000"/>
                  <a:gd name="connsiteY159" fmla="*/ 265371 h 368401"/>
                  <a:gd name="connsiteX160" fmla="*/ 146591 w 504000"/>
                  <a:gd name="connsiteY160" fmla="*/ 264669 h 368401"/>
                  <a:gd name="connsiteX161" fmla="*/ 154431 w 504000"/>
                  <a:gd name="connsiteY161" fmla="*/ 270759 h 368401"/>
                  <a:gd name="connsiteX162" fmla="*/ 164283 w 504000"/>
                  <a:gd name="connsiteY162" fmla="*/ 270604 h 368401"/>
                  <a:gd name="connsiteX163" fmla="*/ 178036 w 504000"/>
                  <a:gd name="connsiteY163" fmla="*/ 259219 h 368401"/>
                  <a:gd name="connsiteX164" fmla="*/ 180042 w 504000"/>
                  <a:gd name="connsiteY164" fmla="*/ 249563 h 368401"/>
                  <a:gd name="connsiteX165" fmla="*/ 175523 w 504000"/>
                  <a:gd name="connsiteY165" fmla="*/ 240725 h 368401"/>
                  <a:gd name="connsiteX166" fmla="*/ 176636 w 504000"/>
                  <a:gd name="connsiteY166" fmla="*/ 238626 h 368401"/>
                  <a:gd name="connsiteX167" fmla="*/ 186480 w 504000"/>
                  <a:gd name="connsiteY167" fmla="*/ 237387 h 368401"/>
                  <a:gd name="connsiteX168" fmla="*/ 193338 w 504000"/>
                  <a:gd name="connsiteY168" fmla="*/ 230313 h 368401"/>
                  <a:gd name="connsiteX169" fmla="*/ 195012 w 504000"/>
                  <a:gd name="connsiteY169" fmla="*/ 212536 h 368401"/>
                  <a:gd name="connsiteX170" fmla="*/ 189591 w 504000"/>
                  <a:gd name="connsiteY170" fmla="*/ 204309 h 368401"/>
                  <a:gd name="connsiteX171" fmla="*/ 178247 w 504000"/>
                  <a:gd name="connsiteY171" fmla="*/ 222551 h 368401"/>
                  <a:gd name="connsiteX172" fmla="*/ 170263 w 504000"/>
                  <a:gd name="connsiteY172" fmla="*/ 223555 h 368401"/>
                  <a:gd name="connsiteX173" fmla="*/ 163903 w 504000"/>
                  <a:gd name="connsiteY173" fmla="*/ 228518 h 368401"/>
                  <a:gd name="connsiteX174" fmla="*/ 159997 w 504000"/>
                  <a:gd name="connsiteY174" fmla="*/ 235891 h 368401"/>
                  <a:gd name="connsiteX175" fmla="*/ 159469 w 504000"/>
                  <a:gd name="connsiteY175" fmla="*/ 243942 h 368401"/>
                  <a:gd name="connsiteX176" fmla="*/ 163136 w 504000"/>
                  <a:gd name="connsiteY176" fmla="*/ 251114 h 368401"/>
                  <a:gd name="connsiteX177" fmla="*/ 159113 w 504000"/>
                  <a:gd name="connsiteY177" fmla="*/ 254445 h 368401"/>
                  <a:gd name="connsiteX178" fmla="*/ 152752 w 504000"/>
                  <a:gd name="connsiteY178" fmla="*/ 249504 h 368401"/>
                  <a:gd name="connsiteX179" fmla="*/ 144743 w 504000"/>
                  <a:gd name="connsiteY179" fmla="*/ 248520 h 368401"/>
                  <a:gd name="connsiteX180" fmla="*/ 136769 w 504000"/>
                  <a:gd name="connsiteY180" fmla="*/ 250981 h 368401"/>
                  <a:gd name="connsiteX181" fmla="*/ 130706 w 504000"/>
                  <a:gd name="connsiteY181" fmla="*/ 256302 h 368401"/>
                  <a:gd name="connsiteX182" fmla="*/ 128231 w 504000"/>
                  <a:gd name="connsiteY182" fmla="*/ 263958 h 368401"/>
                  <a:gd name="connsiteX183" fmla="*/ 123031 w 504000"/>
                  <a:gd name="connsiteY183" fmla="*/ 263465 h 368401"/>
                  <a:gd name="connsiteX184" fmla="*/ 122028 w 504000"/>
                  <a:gd name="connsiteY184" fmla="*/ 255482 h 368401"/>
                  <a:gd name="connsiteX185" fmla="*/ 117064 w 504000"/>
                  <a:gd name="connsiteY185" fmla="*/ 249123 h 368401"/>
                  <a:gd name="connsiteX186" fmla="*/ 109692 w 504000"/>
                  <a:gd name="connsiteY186" fmla="*/ 245217 h 368401"/>
                  <a:gd name="connsiteX187" fmla="*/ 101640 w 504000"/>
                  <a:gd name="connsiteY187" fmla="*/ 244691 h 368401"/>
                  <a:gd name="connsiteX188" fmla="*/ 94469 w 504000"/>
                  <a:gd name="connsiteY188" fmla="*/ 248357 h 368401"/>
                  <a:gd name="connsiteX189" fmla="*/ 91137 w 504000"/>
                  <a:gd name="connsiteY189" fmla="*/ 244335 h 368401"/>
                  <a:gd name="connsiteX190" fmla="*/ 96078 w 504000"/>
                  <a:gd name="connsiteY190" fmla="*/ 237974 h 368401"/>
                  <a:gd name="connsiteX191" fmla="*/ 97062 w 504000"/>
                  <a:gd name="connsiteY191" fmla="*/ 229964 h 368401"/>
                  <a:gd name="connsiteX192" fmla="*/ 94601 w 504000"/>
                  <a:gd name="connsiteY192" fmla="*/ 221991 h 368401"/>
                  <a:gd name="connsiteX193" fmla="*/ 89281 w 504000"/>
                  <a:gd name="connsiteY193" fmla="*/ 215929 h 368401"/>
                  <a:gd name="connsiteX194" fmla="*/ 81624 w 504000"/>
                  <a:gd name="connsiteY194" fmla="*/ 213453 h 368401"/>
                  <a:gd name="connsiteX195" fmla="*/ 82117 w 504000"/>
                  <a:gd name="connsiteY195" fmla="*/ 208254 h 368401"/>
                  <a:gd name="connsiteX196" fmla="*/ 90101 w 504000"/>
                  <a:gd name="connsiteY196" fmla="*/ 207250 h 368401"/>
                  <a:gd name="connsiteX197" fmla="*/ 96460 w 504000"/>
                  <a:gd name="connsiteY197" fmla="*/ 202286 h 368401"/>
                  <a:gd name="connsiteX198" fmla="*/ 100365 w 504000"/>
                  <a:gd name="connsiteY198" fmla="*/ 194915 h 368401"/>
                  <a:gd name="connsiteX199" fmla="*/ 100892 w 504000"/>
                  <a:gd name="connsiteY199" fmla="*/ 186863 h 368401"/>
                  <a:gd name="connsiteX200" fmla="*/ 97225 w 504000"/>
                  <a:gd name="connsiteY200" fmla="*/ 179691 h 368401"/>
                  <a:gd name="connsiteX201" fmla="*/ 101248 w 504000"/>
                  <a:gd name="connsiteY201" fmla="*/ 176361 h 368401"/>
                  <a:gd name="connsiteX202" fmla="*/ 107609 w 504000"/>
                  <a:gd name="connsiteY202" fmla="*/ 181301 h 368401"/>
                  <a:gd name="connsiteX203" fmla="*/ 115618 w 504000"/>
                  <a:gd name="connsiteY203" fmla="*/ 182285 h 368401"/>
                  <a:gd name="connsiteX204" fmla="*/ 123591 w 504000"/>
                  <a:gd name="connsiteY204" fmla="*/ 179824 h 368401"/>
                  <a:gd name="connsiteX205" fmla="*/ 129652 w 504000"/>
                  <a:gd name="connsiteY205" fmla="*/ 174504 h 368401"/>
                  <a:gd name="connsiteX206" fmla="*/ 132129 w 504000"/>
                  <a:gd name="connsiteY206" fmla="*/ 166847 h 368401"/>
                  <a:gd name="connsiteX207" fmla="*/ 137328 w 504000"/>
                  <a:gd name="connsiteY207" fmla="*/ 167339 h 368401"/>
                  <a:gd name="connsiteX208" fmla="*/ 138331 w 504000"/>
                  <a:gd name="connsiteY208" fmla="*/ 175323 h 368401"/>
                  <a:gd name="connsiteX209" fmla="*/ 143295 w 504000"/>
                  <a:gd name="connsiteY209" fmla="*/ 181683 h 368401"/>
                  <a:gd name="connsiteX210" fmla="*/ 150667 w 504000"/>
                  <a:gd name="connsiteY210" fmla="*/ 185589 h 368401"/>
                  <a:gd name="connsiteX211" fmla="*/ 158720 w 504000"/>
                  <a:gd name="connsiteY211" fmla="*/ 186114 h 368401"/>
                  <a:gd name="connsiteX212" fmla="*/ 165891 w 504000"/>
                  <a:gd name="connsiteY212" fmla="*/ 182448 h 368401"/>
                  <a:gd name="connsiteX213" fmla="*/ 169221 w 504000"/>
                  <a:gd name="connsiteY213" fmla="*/ 186471 h 368401"/>
                  <a:gd name="connsiteX214" fmla="*/ 164281 w 504000"/>
                  <a:gd name="connsiteY214" fmla="*/ 192832 h 368401"/>
                  <a:gd name="connsiteX215" fmla="*/ 163297 w 504000"/>
                  <a:gd name="connsiteY215" fmla="*/ 200841 h 368401"/>
                  <a:gd name="connsiteX216" fmla="*/ 165758 w 504000"/>
                  <a:gd name="connsiteY216" fmla="*/ 208814 h 368401"/>
                  <a:gd name="connsiteX217" fmla="*/ 171078 w 504000"/>
                  <a:gd name="connsiteY217" fmla="*/ 214876 h 368401"/>
                  <a:gd name="connsiteX218" fmla="*/ 178735 w 504000"/>
                  <a:gd name="connsiteY218" fmla="*/ 217352 h 368401"/>
                  <a:gd name="connsiteX219" fmla="*/ 132852 w 504000"/>
                  <a:gd name="connsiteY219" fmla="*/ 187040 h 368401"/>
                  <a:gd name="connsiteX220" fmla="*/ 101903 w 504000"/>
                  <a:gd name="connsiteY220" fmla="*/ 212838 h 368401"/>
                  <a:gd name="connsiteX221" fmla="*/ 127513 w 504000"/>
                  <a:gd name="connsiteY221" fmla="*/ 243770 h 368401"/>
                  <a:gd name="connsiteX222" fmla="*/ 130204 w 504000"/>
                  <a:gd name="connsiteY222" fmla="*/ 243896 h 368401"/>
                  <a:gd name="connsiteX223" fmla="*/ 158677 w 504000"/>
                  <a:gd name="connsiteY223" fmla="*/ 215388 h 368401"/>
                  <a:gd name="connsiteX224" fmla="*/ 132852 w 504000"/>
                  <a:gd name="connsiteY224" fmla="*/ 187040 h 368401"/>
                  <a:gd name="connsiteX225" fmla="*/ 142866 w 504000"/>
                  <a:gd name="connsiteY225" fmla="*/ 216598 h 368401"/>
                  <a:gd name="connsiteX226" fmla="*/ 128988 w 504000"/>
                  <a:gd name="connsiteY226" fmla="*/ 228087 h 368401"/>
                  <a:gd name="connsiteX227" fmla="*/ 117499 w 504000"/>
                  <a:gd name="connsiteY227" fmla="*/ 214208 h 368401"/>
                  <a:gd name="connsiteX228" fmla="*/ 130174 w 504000"/>
                  <a:gd name="connsiteY228" fmla="*/ 202664 h 368401"/>
                  <a:gd name="connsiteX229" fmla="*/ 131377 w 504000"/>
                  <a:gd name="connsiteY229" fmla="*/ 202720 h 368401"/>
                  <a:gd name="connsiteX230" fmla="*/ 142866 w 504000"/>
                  <a:gd name="connsiteY230" fmla="*/ 216597 h 368401"/>
                  <a:gd name="connsiteX231" fmla="*/ 142866 w 504000"/>
                  <a:gd name="connsiteY231" fmla="*/ 216599 h 368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</a:cxnLst>
                <a:rect l="l" t="t" r="r" b="b"/>
                <a:pathLst>
                  <a:path w="504000" h="368401">
                    <a:moveTo>
                      <a:pt x="41650" y="368402"/>
                    </a:moveTo>
                    <a:lnTo>
                      <a:pt x="462350" y="368402"/>
                    </a:lnTo>
                    <a:cubicBezTo>
                      <a:pt x="485342" y="368376"/>
                      <a:pt x="503974" y="349743"/>
                      <a:pt x="504000" y="326751"/>
                    </a:cubicBezTo>
                    <a:lnTo>
                      <a:pt x="504000" y="305390"/>
                    </a:lnTo>
                    <a:cubicBezTo>
                      <a:pt x="504000" y="301041"/>
                      <a:pt x="500474" y="297515"/>
                      <a:pt x="496125" y="297515"/>
                    </a:cubicBezTo>
                    <a:lnTo>
                      <a:pt x="482891" y="297515"/>
                    </a:lnTo>
                    <a:lnTo>
                      <a:pt x="482891" y="31220"/>
                    </a:lnTo>
                    <a:cubicBezTo>
                      <a:pt x="482871" y="13986"/>
                      <a:pt x="468904" y="19"/>
                      <a:pt x="451670" y="0"/>
                    </a:cubicBezTo>
                    <a:lnTo>
                      <a:pt x="52330" y="0"/>
                    </a:lnTo>
                    <a:cubicBezTo>
                      <a:pt x="35096" y="19"/>
                      <a:pt x="21128" y="13986"/>
                      <a:pt x="21109" y="31220"/>
                    </a:cubicBezTo>
                    <a:lnTo>
                      <a:pt x="21109" y="297519"/>
                    </a:lnTo>
                    <a:lnTo>
                      <a:pt x="7875" y="297519"/>
                    </a:lnTo>
                    <a:cubicBezTo>
                      <a:pt x="3526" y="297519"/>
                      <a:pt x="0" y="301045"/>
                      <a:pt x="0" y="305394"/>
                    </a:cubicBezTo>
                    <a:lnTo>
                      <a:pt x="0" y="326755"/>
                    </a:lnTo>
                    <a:cubicBezTo>
                      <a:pt x="28" y="349746"/>
                      <a:pt x="18659" y="368376"/>
                      <a:pt x="41650" y="368402"/>
                    </a:cubicBezTo>
                    <a:close/>
                    <a:moveTo>
                      <a:pt x="36859" y="31220"/>
                    </a:moveTo>
                    <a:cubicBezTo>
                      <a:pt x="36869" y="22680"/>
                      <a:pt x="43790" y="15759"/>
                      <a:pt x="52330" y="15750"/>
                    </a:cubicBezTo>
                    <a:lnTo>
                      <a:pt x="451670" y="15750"/>
                    </a:lnTo>
                    <a:cubicBezTo>
                      <a:pt x="460210" y="15759"/>
                      <a:pt x="467131" y="22680"/>
                      <a:pt x="467141" y="31220"/>
                    </a:cubicBezTo>
                    <a:lnTo>
                      <a:pt x="467141" y="297519"/>
                    </a:lnTo>
                    <a:lnTo>
                      <a:pt x="36859" y="297519"/>
                    </a:lnTo>
                    <a:close/>
                    <a:moveTo>
                      <a:pt x="191828" y="313269"/>
                    </a:moveTo>
                    <a:lnTo>
                      <a:pt x="312172" y="313269"/>
                    </a:lnTo>
                    <a:lnTo>
                      <a:pt x="312172" y="322726"/>
                    </a:lnTo>
                    <a:lnTo>
                      <a:pt x="191828" y="322726"/>
                    </a:lnTo>
                    <a:close/>
                    <a:moveTo>
                      <a:pt x="15750" y="313269"/>
                    </a:moveTo>
                    <a:lnTo>
                      <a:pt x="176078" y="313269"/>
                    </a:lnTo>
                    <a:lnTo>
                      <a:pt x="176078" y="323647"/>
                    </a:lnTo>
                    <a:cubicBezTo>
                      <a:pt x="176087" y="331833"/>
                      <a:pt x="182721" y="338467"/>
                      <a:pt x="190907" y="338476"/>
                    </a:cubicBezTo>
                    <a:lnTo>
                      <a:pt x="313093" y="338476"/>
                    </a:lnTo>
                    <a:cubicBezTo>
                      <a:pt x="321279" y="338467"/>
                      <a:pt x="327913" y="331833"/>
                      <a:pt x="327922" y="323647"/>
                    </a:cubicBezTo>
                    <a:lnTo>
                      <a:pt x="327922" y="313269"/>
                    </a:lnTo>
                    <a:lnTo>
                      <a:pt x="488250" y="313269"/>
                    </a:lnTo>
                    <a:lnTo>
                      <a:pt x="488250" y="326755"/>
                    </a:lnTo>
                    <a:cubicBezTo>
                      <a:pt x="488234" y="341053"/>
                      <a:pt x="476648" y="352639"/>
                      <a:pt x="462350" y="352656"/>
                    </a:cubicBezTo>
                    <a:lnTo>
                      <a:pt x="41650" y="352656"/>
                    </a:lnTo>
                    <a:cubicBezTo>
                      <a:pt x="27351" y="352639"/>
                      <a:pt x="15764" y="341050"/>
                      <a:pt x="15750" y="326751"/>
                    </a:cubicBezTo>
                    <a:close/>
                    <a:moveTo>
                      <a:pt x="231022" y="134618"/>
                    </a:moveTo>
                    <a:lnTo>
                      <a:pt x="294632" y="81205"/>
                    </a:lnTo>
                    <a:cubicBezTo>
                      <a:pt x="296935" y="79273"/>
                      <a:pt x="300136" y="78819"/>
                      <a:pt x="302884" y="80035"/>
                    </a:cubicBezTo>
                    <a:lnTo>
                      <a:pt x="361955" y="106189"/>
                    </a:lnTo>
                    <a:lnTo>
                      <a:pt x="407556" y="67208"/>
                    </a:lnTo>
                    <a:lnTo>
                      <a:pt x="397880" y="66350"/>
                    </a:lnTo>
                    <a:cubicBezTo>
                      <a:pt x="393548" y="65966"/>
                      <a:pt x="390348" y="62141"/>
                      <a:pt x="390732" y="57809"/>
                    </a:cubicBezTo>
                    <a:cubicBezTo>
                      <a:pt x="391116" y="53477"/>
                      <a:pt x="394940" y="50277"/>
                      <a:pt x="399272" y="50661"/>
                    </a:cubicBezTo>
                    <a:lnTo>
                      <a:pt x="427613" y="53171"/>
                    </a:lnTo>
                    <a:cubicBezTo>
                      <a:pt x="431945" y="53555"/>
                      <a:pt x="435145" y="57378"/>
                      <a:pt x="434761" y="61710"/>
                    </a:cubicBezTo>
                    <a:lnTo>
                      <a:pt x="432247" y="90046"/>
                    </a:lnTo>
                    <a:cubicBezTo>
                      <a:pt x="431888" y="94107"/>
                      <a:pt x="428488" y="97222"/>
                      <a:pt x="424411" y="97227"/>
                    </a:cubicBezTo>
                    <a:cubicBezTo>
                      <a:pt x="424178" y="97227"/>
                      <a:pt x="423944" y="97216"/>
                      <a:pt x="423707" y="97195"/>
                    </a:cubicBezTo>
                    <a:cubicBezTo>
                      <a:pt x="419374" y="96811"/>
                      <a:pt x="416174" y="92988"/>
                      <a:pt x="416558" y="88656"/>
                    </a:cubicBezTo>
                    <a:cubicBezTo>
                      <a:pt x="416558" y="88655"/>
                      <a:pt x="416558" y="88655"/>
                      <a:pt x="416558" y="88655"/>
                    </a:cubicBezTo>
                    <a:lnTo>
                      <a:pt x="417367" y="79540"/>
                    </a:lnTo>
                    <a:lnTo>
                      <a:pt x="368424" y="121384"/>
                    </a:lnTo>
                    <a:cubicBezTo>
                      <a:pt x="366120" y="123354"/>
                      <a:pt x="362890" y="123826"/>
                      <a:pt x="360119" y="122599"/>
                    </a:cubicBezTo>
                    <a:lnTo>
                      <a:pt x="301000" y="96425"/>
                    </a:lnTo>
                    <a:lnTo>
                      <a:pt x="241150" y="146679"/>
                    </a:lnTo>
                    <a:cubicBezTo>
                      <a:pt x="237823" y="149481"/>
                      <a:pt x="232855" y="149055"/>
                      <a:pt x="230054" y="145728"/>
                    </a:cubicBezTo>
                    <a:cubicBezTo>
                      <a:pt x="227253" y="142401"/>
                      <a:pt x="227679" y="137433"/>
                      <a:pt x="231005" y="134632"/>
                    </a:cubicBezTo>
                    <a:cubicBezTo>
                      <a:pt x="231011" y="134627"/>
                      <a:pt x="231016" y="134623"/>
                      <a:pt x="231022" y="134618"/>
                    </a:cubicBezTo>
                    <a:close/>
                    <a:moveTo>
                      <a:pt x="442543" y="254768"/>
                    </a:moveTo>
                    <a:cubicBezTo>
                      <a:pt x="442543" y="259116"/>
                      <a:pt x="439016" y="262643"/>
                      <a:pt x="434668" y="262643"/>
                    </a:cubicBezTo>
                    <a:lnTo>
                      <a:pt x="224733" y="262643"/>
                    </a:lnTo>
                    <a:cubicBezTo>
                      <a:pt x="220384" y="262643"/>
                      <a:pt x="216858" y="259116"/>
                      <a:pt x="216858" y="254768"/>
                    </a:cubicBezTo>
                    <a:cubicBezTo>
                      <a:pt x="216858" y="250419"/>
                      <a:pt x="220384" y="246893"/>
                      <a:pt x="224733" y="246893"/>
                    </a:cubicBezTo>
                    <a:lnTo>
                      <a:pt x="247015" y="246893"/>
                    </a:lnTo>
                    <a:lnTo>
                      <a:pt x="247015" y="181116"/>
                    </a:lnTo>
                    <a:cubicBezTo>
                      <a:pt x="247015" y="176767"/>
                      <a:pt x="250541" y="173241"/>
                      <a:pt x="254890" y="173241"/>
                    </a:cubicBezTo>
                    <a:cubicBezTo>
                      <a:pt x="259239" y="173241"/>
                      <a:pt x="262765" y="176767"/>
                      <a:pt x="262765" y="181116"/>
                    </a:cubicBezTo>
                    <a:lnTo>
                      <a:pt x="262765" y="246893"/>
                    </a:lnTo>
                    <a:lnTo>
                      <a:pt x="298057" y="246893"/>
                    </a:lnTo>
                    <a:lnTo>
                      <a:pt x="298057" y="137049"/>
                    </a:lnTo>
                    <a:cubicBezTo>
                      <a:pt x="298057" y="132700"/>
                      <a:pt x="301583" y="129174"/>
                      <a:pt x="305932" y="129174"/>
                    </a:cubicBezTo>
                    <a:cubicBezTo>
                      <a:pt x="310281" y="129174"/>
                      <a:pt x="313807" y="132700"/>
                      <a:pt x="313807" y="137049"/>
                    </a:cubicBezTo>
                    <a:lnTo>
                      <a:pt x="313807" y="246893"/>
                    </a:lnTo>
                    <a:lnTo>
                      <a:pt x="349100" y="246893"/>
                    </a:lnTo>
                    <a:lnTo>
                      <a:pt x="349100" y="160281"/>
                    </a:lnTo>
                    <a:cubicBezTo>
                      <a:pt x="349100" y="155932"/>
                      <a:pt x="352626" y="152406"/>
                      <a:pt x="356975" y="152406"/>
                    </a:cubicBezTo>
                    <a:cubicBezTo>
                      <a:pt x="361324" y="152406"/>
                      <a:pt x="364850" y="155932"/>
                      <a:pt x="364850" y="160281"/>
                    </a:cubicBezTo>
                    <a:lnTo>
                      <a:pt x="364850" y="246891"/>
                    </a:lnTo>
                    <a:lnTo>
                      <a:pt x="400142" y="246891"/>
                    </a:lnTo>
                    <a:lnTo>
                      <a:pt x="400142" y="115412"/>
                    </a:lnTo>
                    <a:cubicBezTo>
                      <a:pt x="400142" y="111063"/>
                      <a:pt x="403668" y="107537"/>
                      <a:pt x="408017" y="107537"/>
                    </a:cubicBezTo>
                    <a:cubicBezTo>
                      <a:pt x="412366" y="107537"/>
                      <a:pt x="415892" y="111063"/>
                      <a:pt x="415892" y="115412"/>
                    </a:cubicBezTo>
                    <a:lnTo>
                      <a:pt x="415892" y="246893"/>
                    </a:lnTo>
                    <a:lnTo>
                      <a:pt x="434672" y="246893"/>
                    </a:lnTo>
                    <a:cubicBezTo>
                      <a:pt x="439019" y="246895"/>
                      <a:pt x="442543" y="250421"/>
                      <a:pt x="442543" y="254768"/>
                    </a:cubicBezTo>
                    <a:close/>
                    <a:moveTo>
                      <a:pt x="97574" y="130633"/>
                    </a:moveTo>
                    <a:cubicBezTo>
                      <a:pt x="121584" y="130633"/>
                      <a:pt x="141048" y="111169"/>
                      <a:pt x="141048" y="87159"/>
                    </a:cubicBezTo>
                    <a:cubicBezTo>
                      <a:pt x="141048" y="63149"/>
                      <a:pt x="121584" y="43685"/>
                      <a:pt x="97574" y="43685"/>
                    </a:cubicBezTo>
                    <a:cubicBezTo>
                      <a:pt x="73564" y="43685"/>
                      <a:pt x="54100" y="63149"/>
                      <a:pt x="54100" y="87159"/>
                    </a:cubicBezTo>
                    <a:cubicBezTo>
                      <a:pt x="54127" y="111158"/>
                      <a:pt x="73575" y="130606"/>
                      <a:pt x="97574" y="130633"/>
                    </a:cubicBezTo>
                    <a:close/>
                    <a:moveTo>
                      <a:pt x="97574" y="114883"/>
                    </a:moveTo>
                    <a:cubicBezTo>
                      <a:pt x="92285" y="114887"/>
                      <a:pt x="87106" y="113369"/>
                      <a:pt x="82656" y="110509"/>
                    </a:cubicBezTo>
                    <a:lnTo>
                      <a:pt x="100512" y="95034"/>
                    </a:lnTo>
                    <a:lnTo>
                      <a:pt x="124152" y="95034"/>
                    </a:lnTo>
                    <a:cubicBezTo>
                      <a:pt x="120653" y="106797"/>
                      <a:pt x="109846" y="114866"/>
                      <a:pt x="97574" y="114883"/>
                    </a:cubicBezTo>
                    <a:close/>
                    <a:moveTo>
                      <a:pt x="124152" y="79284"/>
                    </a:moveTo>
                    <a:lnTo>
                      <a:pt x="105449" y="79284"/>
                    </a:lnTo>
                    <a:lnTo>
                      <a:pt x="105449" y="60581"/>
                    </a:lnTo>
                    <a:cubicBezTo>
                      <a:pt x="114437" y="63266"/>
                      <a:pt x="121468" y="70297"/>
                      <a:pt x="124152" y="79284"/>
                    </a:cubicBezTo>
                    <a:close/>
                    <a:moveTo>
                      <a:pt x="89699" y="60581"/>
                    </a:moveTo>
                    <a:lnTo>
                      <a:pt x="89699" y="83563"/>
                    </a:lnTo>
                    <a:lnTo>
                      <a:pt x="72336" y="98612"/>
                    </a:lnTo>
                    <a:cubicBezTo>
                      <a:pt x="66003" y="84688"/>
                      <a:pt x="72156" y="68265"/>
                      <a:pt x="86081" y="61932"/>
                    </a:cubicBezTo>
                    <a:cubicBezTo>
                      <a:pt x="87254" y="61398"/>
                      <a:pt x="88463" y="60947"/>
                      <a:pt x="89699" y="60582"/>
                    </a:cubicBezTo>
                    <a:close/>
                    <a:moveTo>
                      <a:pt x="144354" y="72081"/>
                    </a:moveTo>
                    <a:cubicBezTo>
                      <a:pt x="144354" y="67732"/>
                      <a:pt x="147880" y="64206"/>
                      <a:pt x="152229" y="64206"/>
                    </a:cubicBezTo>
                    <a:lnTo>
                      <a:pt x="223997" y="64206"/>
                    </a:lnTo>
                    <a:cubicBezTo>
                      <a:pt x="228345" y="64206"/>
                      <a:pt x="231872" y="67732"/>
                      <a:pt x="231872" y="72081"/>
                    </a:cubicBezTo>
                    <a:cubicBezTo>
                      <a:pt x="231872" y="76430"/>
                      <a:pt x="228345" y="79956"/>
                      <a:pt x="223997" y="79956"/>
                    </a:cubicBezTo>
                    <a:lnTo>
                      <a:pt x="152229" y="79956"/>
                    </a:lnTo>
                    <a:cubicBezTo>
                      <a:pt x="147880" y="79956"/>
                      <a:pt x="144354" y="76430"/>
                      <a:pt x="144354" y="72081"/>
                    </a:cubicBezTo>
                    <a:close/>
                    <a:moveTo>
                      <a:pt x="144354" y="102247"/>
                    </a:moveTo>
                    <a:cubicBezTo>
                      <a:pt x="144354" y="97898"/>
                      <a:pt x="147880" y="94372"/>
                      <a:pt x="152229" y="94372"/>
                    </a:cubicBezTo>
                    <a:lnTo>
                      <a:pt x="223997" y="94372"/>
                    </a:lnTo>
                    <a:cubicBezTo>
                      <a:pt x="228345" y="94372"/>
                      <a:pt x="231872" y="97898"/>
                      <a:pt x="231872" y="102247"/>
                    </a:cubicBezTo>
                    <a:cubicBezTo>
                      <a:pt x="231872" y="106596"/>
                      <a:pt x="228345" y="110122"/>
                      <a:pt x="223997" y="110122"/>
                    </a:cubicBezTo>
                    <a:lnTo>
                      <a:pt x="152229" y="110122"/>
                    </a:lnTo>
                    <a:cubicBezTo>
                      <a:pt x="147880" y="110122"/>
                      <a:pt x="144354" y="106596"/>
                      <a:pt x="144354" y="102247"/>
                    </a:cubicBezTo>
                    <a:cubicBezTo>
                      <a:pt x="144354" y="102246"/>
                      <a:pt x="144354" y="102244"/>
                      <a:pt x="144354" y="102243"/>
                    </a:cubicBezTo>
                    <a:close/>
                    <a:moveTo>
                      <a:pt x="189591" y="204309"/>
                    </a:moveTo>
                    <a:lnTo>
                      <a:pt x="180148" y="201257"/>
                    </a:lnTo>
                    <a:cubicBezTo>
                      <a:pt x="179932" y="200495"/>
                      <a:pt x="179699" y="199738"/>
                      <a:pt x="179447" y="198986"/>
                    </a:cubicBezTo>
                    <a:lnTo>
                      <a:pt x="185535" y="191147"/>
                    </a:lnTo>
                    <a:cubicBezTo>
                      <a:pt x="187799" y="188232"/>
                      <a:pt x="187735" y="184137"/>
                      <a:pt x="185381" y="181294"/>
                    </a:cubicBezTo>
                    <a:lnTo>
                      <a:pt x="173995" y="167542"/>
                    </a:lnTo>
                    <a:cubicBezTo>
                      <a:pt x="171643" y="164701"/>
                      <a:pt x="167633" y="163875"/>
                      <a:pt x="164348" y="165553"/>
                    </a:cubicBezTo>
                    <a:lnTo>
                      <a:pt x="155511" y="170072"/>
                    </a:lnTo>
                    <a:cubicBezTo>
                      <a:pt x="154819" y="169684"/>
                      <a:pt x="154119" y="169313"/>
                      <a:pt x="153410" y="168959"/>
                    </a:cubicBezTo>
                    <a:lnTo>
                      <a:pt x="152173" y="159115"/>
                    </a:lnTo>
                    <a:cubicBezTo>
                      <a:pt x="151713" y="155453"/>
                      <a:pt x="148772" y="152601"/>
                      <a:pt x="145097" y="152256"/>
                    </a:cubicBezTo>
                    <a:lnTo>
                      <a:pt x="127321" y="150582"/>
                    </a:lnTo>
                    <a:cubicBezTo>
                      <a:pt x="123648" y="150237"/>
                      <a:pt x="120228" y="152487"/>
                      <a:pt x="119091" y="155997"/>
                    </a:cubicBezTo>
                    <a:lnTo>
                      <a:pt x="116039" y="165439"/>
                    </a:lnTo>
                    <a:cubicBezTo>
                      <a:pt x="115277" y="165655"/>
                      <a:pt x="114520" y="165889"/>
                      <a:pt x="113768" y="166140"/>
                    </a:cubicBezTo>
                    <a:lnTo>
                      <a:pt x="105929" y="160052"/>
                    </a:lnTo>
                    <a:cubicBezTo>
                      <a:pt x="103014" y="157788"/>
                      <a:pt x="98919" y="157852"/>
                      <a:pt x="96076" y="160206"/>
                    </a:cubicBezTo>
                    <a:lnTo>
                      <a:pt x="82317" y="171592"/>
                    </a:lnTo>
                    <a:cubicBezTo>
                      <a:pt x="79471" y="173946"/>
                      <a:pt x="78643" y="177960"/>
                      <a:pt x="80325" y="181248"/>
                    </a:cubicBezTo>
                    <a:lnTo>
                      <a:pt x="84843" y="190085"/>
                    </a:lnTo>
                    <a:cubicBezTo>
                      <a:pt x="84456" y="190777"/>
                      <a:pt x="84085" y="191477"/>
                      <a:pt x="83730" y="192186"/>
                    </a:cubicBezTo>
                    <a:lnTo>
                      <a:pt x="73886" y="193423"/>
                    </a:lnTo>
                    <a:cubicBezTo>
                      <a:pt x="70224" y="193883"/>
                      <a:pt x="67373" y="196824"/>
                      <a:pt x="67027" y="200499"/>
                    </a:cubicBezTo>
                    <a:lnTo>
                      <a:pt x="65354" y="218275"/>
                    </a:lnTo>
                    <a:cubicBezTo>
                      <a:pt x="65008" y="221948"/>
                      <a:pt x="67258" y="225368"/>
                      <a:pt x="70768" y="226505"/>
                    </a:cubicBezTo>
                    <a:lnTo>
                      <a:pt x="80211" y="229557"/>
                    </a:lnTo>
                    <a:cubicBezTo>
                      <a:pt x="80427" y="230319"/>
                      <a:pt x="80661" y="231076"/>
                      <a:pt x="80913" y="231828"/>
                    </a:cubicBezTo>
                    <a:lnTo>
                      <a:pt x="74824" y="239667"/>
                    </a:lnTo>
                    <a:cubicBezTo>
                      <a:pt x="72560" y="242582"/>
                      <a:pt x="72623" y="246678"/>
                      <a:pt x="74977" y="249521"/>
                    </a:cubicBezTo>
                    <a:lnTo>
                      <a:pt x="86364" y="263273"/>
                    </a:lnTo>
                    <a:cubicBezTo>
                      <a:pt x="88717" y="266113"/>
                      <a:pt x="92726" y="266939"/>
                      <a:pt x="96011" y="265262"/>
                    </a:cubicBezTo>
                    <a:lnTo>
                      <a:pt x="104849" y="260743"/>
                    </a:lnTo>
                    <a:cubicBezTo>
                      <a:pt x="105541" y="261130"/>
                      <a:pt x="106242" y="261501"/>
                      <a:pt x="106949" y="261856"/>
                    </a:cubicBezTo>
                    <a:lnTo>
                      <a:pt x="108187" y="271700"/>
                    </a:lnTo>
                    <a:cubicBezTo>
                      <a:pt x="108647" y="275362"/>
                      <a:pt x="111589" y="278212"/>
                      <a:pt x="115262" y="278558"/>
                    </a:cubicBezTo>
                    <a:lnTo>
                      <a:pt x="133038" y="280231"/>
                    </a:lnTo>
                    <a:cubicBezTo>
                      <a:pt x="133287" y="280255"/>
                      <a:pt x="133530" y="280266"/>
                      <a:pt x="133781" y="280266"/>
                    </a:cubicBezTo>
                    <a:cubicBezTo>
                      <a:pt x="137195" y="280263"/>
                      <a:pt x="140218" y="278062"/>
                      <a:pt x="141269" y="274813"/>
                    </a:cubicBezTo>
                    <a:lnTo>
                      <a:pt x="144320" y="265371"/>
                    </a:lnTo>
                    <a:cubicBezTo>
                      <a:pt x="145082" y="265155"/>
                      <a:pt x="145839" y="264920"/>
                      <a:pt x="146591" y="264669"/>
                    </a:cubicBezTo>
                    <a:lnTo>
                      <a:pt x="154431" y="270759"/>
                    </a:lnTo>
                    <a:cubicBezTo>
                      <a:pt x="157345" y="273022"/>
                      <a:pt x="161441" y="272958"/>
                      <a:pt x="164283" y="270604"/>
                    </a:cubicBezTo>
                    <a:lnTo>
                      <a:pt x="178036" y="259219"/>
                    </a:lnTo>
                    <a:cubicBezTo>
                      <a:pt x="180887" y="256869"/>
                      <a:pt x="181721" y="252854"/>
                      <a:pt x="180042" y="249563"/>
                    </a:cubicBezTo>
                    <a:lnTo>
                      <a:pt x="175523" y="240725"/>
                    </a:lnTo>
                    <a:cubicBezTo>
                      <a:pt x="175910" y="240033"/>
                      <a:pt x="176281" y="239334"/>
                      <a:pt x="176636" y="238626"/>
                    </a:cubicBezTo>
                    <a:lnTo>
                      <a:pt x="186480" y="237387"/>
                    </a:lnTo>
                    <a:cubicBezTo>
                      <a:pt x="190141" y="236928"/>
                      <a:pt x="192992" y="233986"/>
                      <a:pt x="193338" y="230313"/>
                    </a:cubicBezTo>
                    <a:lnTo>
                      <a:pt x="195012" y="212536"/>
                    </a:lnTo>
                    <a:cubicBezTo>
                      <a:pt x="195355" y="208862"/>
                      <a:pt x="193102" y="205443"/>
                      <a:pt x="189591" y="204309"/>
                    </a:cubicBezTo>
                    <a:close/>
                    <a:moveTo>
                      <a:pt x="178247" y="222551"/>
                    </a:moveTo>
                    <a:lnTo>
                      <a:pt x="170263" y="223555"/>
                    </a:lnTo>
                    <a:cubicBezTo>
                      <a:pt x="167393" y="223915"/>
                      <a:pt x="164951" y="225821"/>
                      <a:pt x="163903" y="228518"/>
                    </a:cubicBezTo>
                    <a:cubicBezTo>
                      <a:pt x="162892" y="231119"/>
                      <a:pt x="161581" y="233594"/>
                      <a:pt x="159997" y="235891"/>
                    </a:cubicBezTo>
                    <a:cubicBezTo>
                      <a:pt x="158355" y="238274"/>
                      <a:pt x="158153" y="241365"/>
                      <a:pt x="159469" y="243942"/>
                    </a:cubicBezTo>
                    <a:lnTo>
                      <a:pt x="163136" y="251114"/>
                    </a:lnTo>
                    <a:lnTo>
                      <a:pt x="159113" y="254445"/>
                    </a:lnTo>
                    <a:lnTo>
                      <a:pt x="152752" y="249504"/>
                    </a:lnTo>
                    <a:cubicBezTo>
                      <a:pt x="150467" y="247729"/>
                      <a:pt x="147390" y="247351"/>
                      <a:pt x="144743" y="248520"/>
                    </a:cubicBezTo>
                    <a:cubicBezTo>
                      <a:pt x="142189" y="249647"/>
                      <a:pt x="139514" y="250473"/>
                      <a:pt x="136769" y="250981"/>
                    </a:cubicBezTo>
                    <a:cubicBezTo>
                      <a:pt x="133924" y="251506"/>
                      <a:pt x="131596" y="253549"/>
                      <a:pt x="130706" y="256302"/>
                    </a:cubicBezTo>
                    <a:lnTo>
                      <a:pt x="128231" y="263958"/>
                    </a:lnTo>
                    <a:lnTo>
                      <a:pt x="123031" y="263465"/>
                    </a:lnTo>
                    <a:lnTo>
                      <a:pt x="122028" y="255482"/>
                    </a:lnTo>
                    <a:cubicBezTo>
                      <a:pt x="121667" y="252612"/>
                      <a:pt x="119761" y="250170"/>
                      <a:pt x="117064" y="249123"/>
                    </a:cubicBezTo>
                    <a:cubicBezTo>
                      <a:pt x="114463" y="248111"/>
                      <a:pt x="111989" y="246801"/>
                      <a:pt x="109692" y="245217"/>
                    </a:cubicBezTo>
                    <a:cubicBezTo>
                      <a:pt x="107309" y="243575"/>
                      <a:pt x="104217" y="243373"/>
                      <a:pt x="101640" y="244691"/>
                    </a:cubicBezTo>
                    <a:lnTo>
                      <a:pt x="94469" y="248357"/>
                    </a:lnTo>
                    <a:lnTo>
                      <a:pt x="91137" y="244335"/>
                    </a:lnTo>
                    <a:lnTo>
                      <a:pt x="96078" y="237974"/>
                    </a:lnTo>
                    <a:cubicBezTo>
                      <a:pt x="97853" y="235688"/>
                      <a:pt x="98231" y="232612"/>
                      <a:pt x="97062" y="229964"/>
                    </a:cubicBezTo>
                    <a:cubicBezTo>
                      <a:pt x="95935" y="227411"/>
                      <a:pt x="95109" y="224735"/>
                      <a:pt x="94601" y="221991"/>
                    </a:cubicBezTo>
                    <a:cubicBezTo>
                      <a:pt x="94076" y="219146"/>
                      <a:pt x="92033" y="216819"/>
                      <a:pt x="89281" y="215929"/>
                    </a:cubicBezTo>
                    <a:lnTo>
                      <a:pt x="81624" y="213453"/>
                    </a:lnTo>
                    <a:lnTo>
                      <a:pt x="82117" y="208254"/>
                    </a:lnTo>
                    <a:lnTo>
                      <a:pt x="90101" y="207250"/>
                    </a:lnTo>
                    <a:cubicBezTo>
                      <a:pt x="92971" y="206889"/>
                      <a:pt x="95413" y="204983"/>
                      <a:pt x="96460" y="202286"/>
                    </a:cubicBezTo>
                    <a:cubicBezTo>
                      <a:pt x="97471" y="199685"/>
                      <a:pt x="98781" y="197212"/>
                      <a:pt x="100365" y="194915"/>
                    </a:cubicBezTo>
                    <a:cubicBezTo>
                      <a:pt x="102007" y="192532"/>
                      <a:pt x="102209" y="189440"/>
                      <a:pt x="100892" y="186863"/>
                    </a:cubicBezTo>
                    <a:lnTo>
                      <a:pt x="97225" y="179691"/>
                    </a:lnTo>
                    <a:lnTo>
                      <a:pt x="101248" y="176361"/>
                    </a:lnTo>
                    <a:lnTo>
                      <a:pt x="107609" y="181301"/>
                    </a:lnTo>
                    <a:cubicBezTo>
                      <a:pt x="109895" y="183076"/>
                      <a:pt x="112970" y="183454"/>
                      <a:pt x="115618" y="182285"/>
                    </a:cubicBezTo>
                    <a:cubicBezTo>
                      <a:pt x="118171" y="181158"/>
                      <a:pt x="120847" y="180332"/>
                      <a:pt x="123591" y="179824"/>
                    </a:cubicBezTo>
                    <a:cubicBezTo>
                      <a:pt x="126435" y="179299"/>
                      <a:pt x="128762" y="177256"/>
                      <a:pt x="129652" y="174504"/>
                    </a:cubicBezTo>
                    <a:lnTo>
                      <a:pt x="132129" y="166847"/>
                    </a:lnTo>
                    <a:lnTo>
                      <a:pt x="137328" y="167339"/>
                    </a:lnTo>
                    <a:lnTo>
                      <a:pt x="138331" y="175323"/>
                    </a:lnTo>
                    <a:cubicBezTo>
                      <a:pt x="138692" y="178194"/>
                      <a:pt x="140598" y="180635"/>
                      <a:pt x="143295" y="181683"/>
                    </a:cubicBezTo>
                    <a:cubicBezTo>
                      <a:pt x="145896" y="182694"/>
                      <a:pt x="148370" y="184005"/>
                      <a:pt x="150667" y="185589"/>
                    </a:cubicBezTo>
                    <a:cubicBezTo>
                      <a:pt x="153051" y="187231"/>
                      <a:pt x="156143" y="187432"/>
                      <a:pt x="158720" y="186114"/>
                    </a:cubicBezTo>
                    <a:lnTo>
                      <a:pt x="165891" y="182448"/>
                    </a:lnTo>
                    <a:lnTo>
                      <a:pt x="169221" y="186471"/>
                    </a:lnTo>
                    <a:lnTo>
                      <a:pt x="164281" y="192832"/>
                    </a:lnTo>
                    <a:cubicBezTo>
                      <a:pt x="162507" y="195117"/>
                      <a:pt x="162129" y="198193"/>
                      <a:pt x="163297" y="200841"/>
                    </a:cubicBezTo>
                    <a:cubicBezTo>
                      <a:pt x="164423" y="203394"/>
                      <a:pt x="165249" y="206070"/>
                      <a:pt x="165758" y="208814"/>
                    </a:cubicBezTo>
                    <a:cubicBezTo>
                      <a:pt x="166284" y="211659"/>
                      <a:pt x="168326" y="213986"/>
                      <a:pt x="171078" y="214876"/>
                    </a:cubicBezTo>
                    <a:lnTo>
                      <a:pt x="178735" y="217352"/>
                    </a:lnTo>
                    <a:close/>
                    <a:moveTo>
                      <a:pt x="132852" y="187040"/>
                    </a:moveTo>
                    <a:cubicBezTo>
                      <a:pt x="117182" y="185617"/>
                      <a:pt x="103325" y="197168"/>
                      <a:pt x="101903" y="212838"/>
                    </a:cubicBezTo>
                    <a:cubicBezTo>
                      <a:pt x="100487" y="228436"/>
                      <a:pt x="111925" y="242251"/>
                      <a:pt x="127513" y="243770"/>
                    </a:cubicBezTo>
                    <a:cubicBezTo>
                      <a:pt x="128418" y="243855"/>
                      <a:pt x="129314" y="243897"/>
                      <a:pt x="130204" y="243896"/>
                    </a:cubicBezTo>
                    <a:cubicBezTo>
                      <a:pt x="145940" y="243886"/>
                      <a:pt x="158687" y="231122"/>
                      <a:pt x="158677" y="215388"/>
                    </a:cubicBezTo>
                    <a:cubicBezTo>
                      <a:pt x="158667" y="200692"/>
                      <a:pt x="147483" y="188415"/>
                      <a:pt x="132852" y="187040"/>
                    </a:cubicBezTo>
                    <a:close/>
                    <a:moveTo>
                      <a:pt x="142866" y="216598"/>
                    </a:moveTo>
                    <a:cubicBezTo>
                      <a:pt x="142207" y="223603"/>
                      <a:pt x="135992" y="228747"/>
                      <a:pt x="128988" y="228087"/>
                    </a:cubicBezTo>
                    <a:cubicBezTo>
                      <a:pt x="121983" y="227427"/>
                      <a:pt x="116839" y="221213"/>
                      <a:pt x="117499" y="214208"/>
                    </a:cubicBezTo>
                    <a:cubicBezTo>
                      <a:pt x="118115" y="207668"/>
                      <a:pt x="123604" y="202669"/>
                      <a:pt x="130174" y="202664"/>
                    </a:cubicBezTo>
                    <a:cubicBezTo>
                      <a:pt x="130571" y="202664"/>
                      <a:pt x="130972" y="202682"/>
                      <a:pt x="131377" y="202720"/>
                    </a:cubicBezTo>
                    <a:cubicBezTo>
                      <a:pt x="138381" y="203379"/>
                      <a:pt x="143526" y="209593"/>
                      <a:pt x="142866" y="216597"/>
                    </a:cubicBezTo>
                    <a:cubicBezTo>
                      <a:pt x="142866" y="216598"/>
                      <a:pt x="142866" y="216598"/>
                      <a:pt x="142866" y="216599"/>
                    </a:cubicBezTo>
                    <a:close/>
                  </a:path>
                </a:pathLst>
              </a:custGeom>
              <a:solidFill>
                <a:srgbClr val="F8F8F8"/>
              </a:solidFill>
              <a:ln w="10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03817AB3-BE9B-1937-DC54-90CA7BD3630D}"/>
              </a:ext>
            </a:extLst>
          </p:cNvPr>
          <p:cNvSpPr txBox="1"/>
          <p:nvPr/>
        </p:nvSpPr>
        <p:spPr>
          <a:xfrm>
            <a:off x="3771900" y="4824342"/>
            <a:ext cx="2333625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62.3% due to illness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37.7% due to onboard injuries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A319209-C29E-1629-F7C2-79CC5D373C0F}"/>
              </a:ext>
            </a:extLst>
          </p:cNvPr>
          <p:cNvGrpSpPr/>
          <p:nvPr/>
        </p:nvGrpSpPr>
        <p:grpSpPr>
          <a:xfrm>
            <a:off x="3849312" y="3974749"/>
            <a:ext cx="1989514" cy="646331"/>
            <a:chOff x="9973887" y="1320797"/>
            <a:chExt cx="1989514" cy="646331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D2DAEA1-870A-2F40-B7D6-055246013CE4}"/>
                </a:ext>
              </a:extLst>
            </p:cNvPr>
            <p:cNvSpPr txBox="1"/>
            <p:nvPr/>
          </p:nvSpPr>
          <p:spPr>
            <a:xfrm>
              <a:off x="10515145" y="1320797"/>
              <a:ext cx="1448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Breakdown of Causes</a:t>
              </a:r>
            </a:p>
          </p:txBody>
        </p:sp>
        <p:grpSp>
          <p:nvGrpSpPr>
            <p:cNvPr id="101" name="easyIcon">
              <a:extLst>
                <a:ext uri="{FF2B5EF4-FFF2-40B4-BE49-F238E27FC236}">
                  <a16:creationId xmlns:a16="http://schemas.microsoft.com/office/drawing/2014/main" id="{EE1D3401-DE8B-53A1-5F7A-9D51300A082C}"/>
                </a:ext>
              </a:extLst>
            </p:cNvPr>
            <p:cNvGrpSpPr>
              <a:grpSpLocks noChangeAspect="1"/>
            </p:cNvGrpSpPr>
            <p:nvPr>
              <p:custDataLst>
                <p:tags r:id="rId4"/>
              </p:custDataLst>
            </p:nvPr>
          </p:nvGrpSpPr>
          <p:grpSpPr>
            <a:xfrm>
              <a:off x="9973887" y="1353752"/>
              <a:ext cx="546258" cy="546258"/>
              <a:chOff x="9134381" y="2098591"/>
              <a:chExt cx="714051" cy="714051"/>
            </a:xfrm>
          </p:grpSpPr>
          <p:sp>
            <p:nvSpPr>
              <p:cNvPr id="102" name="Background">
                <a:extLst>
                  <a:ext uri="{FF2B5EF4-FFF2-40B4-BE49-F238E27FC236}">
                    <a16:creationId xmlns:a16="http://schemas.microsoft.com/office/drawing/2014/main" id="{E88F4016-4626-B57C-5052-261BB1A9A750}"/>
                  </a:ext>
                </a:extLst>
              </p:cNvPr>
              <p:cNvSpPr/>
              <p:nvPr/>
            </p:nvSpPr>
            <p:spPr>
              <a:xfrm>
                <a:off x="9134381" y="2098591"/>
                <a:ext cx="714051" cy="714051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03" name="Group 3288">
                <a:extLst>
                  <a:ext uri="{FF2B5EF4-FFF2-40B4-BE49-F238E27FC236}">
                    <a16:creationId xmlns:a16="http://schemas.microsoft.com/office/drawing/2014/main" id="{D4F7D5C6-4943-3825-A19D-179536D3B498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9203408" y="2208196"/>
                <a:ext cx="576001" cy="494846"/>
                <a:chOff x="2203450" y="5399088"/>
                <a:chExt cx="923925" cy="793751"/>
              </a:xfrm>
              <a:solidFill>
                <a:schemeClr val="accent2"/>
              </a:solidFill>
            </p:grpSpPr>
            <p:sp>
              <p:nvSpPr>
                <p:cNvPr id="104" name="CLR 1">
                  <a:extLst>
                    <a:ext uri="{FF2B5EF4-FFF2-40B4-BE49-F238E27FC236}">
                      <a16:creationId xmlns:a16="http://schemas.microsoft.com/office/drawing/2014/main" id="{8A50176A-1EDC-4658-D16A-0F21169E00B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203450" y="5399088"/>
                  <a:ext cx="423863" cy="334963"/>
                </a:xfrm>
                <a:custGeom>
                  <a:avLst/>
                  <a:gdLst>
                    <a:gd name="T0" fmla="*/ 130 w 325"/>
                    <a:gd name="T1" fmla="*/ 257 h 257"/>
                    <a:gd name="T2" fmla="*/ 136 w 325"/>
                    <a:gd name="T3" fmla="*/ 256 h 257"/>
                    <a:gd name="T4" fmla="*/ 146 w 325"/>
                    <a:gd name="T5" fmla="*/ 241 h 257"/>
                    <a:gd name="T6" fmla="*/ 146 w 325"/>
                    <a:gd name="T7" fmla="*/ 193 h 257"/>
                    <a:gd name="T8" fmla="*/ 194 w 325"/>
                    <a:gd name="T9" fmla="*/ 193 h 257"/>
                    <a:gd name="T10" fmla="*/ 242 w 325"/>
                    <a:gd name="T11" fmla="*/ 202 h 257"/>
                    <a:gd name="T12" fmla="*/ 258 w 325"/>
                    <a:gd name="T13" fmla="*/ 174 h 257"/>
                    <a:gd name="T14" fmla="*/ 255 w 325"/>
                    <a:gd name="T15" fmla="*/ 172 h 257"/>
                    <a:gd name="T16" fmla="*/ 194 w 325"/>
                    <a:gd name="T17" fmla="*/ 161 h 257"/>
                    <a:gd name="T18" fmla="*/ 130 w 325"/>
                    <a:gd name="T19" fmla="*/ 161 h 257"/>
                    <a:gd name="T20" fmla="*/ 114 w 325"/>
                    <a:gd name="T21" fmla="*/ 177 h 257"/>
                    <a:gd name="T22" fmla="*/ 114 w 325"/>
                    <a:gd name="T23" fmla="*/ 202 h 257"/>
                    <a:gd name="T24" fmla="*/ 41 w 325"/>
                    <a:gd name="T25" fmla="*/ 129 h 257"/>
                    <a:gd name="T26" fmla="*/ 114 w 325"/>
                    <a:gd name="T27" fmla="*/ 56 h 257"/>
                    <a:gd name="T28" fmla="*/ 114 w 325"/>
                    <a:gd name="T29" fmla="*/ 81 h 257"/>
                    <a:gd name="T30" fmla="*/ 130 w 325"/>
                    <a:gd name="T31" fmla="*/ 97 h 257"/>
                    <a:gd name="T32" fmla="*/ 194 w 325"/>
                    <a:gd name="T33" fmla="*/ 97 h 257"/>
                    <a:gd name="T34" fmla="*/ 300 w 325"/>
                    <a:gd name="T35" fmla="*/ 122 h 257"/>
                    <a:gd name="T36" fmla="*/ 325 w 325"/>
                    <a:gd name="T37" fmla="*/ 100 h 257"/>
                    <a:gd name="T38" fmla="*/ 320 w 325"/>
                    <a:gd name="T39" fmla="*/ 96 h 257"/>
                    <a:gd name="T40" fmla="*/ 194 w 325"/>
                    <a:gd name="T41" fmla="*/ 65 h 257"/>
                    <a:gd name="T42" fmla="*/ 146 w 325"/>
                    <a:gd name="T43" fmla="*/ 65 h 257"/>
                    <a:gd name="T44" fmla="*/ 146 w 325"/>
                    <a:gd name="T45" fmla="*/ 17 h 257"/>
                    <a:gd name="T46" fmla="*/ 136 w 325"/>
                    <a:gd name="T47" fmla="*/ 2 h 257"/>
                    <a:gd name="T48" fmla="*/ 119 w 325"/>
                    <a:gd name="T49" fmla="*/ 6 h 257"/>
                    <a:gd name="T50" fmla="*/ 7 w 325"/>
                    <a:gd name="T51" fmla="*/ 118 h 257"/>
                    <a:gd name="T52" fmla="*/ 7 w 325"/>
                    <a:gd name="T53" fmla="*/ 140 h 257"/>
                    <a:gd name="T54" fmla="*/ 119 w 325"/>
                    <a:gd name="T55" fmla="*/ 252 h 257"/>
                    <a:gd name="T56" fmla="*/ 130 w 325"/>
                    <a:gd name="T57" fmla="*/ 257 h 2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325" h="257">
                      <a:moveTo>
                        <a:pt x="130" y="257"/>
                      </a:moveTo>
                      <a:cubicBezTo>
                        <a:pt x="132" y="257"/>
                        <a:pt x="134" y="257"/>
                        <a:pt x="136" y="256"/>
                      </a:cubicBezTo>
                      <a:cubicBezTo>
                        <a:pt x="142" y="253"/>
                        <a:pt x="146" y="248"/>
                        <a:pt x="146" y="241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94" y="193"/>
                        <a:pt x="194" y="193"/>
                        <a:pt x="194" y="193"/>
                      </a:cubicBezTo>
                      <a:cubicBezTo>
                        <a:pt x="211" y="193"/>
                        <a:pt x="227" y="196"/>
                        <a:pt x="242" y="202"/>
                      </a:cubicBezTo>
                      <a:cubicBezTo>
                        <a:pt x="247" y="192"/>
                        <a:pt x="252" y="183"/>
                        <a:pt x="258" y="174"/>
                      </a:cubicBezTo>
                      <a:cubicBezTo>
                        <a:pt x="257" y="173"/>
                        <a:pt x="256" y="173"/>
                        <a:pt x="255" y="172"/>
                      </a:cubicBezTo>
                      <a:cubicBezTo>
                        <a:pt x="236" y="165"/>
                        <a:pt x="215" y="161"/>
                        <a:pt x="194" y="161"/>
                      </a:cubicBezTo>
                      <a:cubicBezTo>
                        <a:pt x="130" y="161"/>
                        <a:pt x="130" y="161"/>
                        <a:pt x="130" y="161"/>
                      </a:cubicBezTo>
                      <a:cubicBezTo>
                        <a:pt x="121" y="161"/>
                        <a:pt x="114" y="168"/>
                        <a:pt x="114" y="177"/>
                      </a:cubicBezTo>
                      <a:cubicBezTo>
                        <a:pt x="114" y="202"/>
                        <a:pt x="114" y="202"/>
                        <a:pt x="114" y="202"/>
                      </a:cubicBezTo>
                      <a:cubicBezTo>
                        <a:pt x="41" y="129"/>
                        <a:pt x="41" y="129"/>
                        <a:pt x="41" y="129"/>
                      </a:cubicBezTo>
                      <a:cubicBezTo>
                        <a:pt x="114" y="56"/>
                        <a:pt x="114" y="56"/>
                        <a:pt x="114" y="56"/>
                      </a:cubicBezTo>
                      <a:cubicBezTo>
                        <a:pt x="114" y="81"/>
                        <a:pt x="114" y="81"/>
                        <a:pt x="114" y="81"/>
                      </a:cubicBezTo>
                      <a:cubicBezTo>
                        <a:pt x="114" y="90"/>
                        <a:pt x="121" y="97"/>
                        <a:pt x="130" y="97"/>
                      </a:cubicBezTo>
                      <a:cubicBezTo>
                        <a:pt x="194" y="97"/>
                        <a:pt x="194" y="97"/>
                        <a:pt x="194" y="97"/>
                      </a:cubicBezTo>
                      <a:cubicBezTo>
                        <a:pt x="231" y="97"/>
                        <a:pt x="267" y="106"/>
                        <a:pt x="300" y="122"/>
                      </a:cubicBezTo>
                      <a:cubicBezTo>
                        <a:pt x="307" y="114"/>
                        <a:pt x="316" y="107"/>
                        <a:pt x="325" y="100"/>
                      </a:cubicBezTo>
                      <a:cubicBezTo>
                        <a:pt x="323" y="98"/>
                        <a:pt x="322" y="97"/>
                        <a:pt x="320" y="96"/>
                      </a:cubicBezTo>
                      <a:cubicBezTo>
                        <a:pt x="281" y="76"/>
                        <a:pt x="238" y="65"/>
                        <a:pt x="194" y="65"/>
                      </a:cubicBezTo>
                      <a:cubicBezTo>
                        <a:pt x="146" y="65"/>
                        <a:pt x="146" y="65"/>
                        <a:pt x="146" y="65"/>
                      </a:cubicBezTo>
                      <a:cubicBezTo>
                        <a:pt x="146" y="17"/>
                        <a:pt x="146" y="17"/>
                        <a:pt x="146" y="17"/>
                      </a:cubicBezTo>
                      <a:cubicBezTo>
                        <a:pt x="146" y="11"/>
                        <a:pt x="142" y="5"/>
                        <a:pt x="136" y="2"/>
                      </a:cubicBezTo>
                      <a:cubicBezTo>
                        <a:pt x="130" y="0"/>
                        <a:pt x="123" y="1"/>
                        <a:pt x="119" y="6"/>
                      </a:cubicBezTo>
                      <a:cubicBezTo>
                        <a:pt x="7" y="118"/>
                        <a:pt x="7" y="118"/>
                        <a:pt x="7" y="118"/>
                      </a:cubicBezTo>
                      <a:cubicBezTo>
                        <a:pt x="0" y="124"/>
                        <a:pt x="0" y="134"/>
                        <a:pt x="7" y="140"/>
                      </a:cubicBezTo>
                      <a:cubicBezTo>
                        <a:pt x="119" y="252"/>
                        <a:pt x="119" y="252"/>
                        <a:pt x="119" y="252"/>
                      </a:cubicBezTo>
                      <a:cubicBezTo>
                        <a:pt x="122" y="255"/>
                        <a:pt x="126" y="257"/>
                        <a:pt x="130" y="257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" name="CLR 1">
                  <a:extLst>
                    <a:ext uri="{FF2B5EF4-FFF2-40B4-BE49-F238E27FC236}">
                      <a16:creationId xmlns:a16="http://schemas.microsoft.com/office/drawing/2014/main" id="{1F3BD014-2ECC-B3D4-2C9F-CF908C2DCA9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90825" y="6015038"/>
                  <a:ext cx="228600" cy="52388"/>
                </a:xfrm>
                <a:custGeom>
                  <a:avLst/>
                  <a:gdLst>
                    <a:gd name="T0" fmla="*/ 160 w 176"/>
                    <a:gd name="T1" fmla="*/ 8 h 40"/>
                    <a:gd name="T2" fmla="*/ 64 w 176"/>
                    <a:gd name="T3" fmla="*/ 8 h 40"/>
                    <a:gd name="T4" fmla="*/ 16 w 176"/>
                    <a:gd name="T5" fmla="*/ 0 h 40"/>
                    <a:gd name="T6" fmla="*/ 0 w 176"/>
                    <a:gd name="T7" fmla="*/ 28 h 40"/>
                    <a:gd name="T8" fmla="*/ 64 w 176"/>
                    <a:gd name="T9" fmla="*/ 40 h 40"/>
                    <a:gd name="T10" fmla="*/ 160 w 176"/>
                    <a:gd name="T11" fmla="*/ 40 h 40"/>
                    <a:gd name="T12" fmla="*/ 176 w 176"/>
                    <a:gd name="T13" fmla="*/ 24 h 40"/>
                    <a:gd name="T14" fmla="*/ 160 w 176"/>
                    <a:gd name="T15" fmla="*/ 8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6" h="40">
                      <a:moveTo>
                        <a:pt x="160" y="8"/>
                      </a:moveTo>
                      <a:cubicBezTo>
                        <a:pt x="64" y="8"/>
                        <a:pt x="64" y="8"/>
                        <a:pt x="64" y="8"/>
                      </a:cubicBezTo>
                      <a:cubicBezTo>
                        <a:pt x="47" y="8"/>
                        <a:pt x="31" y="5"/>
                        <a:pt x="16" y="0"/>
                      </a:cubicBezTo>
                      <a:cubicBezTo>
                        <a:pt x="11" y="9"/>
                        <a:pt x="6" y="19"/>
                        <a:pt x="0" y="28"/>
                      </a:cubicBezTo>
                      <a:cubicBezTo>
                        <a:pt x="20" y="36"/>
                        <a:pt x="42" y="40"/>
                        <a:pt x="64" y="40"/>
                      </a:cubicBezTo>
                      <a:cubicBezTo>
                        <a:pt x="160" y="40"/>
                        <a:pt x="160" y="40"/>
                        <a:pt x="160" y="40"/>
                      </a:cubicBezTo>
                      <a:cubicBezTo>
                        <a:pt x="169" y="40"/>
                        <a:pt x="176" y="33"/>
                        <a:pt x="176" y="24"/>
                      </a:cubicBezTo>
                      <a:cubicBezTo>
                        <a:pt x="176" y="15"/>
                        <a:pt x="169" y="8"/>
                        <a:pt x="160" y="8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6" name="CLR 1">
                  <a:extLst>
                    <a:ext uri="{FF2B5EF4-FFF2-40B4-BE49-F238E27FC236}">
                      <a16:creationId xmlns:a16="http://schemas.microsoft.com/office/drawing/2014/main" id="{06EB0542-A082-0F5A-D795-4C5317227FF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2701925" y="6118226"/>
                  <a:ext cx="317500" cy="74613"/>
                </a:xfrm>
                <a:custGeom>
                  <a:avLst/>
                  <a:gdLst>
                    <a:gd name="T0" fmla="*/ 228 w 244"/>
                    <a:gd name="T1" fmla="*/ 25 h 57"/>
                    <a:gd name="T2" fmla="*/ 132 w 244"/>
                    <a:gd name="T3" fmla="*/ 25 h 57"/>
                    <a:gd name="T4" fmla="*/ 26 w 244"/>
                    <a:gd name="T5" fmla="*/ 0 h 57"/>
                    <a:gd name="T6" fmla="*/ 0 w 244"/>
                    <a:gd name="T7" fmla="*/ 23 h 57"/>
                    <a:gd name="T8" fmla="*/ 132 w 244"/>
                    <a:gd name="T9" fmla="*/ 57 h 57"/>
                    <a:gd name="T10" fmla="*/ 228 w 244"/>
                    <a:gd name="T11" fmla="*/ 57 h 57"/>
                    <a:gd name="T12" fmla="*/ 244 w 244"/>
                    <a:gd name="T13" fmla="*/ 41 h 57"/>
                    <a:gd name="T14" fmla="*/ 228 w 244"/>
                    <a:gd name="T15" fmla="*/ 25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44" h="57">
                      <a:moveTo>
                        <a:pt x="228" y="25"/>
                      </a:moveTo>
                      <a:cubicBezTo>
                        <a:pt x="132" y="25"/>
                        <a:pt x="132" y="25"/>
                        <a:pt x="132" y="25"/>
                      </a:cubicBezTo>
                      <a:cubicBezTo>
                        <a:pt x="95" y="25"/>
                        <a:pt x="59" y="17"/>
                        <a:pt x="26" y="0"/>
                      </a:cubicBezTo>
                      <a:cubicBezTo>
                        <a:pt x="18" y="9"/>
                        <a:pt x="9" y="16"/>
                        <a:pt x="0" y="23"/>
                      </a:cubicBezTo>
                      <a:cubicBezTo>
                        <a:pt x="41" y="45"/>
                        <a:pt x="86" y="57"/>
                        <a:pt x="132" y="57"/>
                      </a:cubicBezTo>
                      <a:cubicBezTo>
                        <a:pt x="228" y="57"/>
                        <a:pt x="228" y="57"/>
                        <a:pt x="228" y="57"/>
                      </a:cubicBezTo>
                      <a:cubicBezTo>
                        <a:pt x="237" y="57"/>
                        <a:pt x="244" y="50"/>
                        <a:pt x="244" y="41"/>
                      </a:cubicBezTo>
                      <a:cubicBezTo>
                        <a:pt x="244" y="32"/>
                        <a:pt x="237" y="25"/>
                        <a:pt x="228" y="25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7" name="CLR 0">
                  <a:extLst>
                    <a:ext uri="{FF2B5EF4-FFF2-40B4-BE49-F238E27FC236}">
                      <a16:creationId xmlns:a16="http://schemas.microsoft.com/office/drawing/2014/main" id="{8037674C-D48C-9734-EA1F-C5957E4C46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2311400" y="5399088"/>
                  <a:ext cx="815975" cy="793750"/>
                </a:xfrm>
                <a:custGeom>
                  <a:avLst/>
                  <a:gdLst>
                    <a:gd name="T0" fmla="*/ 507 w 626"/>
                    <a:gd name="T1" fmla="*/ 6 h 609"/>
                    <a:gd name="T2" fmla="*/ 490 w 626"/>
                    <a:gd name="T3" fmla="*/ 2 h 609"/>
                    <a:gd name="T4" fmla="*/ 480 w 626"/>
                    <a:gd name="T5" fmla="*/ 17 h 609"/>
                    <a:gd name="T6" fmla="*/ 480 w 626"/>
                    <a:gd name="T7" fmla="*/ 65 h 609"/>
                    <a:gd name="T8" fmla="*/ 432 w 626"/>
                    <a:gd name="T9" fmla="*/ 65 h 609"/>
                    <a:gd name="T10" fmla="*/ 160 w 626"/>
                    <a:gd name="T11" fmla="*/ 337 h 609"/>
                    <a:gd name="T12" fmla="*/ 189 w 626"/>
                    <a:gd name="T13" fmla="*/ 459 h 609"/>
                    <a:gd name="T14" fmla="*/ 112 w 626"/>
                    <a:gd name="T15" fmla="*/ 481 h 609"/>
                    <a:gd name="T16" fmla="*/ 16 w 626"/>
                    <a:gd name="T17" fmla="*/ 481 h 609"/>
                    <a:gd name="T18" fmla="*/ 0 w 626"/>
                    <a:gd name="T19" fmla="*/ 497 h 609"/>
                    <a:gd name="T20" fmla="*/ 16 w 626"/>
                    <a:gd name="T21" fmla="*/ 513 h 609"/>
                    <a:gd name="T22" fmla="*/ 112 w 626"/>
                    <a:gd name="T23" fmla="*/ 513 h 609"/>
                    <a:gd name="T24" fmla="*/ 219 w 626"/>
                    <a:gd name="T25" fmla="*/ 477 h 609"/>
                    <a:gd name="T26" fmla="*/ 220 w 626"/>
                    <a:gd name="T27" fmla="*/ 476 h 609"/>
                    <a:gd name="T28" fmla="*/ 288 w 626"/>
                    <a:gd name="T29" fmla="*/ 337 h 609"/>
                    <a:gd name="T30" fmla="*/ 330 w 626"/>
                    <a:gd name="T31" fmla="*/ 236 h 609"/>
                    <a:gd name="T32" fmla="*/ 352 w 626"/>
                    <a:gd name="T33" fmla="*/ 337 h 609"/>
                    <a:gd name="T34" fmla="*/ 112 w 626"/>
                    <a:gd name="T35" fmla="*/ 577 h 609"/>
                    <a:gd name="T36" fmla="*/ 16 w 626"/>
                    <a:gd name="T37" fmla="*/ 577 h 609"/>
                    <a:gd name="T38" fmla="*/ 0 w 626"/>
                    <a:gd name="T39" fmla="*/ 593 h 609"/>
                    <a:gd name="T40" fmla="*/ 16 w 626"/>
                    <a:gd name="T41" fmla="*/ 609 h 609"/>
                    <a:gd name="T42" fmla="*/ 112 w 626"/>
                    <a:gd name="T43" fmla="*/ 609 h 609"/>
                    <a:gd name="T44" fmla="*/ 384 w 626"/>
                    <a:gd name="T45" fmla="*/ 337 h 609"/>
                    <a:gd name="T46" fmla="*/ 355 w 626"/>
                    <a:gd name="T47" fmla="*/ 215 h 609"/>
                    <a:gd name="T48" fmla="*/ 432 w 626"/>
                    <a:gd name="T49" fmla="*/ 193 h 609"/>
                    <a:gd name="T50" fmla="*/ 480 w 626"/>
                    <a:gd name="T51" fmla="*/ 193 h 609"/>
                    <a:gd name="T52" fmla="*/ 480 w 626"/>
                    <a:gd name="T53" fmla="*/ 241 h 609"/>
                    <a:gd name="T54" fmla="*/ 490 w 626"/>
                    <a:gd name="T55" fmla="*/ 256 h 609"/>
                    <a:gd name="T56" fmla="*/ 507 w 626"/>
                    <a:gd name="T57" fmla="*/ 252 h 609"/>
                    <a:gd name="T58" fmla="*/ 619 w 626"/>
                    <a:gd name="T59" fmla="*/ 140 h 609"/>
                    <a:gd name="T60" fmla="*/ 619 w 626"/>
                    <a:gd name="T61" fmla="*/ 118 h 609"/>
                    <a:gd name="T62" fmla="*/ 507 w 626"/>
                    <a:gd name="T63" fmla="*/ 6 h 609"/>
                    <a:gd name="T64" fmla="*/ 512 w 626"/>
                    <a:gd name="T65" fmla="*/ 202 h 609"/>
                    <a:gd name="T66" fmla="*/ 512 w 626"/>
                    <a:gd name="T67" fmla="*/ 177 h 609"/>
                    <a:gd name="T68" fmla="*/ 496 w 626"/>
                    <a:gd name="T69" fmla="*/ 161 h 609"/>
                    <a:gd name="T70" fmla="*/ 432 w 626"/>
                    <a:gd name="T71" fmla="*/ 161 h 609"/>
                    <a:gd name="T72" fmla="*/ 256 w 626"/>
                    <a:gd name="T73" fmla="*/ 337 h 609"/>
                    <a:gd name="T74" fmla="*/ 214 w 626"/>
                    <a:gd name="T75" fmla="*/ 438 h 609"/>
                    <a:gd name="T76" fmla="*/ 192 w 626"/>
                    <a:gd name="T77" fmla="*/ 337 h 609"/>
                    <a:gd name="T78" fmla="*/ 432 w 626"/>
                    <a:gd name="T79" fmla="*/ 97 h 609"/>
                    <a:gd name="T80" fmla="*/ 496 w 626"/>
                    <a:gd name="T81" fmla="*/ 97 h 609"/>
                    <a:gd name="T82" fmla="*/ 512 w 626"/>
                    <a:gd name="T83" fmla="*/ 81 h 609"/>
                    <a:gd name="T84" fmla="*/ 512 w 626"/>
                    <a:gd name="T85" fmla="*/ 56 h 609"/>
                    <a:gd name="T86" fmla="*/ 585 w 626"/>
                    <a:gd name="T87" fmla="*/ 129 h 609"/>
                    <a:gd name="T88" fmla="*/ 512 w 626"/>
                    <a:gd name="T89" fmla="*/ 202 h 6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626" h="609">
                      <a:moveTo>
                        <a:pt x="507" y="6"/>
                      </a:moveTo>
                      <a:cubicBezTo>
                        <a:pt x="503" y="1"/>
                        <a:pt x="496" y="0"/>
                        <a:pt x="490" y="2"/>
                      </a:cubicBezTo>
                      <a:cubicBezTo>
                        <a:pt x="484" y="5"/>
                        <a:pt x="480" y="11"/>
                        <a:pt x="480" y="17"/>
                      </a:cubicBezTo>
                      <a:cubicBezTo>
                        <a:pt x="480" y="65"/>
                        <a:pt x="480" y="65"/>
                        <a:pt x="480" y="65"/>
                      </a:cubicBezTo>
                      <a:cubicBezTo>
                        <a:pt x="432" y="65"/>
                        <a:pt x="432" y="65"/>
                        <a:pt x="432" y="65"/>
                      </a:cubicBezTo>
                      <a:cubicBezTo>
                        <a:pt x="282" y="65"/>
                        <a:pt x="160" y="187"/>
                        <a:pt x="160" y="337"/>
                      </a:cubicBezTo>
                      <a:cubicBezTo>
                        <a:pt x="160" y="379"/>
                        <a:pt x="170" y="421"/>
                        <a:pt x="189" y="459"/>
                      </a:cubicBezTo>
                      <a:cubicBezTo>
                        <a:pt x="167" y="473"/>
                        <a:pt x="140" y="481"/>
                        <a:pt x="112" y="481"/>
                      </a:cubicBezTo>
                      <a:cubicBezTo>
                        <a:pt x="16" y="481"/>
                        <a:pt x="16" y="481"/>
                        <a:pt x="16" y="481"/>
                      </a:cubicBezTo>
                      <a:cubicBezTo>
                        <a:pt x="7" y="481"/>
                        <a:pt x="0" y="488"/>
                        <a:pt x="0" y="497"/>
                      </a:cubicBezTo>
                      <a:cubicBezTo>
                        <a:pt x="0" y="506"/>
                        <a:pt x="7" y="513"/>
                        <a:pt x="16" y="513"/>
                      </a:cubicBezTo>
                      <a:cubicBezTo>
                        <a:pt x="112" y="513"/>
                        <a:pt x="112" y="513"/>
                        <a:pt x="112" y="513"/>
                      </a:cubicBezTo>
                      <a:cubicBezTo>
                        <a:pt x="152" y="513"/>
                        <a:pt x="189" y="500"/>
                        <a:pt x="219" y="477"/>
                      </a:cubicBezTo>
                      <a:cubicBezTo>
                        <a:pt x="219" y="477"/>
                        <a:pt x="219" y="476"/>
                        <a:pt x="220" y="476"/>
                      </a:cubicBezTo>
                      <a:cubicBezTo>
                        <a:pt x="261" y="444"/>
                        <a:pt x="288" y="394"/>
                        <a:pt x="288" y="337"/>
                      </a:cubicBezTo>
                      <a:cubicBezTo>
                        <a:pt x="288" y="298"/>
                        <a:pt x="304" y="262"/>
                        <a:pt x="330" y="236"/>
                      </a:cubicBezTo>
                      <a:cubicBezTo>
                        <a:pt x="344" y="267"/>
                        <a:pt x="352" y="302"/>
                        <a:pt x="352" y="337"/>
                      </a:cubicBezTo>
                      <a:cubicBezTo>
                        <a:pt x="352" y="469"/>
                        <a:pt x="244" y="577"/>
                        <a:pt x="112" y="577"/>
                      </a:cubicBezTo>
                      <a:cubicBezTo>
                        <a:pt x="16" y="577"/>
                        <a:pt x="16" y="577"/>
                        <a:pt x="16" y="577"/>
                      </a:cubicBezTo>
                      <a:cubicBezTo>
                        <a:pt x="7" y="577"/>
                        <a:pt x="0" y="584"/>
                        <a:pt x="0" y="593"/>
                      </a:cubicBezTo>
                      <a:cubicBezTo>
                        <a:pt x="0" y="602"/>
                        <a:pt x="7" y="609"/>
                        <a:pt x="16" y="609"/>
                      </a:cubicBezTo>
                      <a:cubicBezTo>
                        <a:pt x="112" y="609"/>
                        <a:pt x="112" y="609"/>
                        <a:pt x="112" y="609"/>
                      </a:cubicBezTo>
                      <a:cubicBezTo>
                        <a:pt x="262" y="609"/>
                        <a:pt x="384" y="487"/>
                        <a:pt x="384" y="337"/>
                      </a:cubicBezTo>
                      <a:cubicBezTo>
                        <a:pt x="384" y="295"/>
                        <a:pt x="374" y="253"/>
                        <a:pt x="355" y="215"/>
                      </a:cubicBezTo>
                      <a:cubicBezTo>
                        <a:pt x="378" y="201"/>
                        <a:pt x="404" y="193"/>
                        <a:pt x="432" y="193"/>
                      </a:cubicBezTo>
                      <a:cubicBezTo>
                        <a:pt x="480" y="193"/>
                        <a:pt x="480" y="193"/>
                        <a:pt x="480" y="193"/>
                      </a:cubicBezTo>
                      <a:cubicBezTo>
                        <a:pt x="480" y="241"/>
                        <a:pt x="480" y="241"/>
                        <a:pt x="480" y="241"/>
                      </a:cubicBezTo>
                      <a:cubicBezTo>
                        <a:pt x="480" y="248"/>
                        <a:pt x="484" y="253"/>
                        <a:pt x="490" y="256"/>
                      </a:cubicBezTo>
                      <a:cubicBezTo>
                        <a:pt x="496" y="258"/>
                        <a:pt x="503" y="257"/>
                        <a:pt x="507" y="252"/>
                      </a:cubicBezTo>
                      <a:cubicBezTo>
                        <a:pt x="619" y="140"/>
                        <a:pt x="619" y="140"/>
                        <a:pt x="619" y="140"/>
                      </a:cubicBezTo>
                      <a:cubicBezTo>
                        <a:pt x="626" y="134"/>
                        <a:pt x="626" y="124"/>
                        <a:pt x="619" y="118"/>
                      </a:cubicBezTo>
                      <a:lnTo>
                        <a:pt x="507" y="6"/>
                      </a:lnTo>
                      <a:close/>
                      <a:moveTo>
                        <a:pt x="512" y="202"/>
                      </a:moveTo>
                      <a:cubicBezTo>
                        <a:pt x="512" y="177"/>
                        <a:pt x="512" y="177"/>
                        <a:pt x="512" y="177"/>
                      </a:cubicBezTo>
                      <a:cubicBezTo>
                        <a:pt x="512" y="168"/>
                        <a:pt x="505" y="161"/>
                        <a:pt x="496" y="161"/>
                      </a:cubicBezTo>
                      <a:cubicBezTo>
                        <a:pt x="432" y="161"/>
                        <a:pt x="432" y="161"/>
                        <a:pt x="432" y="161"/>
                      </a:cubicBezTo>
                      <a:cubicBezTo>
                        <a:pt x="335" y="161"/>
                        <a:pt x="256" y="240"/>
                        <a:pt x="256" y="337"/>
                      </a:cubicBezTo>
                      <a:cubicBezTo>
                        <a:pt x="256" y="377"/>
                        <a:pt x="240" y="412"/>
                        <a:pt x="214" y="438"/>
                      </a:cubicBezTo>
                      <a:cubicBezTo>
                        <a:pt x="200" y="407"/>
                        <a:pt x="192" y="372"/>
                        <a:pt x="192" y="337"/>
                      </a:cubicBezTo>
                      <a:cubicBezTo>
                        <a:pt x="192" y="205"/>
                        <a:pt x="300" y="97"/>
                        <a:pt x="432" y="97"/>
                      </a:cubicBezTo>
                      <a:cubicBezTo>
                        <a:pt x="496" y="97"/>
                        <a:pt x="496" y="97"/>
                        <a:pt x="496" y="97"/>
                      </a:cubicBezTo>
                      <a:cubicBezTo>
                        <a:pt x="505" y="97"/>
                        <a:pt x="512" y="90"/>
                        <a:pt x="512" y="81"/>
                      </a:cubicBezTo>
                      <a:cubicBezTo>
                        <a:pt x="512" y="56"/>
                        <a:pt x="512" y="56"/>
                        <a:pt x="512" y="56"/>
                      </a:cubicBezTo>
                      <a:cubicBezTo>
                        <a:pt x="585" y="129"/>
                        <a:pt x="585" y="129"/>
                        <a:pt x="585" y="129"/>
                      </a:cubicBezTo>
                      <a:lnTo>
                        <a:pt x="512" y="20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DD17A72-C180-223F-F9D6-259669237216}"/>
              </a:ext>
            </a:extLst>
          </p:cNvPr>
          <p:cNvSpPr txBox="1"/>
          <p:nvPr/>
        </p:nvSpPr>
        <p:spPr>
          <a:xfrm>
            <a:off x="6163687" y="4824342"/>
            <a:ext cx="3085088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overall medical expenses inflation rate is growing by 10% YoY globally.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Disembarkation/Repatriation cost of crew due to medical reasons have escalated around 25% from the last two years.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5352DD7-89AD-27CE-D6DD-B7A50076E910}"/>
              </a:ext>
            </a:extLst>
          </p:cNvPr>
          <p:cNvGrpSpPr/>
          <p:nvPr/>
        </p:nvGrpSpPr>
        <p:grpSpPr>
          <a:xfrm>
            <a:off x="6068636" y="3974749"/>
            <a:ext cx="2961064" cy="739864"/>
            <a:chOff x="810836" y="1256949"/>
            <a:chExt cx="2961064" cy="73986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936EA38-D820-F059-9957-30374BD54010}"/>
                </a:ext>
              </a:extLst>
            </p:cNvPr>
            <p:cNvSpPr txBox="1"/>
            <p:nvPr/>
          </p:nvSpPr>
          <p:spPr>
            <a:xfrm>
              <a:off x="1524550" y="1311272"/>
              <a:ext cx="22473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Medical Expenses Inflation</a:t>
              </a:r>
            </a:p>
          </p:txBody>
        </p:sp>
        <p:grpSp>
          <p:nvGrpSpPr>
            <p:cNvPr id="111" name="easyIcon">
              <a:extLst>
                <a:ext uri="{FF2B5EF4-FFF2-40B4-BE49-F238E27FC236}">
                  <a16:creationId xmlns:a16="http://schemas.microsoft.com/office/drawing/2014/main" id="{B7C1D114-A688-D4FF-B991-F7DFE17E8618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810836" y="1256949"/>
              <a:ext cx="739865" cy="739864"/>
              <a:chOff x="8439691" y="2084765"/>
              <a:chExt cx="714051" cy="714050"/>
            </a:xfrm>
          </p:grpSpPr>
          <p:sp>
            <p:nvSpPr>
              <p:cNvPr id="112" name="Background">
                <a:extLst>
                  <a:ext uri="{FF2B5EF4-FFF2-40B4-BE49-F238E27FC236}">
                    <a16:creationId xmlns:a16="http://schemas.microsoft.com/office/drawing/2014/main" id="{3044D6CC-C255-E5BB-0DA6-CC993D9D5604}"/>
                  </a:ext>
                </a:extLst>
              </p:cNvPr>
              <p:cNvSpPr/>
              <p:nvPr/>
            </p:nvSpPr>
            <p:spPr>
              <a:xfrm>
                <a:off x="8439691" y="2084765"/>
                <a:ext cx="714051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13" name="Group 1167">
                <a:extLst>
                  <a:ext uri="{FF2B5EF4-FFF2-40B4-BE49-F238E27FC236}">
                    <a16:creationId xmlns:a16="http://schemas.microsoft.com/office/drawing/2014/main" id="{2CB0963A-D7EB-87A8-7083-134A3A341A7D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8508718" y="2153791"/>
                <a:ext cx="576001" cy="576001"/>
                <a:chOff x="9139238" y="4687888"/>
                <a:chExt cx="709613" cy="709613"/>
              </a:xfrm>
              <a:solidFill>
                <a:schemeClr val="accent2"/>
              </a:solidFill>
            </p:grpSpPr>
            <p:sp>
              <p:nvSpPr>
                <p:cNvPr id="114" name="CLR 1">
                  <a:extLst>
                    <a:ext uri="{FF2B5EF4-FFF2-40B4-BE49-F238E27FC236}">
                      <a16:creationId xmlns:a16="http://schemas.microsoft.com/office/drawing/2014/main" id="{03BBD3F6-28C6-8BED-A009-5022303829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9428163" y="4910138"/>
                  <a:ext cx="131763" cy="155575"/>
                </a:xfrm>
                <a:custGeom>
                  <a:avLst/>
                  <a:gdLst>
                    <a:gd name="T0" fmla="*/ 72 w 144"/>
                    <a:gd name="T1" fmla="*/ 168 h 168"/>
                    <a:gd name="T2" fmla="*/ 0 w 144"/>
                    <a:gd name="T3" fmla="*/ 78 h 168"/>
                    <a:gd name="T4" fmla="*/ 72 w 144"/>
                    <a:gd name="T5" fmla="*/ 0 h 168"/>
                    <a:gd name="T6" fmla="*/ 144 w 144"/>
                    <a:gd name="T7" fmla="*/ 78 h 168"/>
                    <a:gd name="T8" fmla="*/ 72 w 144"/>
                    <a:gd name="T9" fmla="*/ 168 h 168"/>
                    <a:gd name="T10" fmla="*/ 72 w 144"/>
                    <a:gd name="T11" fmla="*/ 24 h 168"/>
                    <a:gd name="T12" fmla="*/ 24 w 144"/>
                    <a:gd name="T13" fmla="*/ 78 h 168"/>
                    <a:gd name="T14" fmla="*/ 72 w 144"/>
                    <a:gd name="T15" fmla="*/ 144 h 168"/>
                    <a:gd name="T16" fmla="*/ 120 w 144"/>
                    <a:gd name="T17" fmla="*/ 78 h 168"/>
                    <a:gd name="T18" fmla="*/ 72 w 144"/>
                    <a:gd name="T19" fmla="*/ 24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4" h="168">
                      <a:moveTo>
                        <a:pt x="72" y="168"/>
                      </a:moveTo>
                      <a:cubicBezTo>
                        <a:pt x="31" y="168"/>
                        <a:pt x="0" y="129"/>
                        <a:pt x="0" y="78"/>
                      </a:cubicBezTo>
                      <a:cubicBezTo>
                        <a:pt x="0" y="41"/>
                        <a:pt x="8" y="0"/>
                        <a:pt x="72" y="0"/>
                      </a:cubicBezTo>
                      <a:cubicBezTo>
                        <a:pt x="136" y="0"/>
                        <a:pt x="144" y="41"/>
                        <a:pt x="144" y="78"/>
                      </a:cubicBezTo>
                      <a:cubicBezTo>
                        <a:pt x="144" y="129"/>
                        <a:pt x="113" y="168"/>
                        <a:pt x="72" y="168"/>
                      </a:cubicBezTo>
                      <a:close/>
                      <a:moveTo>
                        <a:pt x="72" y="24"/>
                      </a:moveTo>
                      <a:cubicBezTo>
                        <a:pt x="36" y="24"/>
                        <a:pt x="24" y="37"/>
                        <a:pt x="24" y="78"/>
                      </a:cubicBezTo>
                      <a:cubicBezTo>
                        <a:pt x="24" y="110"/>
                        <a:pt x="41" y="144"/>
                        <a:pt x="72" y="144"/>
                      </a:cubicBezTo>
                      <a:cubicBezTo>
                        <a:pt x="103" y="144"/>
                        <a:pt x="120" y="110"/>
                        <a:pt x="120" y="78"/>
                      </a:cubicBezTo>
                      <a:cubicBezTo>
                        <a:pt x="120" y="37"/>
                        <a:pt x="108" y="24"/>
                        <a:pt x="72" y="24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5" name="CLR 1">
                  <a:extLst>
                    <a:ext uri="{FF2B5EF4-FFF2-40B4-BE49-F238E27FC236}">
                      <a16:creationId xmlns:a16="http://schemas.microsoft.com/office/drawing/2014/main" id="{C8E2876A-6A5B-4F09-5229-65C57FB6633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372601" y="5032376"/>
                  <a:ext cx="242888" cy="120650"/>
                </a:xfrm>
                <a:custGeom>
                  <a:avLst/>
                  <a:gdLst>
                    <a:gd name="T0" fmla="*/ 228 w 264"/>
                    <a:gd name="T1" fmla="*/ 131 h 131"/>
                    <a:gd name="T2" fmla="*/ 36 w 264"/>
                    <a:gd name="T3" fmla="*/ 131 h 131"/>
                    <a:gd name="T4" fmla="*/ 0 w 264"/>
                    <a:gd name="T5" fmla="*/ 83 h 131"/>
                    <a:gd name="T6" fmla="*/ 0 w 264"/>
                    <a:gd name="T7" fmla="*/ 52 h 131"/>
                    <a:gd name="T8" fmla="*/ 90 w 264"/>
                    <a:gd name="T9" fmla="*/ 0 h 131"/>
                    <a:gd name="T10" fmla="*/ 102 w 264"/>
                    <a:gd name="T11" fmla="*/ 21 h 131"/>
                    <a:gd name="T12" fmla="*/ 24 w 264"/>
                    <a:gd name="T13" fmla="*/ 66 h 131"/>
                    <a:gd name="T14" fmla="*/ 24 w 264"/>
                    <a:gd name="T15" fmla="*/ 83 h 131"/>
                    <a:gd name="T16" fmla="*/ 36 w 264"/>
                    <a:gd name="T17" fmla="*/ 107 h 131"/>
                    <a:gd name="T18" fmla="*/ 228 w 264"/>
                    <a:gd name="T19" fmla="*/ 107 h 131"/>
                    <a:gd name="T20" fmla="*/ 240 w 264"/>
                    <a:gd name="T21" fmla="*/ 83 h 131"/>
                    <a:gd name="T22" fmla="*/ 240 w 264"/>
                    <a:gd name="T23" fmla="*/ 66 h 131"/>
                    <a:gd name="T24" fmla="*/ 162 w 264"/>
                    <a:gd name="T25" fmla="*/ 21 h 131"/>
                    <a:gd name="T26" fmla="*/ 174 w 264"/>
                    <a:gd name="T27" fmla="*/ 0 h 131"/>
                    <a:gd name="T28" fmla="*/ 264 w 264"/>
                    <a:gd name="T29" fmla="*/ 52 h 131"/>
                    <a:gd name="T30" fmla="*/ 264 w 264"/>
                    <a:gd name="T31" fmla="*/ 83 h 131"/>
                    <a:gd name="T32" fmla="*/ 228 w 264"/>
                    <a:gd name="T33" fmla="*/ 131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64" h="131">
                      <a:moveTo>
                        <a:pt x="228" y="131"/>
                      </a:moveTo>
                      <a:cubicBezTo>
                        <a:pt x="36" y="131"/>
                        <a:pt x="36" y="131"/>
                        <a:pt x="36" y="131"/>
                      </a:cubicBezTo>
                      <a:cubicBezTo>
                        <a:pt x="16" y="131"/>
                        <a:pt x="0" y="109"/>
                        <a:pt x="0" y="83"/>
                      </a:cubicBez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90" y="0"/>
                        <a:pt x="90" y="0"/>
                        <a:pt x="90" y="0"/>
                      </a:cubicBezTo>
                      <a:cubicBezTo>
                        <a:pt x="102" y="21"/>
                        <a:pt x="102" y="21"/>
                        <a:pt x="102" y="21"/>
                      </a:cubicBezTo>
                      <a:cubicBezTo>
                        <a:pt x="24" y="66"/>
                        <a:pt x="24" y="66"/>
                        <a:pt x="24" y="66"/>
                      </a:cubicBezTo>
                      <a:cubicBezTo>
                        <a:pt x="24" y="83"/>
                        <a:pt x="24" y="83"/>
                        <a:pt x="24" y="83"/>
                      </a:cubicBezTo>
                      <a:cubicBezTo>
                        <a:pt x="24" y="97"/>
                        <a:pt x="32" y="107"/>
                        <a:pt x="36" y="107"/>
                      </a:cubicBezTo>
                      <a:cubicBezTo>
                        <a:pt x="228" y="107"/>
                        <a:pt x="228" y="107"/>
                        <a:pt x="228" y="107"/>
                      </a:cubicBezTo>
                      <a:cubicBezTo>
                        <a:pt x="232" y="107"/>
                        <a:pt x="240" y="97"/>
                        <a:pt x="240" y="83"/>
                      </a:cubicBezTo>
                      <a:cubicBezTo>
                        <a:pt x="240" y="66"/>
                        <a:pt x="240" y="66"/>
                        <a:pt x="240" y="66"/>
                      </a:cubicBezTo>
                      <a:cubicBezTo>
                        <a:pt x="162" y="21"/>
                        <a:pt x="162" y="21"/>
                        <a:pt x="162" y="21"/>
                      </a:cubicBezTo>
                      <a:cubicBezTo>
                        <a:pt x="174" y="0"/>
                        <a:pt x="174" y="0"/>
                        <a:pt x="174" y="0"/>
                      </a:cubicBezTo>
                      <a:cubicBezTo>
                        <a:pt x="264" y="52"/>
                        <a:pt x="264" y="52"/>
                        <a:pt x="264" y="52"/>
                      </a:cubicBezTo>
                      <a:cubicBezTo>
                        <a:pt x="264" y="83"/>
                        <a:pt x="264" y="83"/>
                        <a:pt x="264" y="83"/>
                      </a:cubicBezTo>
                      <a:cubicBezTo>
                        <a:pt x="264" y="109"/>
                        <a:pt x="248" y="131"/>
                        <a:pt x="228" y="131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6" name="CLR 0">
                  <a:extLst>
                    <a:ext uri="{FF2B5EF4-FFF2-40B4-BE49-F238E27FC236}">
                      <a16:creationId xmlns:a16="http://schemas.microsoft.com/office/drawing/2014/main" id="{A1546608-B062-EE2D-C956-39A97F720083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9250363" y="4799013"/>
                  <a:ext cx="487363" cy="487363"/>
                </a:xfrm>
                <a:custGeom>
                  <a:avLst/>
                  <a:gdLst>
                    <a:gd name="T0" fmla="*/ 264 w 528"/>
                    <a:gd name="T1" fmla="*/ 528 h 528"/>
                    <a:gd name="T2" fmla="*/ 0 w 528"/>
                    <a:gd name="T3" fmla="*/ 264 h 528"/>
                    <a:gd name="T4" fmla="*/ 264 w 528"/>
                    <a:gd name="T5" fmla="*/ 0 h 528"/>
                    <a:gd name="T6" fmla="*/ 528 w 528"/>
                    <a:gd name="T7" fmla="*/ 264 h 528"/>
                    <a:gd name="T8" fmla="*/ 264 w 528"/>
                    <a:gd name="T9" fmla="*/ 528 h 528"/>
                    <a:gd name="T10" fmla="*/ 264 w 528"/>
                    <a:gd name="T11" fmla="*/ 24 h 528"/>
                    <a:gd name="T12" fmla="*/ 24 w 528"/>
                    <a:gd name="T13" fmla="*/ 264 h 528"/>
                    <a:gd name="T14" fmla="*/ 264 w 528"/>
                    <a:gd name="T15" fmla="*/ 504 h 528"/>
                    <a:gd name="T16" fmla="*/ 504 w 528"/>
                    <a:gd name="T17" fmla="*/ 264 h 528"/>
                    <a:gd name="T18" fmla="*/ 264 w 528"/>
                    <a:gd name="T19" fmla="*/ 24 h 5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28" h="528">
                      <a:moveTo>
                        <a:pt x="264" y="528"/>
                      </a:moveTo>
                      <a:cubicBezTo>
                        <a:pt x="118" y="528"/>
                        <a:pt x="0" y="409"/>
                        <a:pt x="0" y="264"/>
                      </a:cubicBezTo>
                      <a:cubicBezTo>
                        <a:pt x="0" y="118"/>
                        <a:pt x="118" y="0"/>
                        <a:pt x="264" y="0"/>
                      </a:cubicBezTo>
                      <a:cubicBezTo>
                        <a:pt x="410" y="0"/>
                        <a:pt x="528" y="118"/>
                        <a:pt x="528" y="264"/>
                      </a:cubicBezTo>
                      <a:cubicBezTo>
                        <a:pt x="528" y="409"/>
                        <a:pt x="410" y="528"/>
                        <a:pt x="264" y="528"/>
                      </a:cubicBezTo>
                      <a:close/>
                      <a:moveTo>
                        <a:pt x="264" y="24"/>
                      </a:moveTo>
                      <a:cubicBezTo>
                        <a:pt x="132" y="24"/>
                        <a:pt x="24" y="131"/>
                        <a:pt x="24" y="264"/>
                      </a:cubicBezTo>
                      <a:cubicBezTo>
                        <a:pt x="24" y="396"/>
                        <a:pt x="132" y="504"/>
                        <a:pt x="264" y="504"/>
                      </a:cubicBezTo>
                      <a:cubicBezTo>
                        <a:pt x="396" y="504"/>
                        <a:pt x="504" y="396"/>
                        <a:pt x="504" y="264"/>
                      </a:cubicBezTo>
                      <a:cubicBezTo>
                        <a:pt x="504" y="131"/>
                        <a:pt x="396" y="24"/>
                        <a:pt x="264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7" name="CLR 0">
                  <a:extLst>
                    <a:ext uri="{FF2B5EF4-FFF2-40B4-BE49-F238E27FC236}">
                      <a16:creationId xmlns:a16="http://schemas.microsoft.com/office/drawing/2014/main" id="{BCD668A0-6520-38FF-F6B4-FD08E1CD6E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82138" y="4700588"/>
                  <a:ext cx="22225" cy="1651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8" name="CLR 0">
                  <a:extLst>
                    <a:ext uri="{FF2B5EF4-FFF2-40B4-BE49-F238E27FC236}">
                      <a16:creationId xmlns:a16="http://schemas.microsoft.com/office/drawing/2014/main" id="{B3448202-B846-D654-F33C-D6794B9AB55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442451" y="4687888"/>
                  <a:ext cx="103188" cy="63500"/>
                </a:xfrm>
                <a:custGeom>
                  <a:avLst/>
                  <a:gdLst>
                    <a:gd name="T0" fmla="*/ 96 w 112"/>
                    <a:gd name="T1" fmla="*/ 70 h 70"/>
                    <a:gd name="T2" fmla="*/ 56 w 112"/>
                    <a:gd name="T3" fmla="*/ 31 h 70"/>
                    <a:gd name="T4" fmla="*/ 16 w 112"/>
                    <a:gd name="T5" fmla="*/ 70 h 70"/>
                    <a:gd name="T6" fmla="*/ 0 w 112"/>
                    <a:gd name="T7" fmla="*/ 53 h 70"/>
                    <a:gd name="T8" fmla="*/ 48 w 112"/>
                    <a:gd name="T9" fmla="*/ 5 h 70"/>
                    <a:gd name="T10" fmla="*/ 64 w 112"/>
                    <a:gd name="T11" fmla="*/ 5 h 70"/>
                    <a:gd name="T12" fmla="*/ 112 w 112"/>
                    <a:gd name="T13" fmla="*/ 53 h 70"/>
                    <a:gd name="T14" fmla="*/ 96 w 112"/>
                    <a:gd name="T15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2" h="70">
                      <a:moveTo>
                        <a:pt x="96" y="70"/>
                      </a:moveTo>
                      <a:cubicBezTo>
                        <a:pt x="56" y="31"/>
                        <a:pt x="56" y="31"/>
                        <a:pt x="56" y="31"/>
                      </a:cubicBezTo>
                      <a:cubicBezTo>
                        <a:pt x="16" y="70"/>
                        <a:pt x="16" y="70"/>
                        <a:pt x="16" y="70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48" y="5"/>
                        <a:pt x="48" y="5"/>
                        <a:pt x="48" y="5"/>
                      </a:cubicBezTo>
                      <a:cubicBezTo>
                        <a:pt x="52" y="0"/>
                        <a:pt x="60" y="0"/>
                        <a:pt x="64" y="5"/>
                      </a:cubicBezTo>
                      <a:cubicBezTo>
                        <a:pt x="112" y="53"/>
                        <a:pt x="112" y="53"/>
                        <a:pt x="112" y="53"/>
                      </a:cubicBezTo>
                      <a:lnTo>
                        <a:pt x="96" y="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9" name="CLR 0">
                  <a:extLst>
                    <a:ext uri="{FF2B5EF4-FFF2-40B4-BE49-F238E27FC236}">
                      <a16:creationId xmlns:a16="http://schemas.microsoft.com/office/drawing/2014/main" id="{835FD3FD-3DEB-AE2C-4B34-9B87B0DD28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82138" y="5230813"/>
                  <a:ext cx="22225" cy="1555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0" name="CLR 0">
                  <a:extLst>
                    <a:ext uri="{FF2B5EF4-FFF2-40B4-BE49-F238E27FC236}">
                      <a16:creationId xmlns:a16="http://schemas.microsoft.com/office/drawing/2014/main" id="{CB58ACC1-60C5-13F6-8869-E18793BAC17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442451" y="5334001"/>
                  <a:ext cx="103188" cy="63500"/>
                </a:xfrm>
                <a:custGeom>
                  <a:avLst/>
                  <a:gdLst>
                    <a:gd name="T0" fmla="*/ 56 w 112"/>
                    <a:gd name="T1" fmla="*/ 69 h 69"/>
                    <a:gd name="T2" fmla="*/ 48 w 112"/>
                    <a:gd name="T3" fmla="*/ 65 h 69"/>
                    <a:gd name="T4" fmla="*/ 0 w 112"/>
                    <a:gd name="T5" fmla="*/ 17 h 69"/>
                    <a:gd name="T6" fmla="*/ 16 w 112"/>
                    <a:gd name="T7" fmla="*/ 0 h 69"/>
                    <a:gd name="T8" fmla="*/ 56 w 112"/>
                    <a:gd name="T9" fmla="*/ 40 h 69"/>
                    <a:gd name="T10" fmla="*/ 96 w 112"/>
                    <a:gd name="T11" fmla="*/ 0 h 69"/>
                    <a:gd name="T12" fmla="*/ 112 w 112"/>
                    <a:gd name="T13" fmla="*/ 17 h 69"/>
                    <a:gd name="T14" fmla="*/ 64 w 112"/>
                    <a:gd name="T15" fmla="*/ 65 h 69"/>
                    <a:gd name="T16" fmla="*/ 56 w 112"/>
                    <a:gd name="T17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2" h="69">
                      <a:moveTo>
                        <a:pt x="56" y="69"/>
                      </a:moveTo>
                      <a:cubicBezTo>
                        <a:pt x="53" y="69"/>
                        <a:pt x="50" y="67"/>
                        <a:pt x="48" y="65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56" y="40"/>
                        <a:pt x="56" y="40"/>
                        <a:pt x="56" y="40"/>
                      </a:cubicBezTo>
                      <a:cubicBezTo>
                        <a:pt x="96" y="0"/>
                        <a:pt x="96" y="0"/>
                        <a:pt x="96" y="0"/>
                      </a:cubicBezTo>
                      <a:cubicBezTo>
                        <a:pt x="112" y="17"/>
                        <a:pt x="112" y="17"/>
                        <a:pt x="112" y="17"/>
                      </a:cubicBezTo>
                      <a:cubicBezTo>
                        <a:pt x="64" y="65"/>
                        <a:pt x="64" y="65"/>
                        <a:pt x="64" y="65"/>
                      </a:cubicBezTo>
                      <a:cubicBezTo>
                        <a:pt x="62" y="67"/>
                        <a:pt x="59" y="69"/>
                        <a:pt x="56" y="6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1" name="CLR 0">
                  <a:extLst>
                    <a:ext uri="{FF2B5EF4-FFF2-40B4-BE49-F238E27FC236}">
                      <a16:creationId xmlns:a16="http://schemas.microsoft.com/office/drawing/2014/main" id="{7A7CE008-A15D-919F-82DD-773342FEA2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151938" y="5032376"/>
                  <a:ext cx="153988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2" name="CLR 0">
                  <a:extLst>
                    <a:ext uri="{FF2B5EF4-FFF2-40B4-BE49-F238E27FC236}">
                      <a16:creationId xmlns:a16="http://schemas.microsoft.com/office/drawing/2014/main" id="{8B515D9A-646F-908A-6E47-A76C37B43080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139238" y="4991101"/>
                  <a:ext cx="63500" cy="103188"/>
                </a:xfrm>
                <a:custGeom>
                  <a:avLst/>
                  <a:gdLst>
                    <a:gd name="T0" fmla="*/ 53 w 69"/>
                    <a:gd name="T1" fmla="*/ 113 h 113"/>
                    <a:gd name="T2" fmla="*/ 5 w 69"/>
                    <a:gd name="T3" fmla="*/ 65 h 113"/>
                    <a:gd name="T4" fmla="*/ 5 w 69"/>
                    <a:gd name="T5" fmla="*/ 48 h 113"/>
                    <a:gd name="T6" fmla="*/ 53 w 69"/>
                    <a:gd name="T7" fmla="*/ 0 h 113"/>
                    <a:gd name="T8" fmla="*/ 69 w 69"/>
                    <a:gd name="T9" fmla="*/ 17 h 113"/>
                    <a:gd name="T10" fmla="*/ 30 w 69"/>
                    <a:gd name="T11" fmla="*/ 57 h 113"/>
                    <a:gd name="T12" fmla="*/ 69 w 69"/>
                    <a:gd name="T13" fmla="*/ 96 h 113"/>
                    <a:gd name="T14" fmla="*/ 53 w 69"/>
                    <a:gd name="T15" fmla="*/ 11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13">
                      <a:moveTo>
                        <a:pt x="53" y="113"/>
                      </a:moveTo>
                      <a:cubicBezTo>
                        <a:pt x="5" y="65"/>
                        <a:pt x="5" y="65"/>
                        <a:pt x="5" y="65"/>
                      </a:cubicBezTo>
                      <a:cubicBezTo>
                        <a:pt x="0" y="60"/>
                        <a:pt x="0" y="53"/>
                        <a:pt x="5" y="48"/>
                      </a:cubicBezTo>
                      <a:cubicBezTo>
                        <a:pt x="53" y="0"/>
                        <a:pt x="53" y="0"/>
                        <a:pt x="53" y="0"/>
                      </a:cubicBezTo>
                      <a:cubicBezTo>
                        <a:pt x="69" y="17"/>
                        <a:pt x="69" y="17"/>
                        <a:pt x="69" y="17"/>
                      </a:cubicBezTo>
                      <a:cubicBezTo>
                        <a:pt x="30" y="57"/>
                        <a:pt x="30" y="57"/>
                        <a:pt x="30" y="57"/>
                      </a:cubicBezTo>
                      <a:cubicBezTo>
                        <a:pt x="69" y="96"/>
                        <a:pt x="69" y="96"/>
                        <a:pt x="69" y="96"/>
                      </a:cubicBezTo>
                      <a:lnTo>
                        <a:pt x="53" y="1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3" name="CLR 0">
                  <a:extLst>
                    <a:ext uri="{FF2B5EF4-FFF2-40B4-BE49-F238E27FC236}">
                      <a16:creationId xmlns:a16="http://schemas.microsoft.com/office/drawing/2014/main" id="{1567575D-F023-C709-F7EE-7A9D5F1930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682163" y="5032376"/>
                  <a:ext cx="153988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4" name="CLR 0">
                  <a:extLst>
                    <a:ext uri="{FF2B5EF4-FFF2-40B4-BE49-F238E27FC236}">
                      <a16:creationId xmlns:a16="http://schemas.microsoft.com/office/drawing/2014/main" id="{36A7CDBB-87DA-F031-B882-313832A1C5B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785351" y="4991101"/>
                  <a:ext cx="63500" cy="103188"/>
                </a:xfrm>
                <a:custGeom>
                  <a:avLst/>
                  <a:gdLst>
                    <a:gd name="T0" fmla="*/ 16 w 69"/>
                    <a:gd name="T1" fmla="*/ 113 h 113"/>
                    <a:gd name="T2" fmla="*/ 0 w 69"/>
                    <a:gd name="T3" fmla="*/ 96 h 113"/>
                    <a:gd name="T4" fmla="*/ 39 w 69"/>
                    <a:gd name="T5" fmla="*/ 57 h 113"/>
                    <a:gd name="T6" fmla="*/ 0 w 69"/>
                    <a:gd name="T7" fmla="*/ 17 h 113"/>
                    <a:gd name="T8" fmla="*/ 16 w 69"/>
                    <a:gd name="T9" fmla="*/ 0 h 113"/>
                    <a:gd name="T10" fmla="*/ 64 w 69"/>
                    <a:gd name="T11" fmla="*/ 48 h 113"/>
                    <a:gd name="T12" fmla="*/ 64 w 69"/>
                    <a:gd name="T13" fmla="*/ 65 h 113"/>
                    <a:gd name="T14" fmla="*/ 16 w 69"/>
                    <a:gd name="T15" fmla="*/ 113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13">
                      <a:moveTo>
                        <a:pt x="16" y="113"/>
                      </a:moveTo>
                      <a:cubicBezTo>
                        <a:pt x="0" y="96"/>
                        <a:pt x="0" y="96"/>
                        <a:pt x="0" y="96"/>
                      </a:cubicBezTo>
                      <a:cubicBezTo>
                        <a:pt x="39" y="57"/>
                        <a:pt x="39" y="57"/>
                        <a:pt x="39" y="5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64" y="48"/>
                        <a:pt x="64" y="48"/>
                        <a:pt x="64" y="48"/>
                      </a:cubicBezTo>
                      <a:cubicBezTo>
                        <a:pt x="69" y="53"/>
                        <a:pt x="69" y="60"/>
                        <a:pt x="64" y="65"/>
                      </a:cubicBezTo>
                      <a:lnTo>
                        <a:pt x="16" y="1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5" name="CLR 0">
                  <a:extLst>
                    <a:ext uri="{FF2B5EF4-FFF2-40B4-BE49-F238E27FC236}">
                      <a16:creationId xmlns:a16="http://schemas.microsoft.com/office/drawing/2014/main" id="{881461CC-32A3-4BC5-E477-BE5382025DD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23376" y="4773613"/>
                  <a:ext cx="146050" cy="142875"/>
                </a:xfrm>
                <a:custGeom>
                  <a:avLst/>
                  <a:gdLst>
                    <a:gd name="T0" fmla="*/ 82 w 92"/>
                    <a:gd name="T1" fmla="*/ 90 h 90"/>
                    <a:gd name="T2" fmla="*/ 0 w 92"/>
                    <a:gd name="T3" fmla="*/ 9 h 90"/>
                    <a:gd name="T4" fmla="*/ 10 w 92"/>
                    <a:gd name="T5" fmla="*/ 0 h 90"/>
                    <a:gd name="T6" fmla="*/ 92 w 92"/>
                    <a:gd name="T7" fmla="*/ 80 h 90"/>
                    <a:gd name="T8" fmla="*/ 82 w 92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90">
                      <a:moveTo>
                        <a:pt x="82" y="90"/>
                      </a:moveTo>
                      <a:lnTo>
                        <a:pt x="0" y="9"/>
                      </a:lnTo>
                      <a:lnTo>
                        <a:pt x="10" y="0"/>
                      </a:lnTo>
                      <a:lnTo>
                        <a:pt x="92" y="80"/>
                      </a:lnTo>
                      <a:lnTo>
                        <a:pt x="82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6" name="CLR 0">
                  <a:extLst>
                    <a:ext uri="{FF2B5EF4-FFF2-40B4-BE49-F238E27FC236}">
                      <a16:creationId xmlns:a16="http://schemas.microsoft.com/office/drawing/2014/main" id="{6AA194F3-1A3D-3E02-75FC-11AD146A364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17026" y="4765676"/>
                  <a:ext cx="77788" cy="77788"/>
                </a:xfrm>
                <a:custGeom>
                  <a:avLst/>
                  <a:gdLst>
                    <a:gd name="T0" fmla="*/ 24 w 84"/>
                    <a:gd name="T1" fmla="*/ 84 h 84"/>
                    <a:gd name="T2" fmla="*/ 0 w 84"/>
                    <a:gd name="T3" fmla="*/ 84 h 84"/>
                    <a:gd name="T4" fmla="*/ 0 w 84"/>
                    <a:gd name="T5" fmla="*/ 12 h 84"/>
                    <a:gd name="T6" fmla="*/ 12 w 84"/>
                    <a:gd name="T7" fmla="*/ 0 h 84"/>
                    <a:gd name="T8" fmla="*/ 84 w 84"/>
                    <a:gd name="T9" fmla="*/ 0 h 84"/>
                    <a:gd name="T10" fmla="*/ 84 w 84"/>
                    <a:gd name="T11" fmla="*/ 24 h 84"/>
                    <a:gd name="T12" fmla="*/ 24 w 84"/>
                    <a:gd name="T13" fmla="*/ 24 h 84"/>
                    <a:gd name="T14" fmla="*/ 24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24" y="84"/>
                      </a:move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5"/>
                        <a:pt x="5" y="0"/>
                        <a:pt x="12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4" y="24"/>
                        <a:pt x="84" y="24"/>
                        <a:pt x="84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lnTo>
                        <a:pt x="24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7" name="CLR 0">
                  <a:extLst>
                    <a:ext uri="{FF2B5EF4-FFF2-40B4-BE49-F238E27FC236}">
                      <a16:creationId xmlns:a16="http://schemas.microsoft.com/office/drawing/2014/main" id="{238A9F73-701D-E4C7-261B-C69CD5DD9F2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18663" y="5168901"/>
                  <a:ext cx="144463" cy="142875"/>
                </a:xfrm>
                <a:custGeom>
                  <a:avLst/>
                  <a:gdLst>
                    <a:gd name="T0" fmla="*/ 82 w 91"/>
                    <a:gd name="T1" fmla="*/ 90 h 90"/>
                    <a:gd name="T2" fmla="*/ 0 w 91"/>
                    <a:gd name="T3" fmla="*/ 10 h 90"/>
                    <a:gd name="T4" fmla="*/ 10 w 91"/>
                    <a:gd name="T5" fmla="*/ 0 h 90"/>
                    <a:gd name="T6" fmla="*/ 91 w 91"/>
                    <a:gd name="T7" fmla="*/ 80 h 90"/>
                    <a:gd name="T8" fmla="*/ 82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82" y="90"/>
                      </a:moveTo>
                      <a:lnTo>
                        <a:pt x="0" y="10"/>
                      </a:lnTo>
                      <a:lnTo>
                        <a:pt x="10" y="0"/>
                      </a:lnTo>
                      <a:lnTo>
                        <a:pt x="91" y="80"/>
                      </a:lnTo>
                      <a:lnTo>
                        <a:pt x="82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8" name="CLR 0">
                  <a:extLst>
                    <a:ext uri="{FF2B5EF4-FFF2-40B4-BE49-F238E27FC236}">
                      <a16:creationId xmlns:a16="http://schemas.microsoft.com/office/drawing/2014/main" id="{C90028FC-0593-8160-9455-F8057E7A921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93276" y="5241926"/>
                  <a:ext cx="77788" cy="77788"/>
                </a:xfrm>
                <a:custGeom>
                  <a:avLst/>
                  <a:gdLst>
                    <a:gd name="T0" fmla="*/ 72 w 84"/>
                    <a:gd name="T1" fmla="*/ 84 h 84"/>
                    <a:gd name="T2" fmla="*/ 0 w 84"/>
                    <a:gd name="T3" fmla="*/ 84 h 84"/>
                    <a:gd name="T4" fmla="*/ 0 w 84"/>
                    <a:gd name="T5" fmla="*/ 60 h 84"/>
                    <a:gd name="T6" fmla="*/ 60 w 84"/>
                    <a:gd name="T7" fmla="*/ 60 h 84"/>
                    <a:gd name="T8" fmla="*/ 60 w 84"/>
                    <a:gd name="T9" fmla="*/ 0 h 84"/>
                    <a:gd name="T10" fmla="*/ 84 w 84"/>
                    <a:gd name="T11" fmla="*/ 0 h 84"/>
                    <a:gd name="T12" fmla="*/ 84 w 84"/>
                    <a:gd name="T13" fmla="*/ 72 h 84"/>
                    <a:gd name="T14" fmla="*/ 72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72" y="84"/>
                      </a:moveTo>
                      <a:cubicBezTo>
                        <a:pt x="0" y="84"/>
                        <a:pt x="0" y="84"/>
                        <a:pt x="0" y="84"/>
                      </a:cubicBezTo>
                      <a:cubicBezTo>
                        <a:pt x="0" y="60"/>
                        <a:pt x="0" y="60"/>
                        <a:pt x="0" y="60"/>
                      </a:cubicBezTo>
                      <a:cubicBezTo>
                        <a:pt x="60" y="60"/>
                        <a:pt x="60" y="60"/>
                        <a:pt x="60" y="60"/>
                      </a:cubicBez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4" y="72"/>
                        <a:pt x="84" y="72"/>
                        <a:pt x="84" y="72"/>
                      </a:cubicBezTo>
                      <a:cubicBezTo>
                        <a:pt x="84" y="78"/>
                        <a:pt x="79" y="84"/>
                        <a:pt x="72" y="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" name="CLR 0">
                  <a:extLst>
                    <a:ext uri="{FF2B5EF4-FFF2-40B4-BE49-F238E27FC236}">
                      <a16:creationId xmlns:a16="http://schemas.microsoft.com/office/drawing/2014/main" id="{132B4B82-0377-3853-D513-E7CAAB920EC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23376" y="5168901"/>
                  <a:ext cx="146050" cy="142875"/>
                </a:xfrm>
                <a:custGeom>
                  <a:avLst/>
                  <a:gdLst>
                    <a:gd name="T0" fmla="*/ 10 w 92"/>
                    <a:gd name="T1" fmla="*/ 90 h 90"/>
                    <a:gd name="T2" fmla="*/ 0 w 92"/>
                    <a:gd name="T3" fmla="*/ 80 h 90"/>
                    <a:gd name="T4" fmla="*/ 82 w 92"/>
                    <a:gd name="T5" fmla="*/ 0 h 90"/>
                    <a:gd name="T6" fmla="*/ 92 w 92"/>
                    <a:gd name="T7" fmla="*/ 10 h 90"/>
                    <a:gd name="T8" fmla="*/ 10 w 92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90">
                      <a:moveTo>
                        <a:pt x="10" y="90"/>
                      </a:moveTo>
                      <a:lnTo>
                        <a:pt x="0" y="80"/>
                      </a:lnTo>
                      <a:lnTo>
                        <a:pt x="82" y="0"/>
                      </a:lnTo>
                      <a:lnTo>
                        <a:pt x="92" y="10"/>
                      </a:lnTo>
                      <a:lnTo>
                        <a:pt x="10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0" name="CLR 0">
                  <a:extLst>
                    <a:ext uri="{FF2B5EF4-FFF2-40B4-BE49-F238E27FC236}">
                      <a16:creationId xmlns:a16="http://schemas.microsoft.com/office/drawing/2014/main" id="{4C01BF88-1F3B-D252-6A8B-1E36AD40EB3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217026" y="5241926"/>
                  <a:ext cx="77788" cy="77788"/>
                </a:xfrm>
                <a:custGeom>
                  <a:avLst/>
                  <a:gdLst>
                    <a:gd name="T0" fmla="*/ 84 w 84"/>
                    <a:gd name="T1" fmla="*/ 84 h 84"/>
                    <a:gd name="T2" fmla="*/ 12 w 84"/>
                    <a:gd name="T3" fmla="*/ 84 h 84"/>
                    <a:gd name="T4" fmla="*/ 0 w 84"/>
                    <a:gd name="T5" fmla="*/ 72 h 84"/>
                    <a:gd name="T6" fmla="*/ 0 w 84"/>
                    <a:gd name="T7" fmla="*/ 0 h 84"/>
                    <a:gd name="T8" fmla="*/ 24 w 84"/>
                    <a:gd name="T9" fmla="*/ 0 h 84"/>
                    <a:gd name="T10" fmla="*/ 24 w 84"/>
                    <a:gd name="T11" fmla="*/ 60 h 84"/>
                    <a:gd name="T12" fmla="*/ 84 w 84"/>
                    <a:gd name="T13" fmla="*/ 60 h 84"/>
                    <a:gd name="T14" fmla="*/ 84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84" y="84"/>
                      </a:moveTo>
                      <a:cubicBezTo>
                        <a:pt x="12" y="84"/>
                        <a:pt x="12" y="84"/>
                        <a:pt x="12" y="84"/>
                      </a:cubicBezTo>
                      <a:cubicBezTo>
                        <a:pt x="5" y="84"/>
                        <a:pt x="0" y="78"/>
                        <a:pt x="0" y="7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4" y="60"/>
                        <a:pt x="24" y="60"/>
                        <a:pt x="24" y="60"/>
                      </a:cubicBezTo>
                      <a:cubicBezTo>
                        <a:pt x="84" y="60"/>
                        <a:pt x="84" y="60"/>
                        <a:pt x="84" y="60"/>
                      </a:cubicBezTo>
                      <a:lnTo>
                        <a:pt x="84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1" name="CLR 0">
                  <a:extLst>
                    <a:ext uri="{FF2B5EF4-FFF2-40B4-BE49-F238E27FC236}">
                      <a16:creationId xmlns:a16="http://schemas.microsoft.com/office/drawing/2014/main" id="{07D3F190-6707-61B1-9092-EEBF961FABE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18663" y="4773613"/>
                  <a:ext cx="144463" cy="142875"/>
                </a:xfrm>
                <a:custGeom>
                  <a:avLst/>
                  <a:gdLst>
                    <a:gd name="T0" fmla="*/ 10 w 91"/>
                    <a:gd name="T1" fmla="*/ 90 h 90"/>
                    <a:gd name="T2" fmla="*/ 0 w 91"/>
                    <a:gd name="T3" fmla="*/ 80 h 90"/>
                    <a:gd name="T4" fmla="*/ 82 w 91"/>
                    <a:gd name="T5" fmla="*/ 0 h 90"/>
                    <a:gd name="T6" fmla="*/ 91 w 91"/>
                    <a:gd name="T7" fmla="*/ 9 h 90"/>
                    <a:gd name="T8" fmla="*/ 10 w 91"/>
                    <a:gd name="T9" fmla="*/ 90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1" h="90">
                      <a:moveTo>
                        <a:pt x="10" y="90"/>
                      </a:moveTo>
                      <a:lnTo>
                        <a:pt x="0" y="80"/>
                      </a:lnTo>
                      <a:lnTo>
                        <a:pt x="82" y="0"/>
                      </a:lnTo>
                      <a:lnTo>
                        <a:pt x="91" y="9"/>
                      </a:lnTo>
                      <a:lnTo>
                        <a:pt x="10" y="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2" name="CLR 0">
                  <a:extLst>
                    <a:ext uri="{FF2B5EF4-FFF2-40B4-BE49-F238E27FC236}">
                      <a16:creationId xmlns:a16="http://schemas.microsoft.com/office/drawing/2014/main" id="{3163A6FE-EAA4-425B-5A59-CC20C9B6120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693276" y="4765676"/>
                  <a:ext cx="77788" cy="77788"/>
                </a:xfrm>
                <a:custGeom>
                  <a:avLst/>
                  <a:gdLst>
                    <a:gd name="T0" fmla="*/ 84 w 84"/>
                    <a:gd name="T1" fmla="*/ 84 h 84"/>
                    <a:gd name="T2" fmla="*/ 60 w 84"/>
                    <a:gd name="T3" fmla="*/ 84 h 84"/>
                    <a:gd name="T4" fmla="*/ 60 w 84"/>
                    <a:gd name="T5" fmla="*/ 24 h 84"/>
                    <a:gd name="T6" fmla="*/ 0 w 84"/>
                    <a:gd name="T7" fmla="*/ 24 h 84"/>
                    <a:gd name="T8" fmla="*/ 0 w 84"/>
                    <a:gd name="T9" fmla="*/ 0 h 84"/>
                    <a:gd name="T10" fmla="*/ 72 w 84"/>
                    <a:gd name="T11" fmla="*/ 0 h 84"/>
                    <a:gd name="T12" fmla="*/ 84 w 84"/>
                    <a:gd name="T13" fmla="*/ 12 h 84"/>
                    <a:gd name="T14" fmla="*/ 84 w 84"/>
                    <a:gd name="T15" fmla="*/ 84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84">
                      <a:moveTo>
                        <a:pt x="84" y="84"/>
                      </a:moveTo>
                      <a:cubicBezTo>
                        <a:pt x="60" y="84"/>
                        <a:pt x="60" y="84"/>
                        <a:pt x="60" y="84"/>
                      </a:cubicBezTo>
                      <a:cubicBezTo>
                        <a:pt x="60" y="24"/>
                        <a:pt x="60" y="24"/>
                        <a:pt x="60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9" y="0"/>
                        <a:pt x="84" y="5"/>
                        <a:pt x="84" y="12"/>
                      </a:cubicBezTo>
                      <a:lnTo>
                        <a:pt x="84" y="8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70E81DE5-5FCA-6AFB-B36C-73BECF5C6A2D}"/>
              </a:ext>
            </a:extLst>
          </p:cNvPr>
          <p:cNvSpPr txBox="1"/>
          <p:nvPr/>
        </p:nvSpPr>
        <p:spPr>
          <a:xfrm>
            <a:off x="9366437" y="4824342"/>
            <a:ext cx="2701738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Delayed re-employment integration, Attrition, reduced employer brand loyalty </a:t>
            </a:r>
            <a:r>
              <a:rPr lang="en-US" dirty="0" err="1"/>
              <a:t>etc</a:t>
            </a:r>
            <a:r>
              <a:rPr lang="en-US" dirty="0"/>
              <a:t> are a few undesired effects.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Inadequate supply of quality manpower, </a:t>
            </a:r>
            <a:r>
              <a:rPr lang="en-US" dirty="0" err="1"/>
              <a:t>etc</a:t>
            </a:r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C22C415-20E2-AE1F-0127-1E2A5BCF8E04}"/>
              </a:ext>
            </a:extLst>
          </p:cNvPr>
          <p:cNvGrpSpPr/>
          <p:nvPr/>
        </p:nvGrpSpPr>
        <p:grpSpPr>
          <a:xfrm>
            <a:off x="9451782" y="3974749"/>
            <a:ext cx="2311694" cy="646331"/>
            <a:chOff x="3486730" y="1311272"/>
            <a:chExt cx="2311694" cy="646331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80108A2-78DC-53E2-DB63-405BE58C5E58}"/>
                </a:ext>
              </a:extLst>
            </p:cNvPr>
            <p:cNvSpPr txBox="1"/>
            <p:nvPr/>
          </p:nvSpPr>
          <p:spPr>
            <a:xfrm>
              <a:off x="4204986" y="1311272"/>
              <a:ext cx="15934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l"/>
              <a:r>
                <a:rPr lang="en-US" dirty="0">
                  <a:latin typeface="Manrope ExtraBold" pitchFamily="2" charset="0"/>
                </a:rPr>
                <a:t>Intangible Loss</a:t>
              </a:r>
            </a:p>
          </p:txBody>
        </p:sp>
        <p:grpSp>
          <p:nvGrpSpPr>
            <p:cNvPr id="136" name="easyIcon">
              <a:extLst>
                <a:ext uri="{FF2B5EF4-FFF2-40B4-BE49-F238E27FC236}">
                  <a16:creationId xmlns:a16="http://schemas.microsoft.com/office/drawing/2014/main" id="{406ABC1A-B0FC-DE0D-AB91-8D067E815BAF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3486730" y="1327616"/>
              <a:ext cx="684880" cy="617581"/>
              <a:chOff x="9073793" y="2066080"/>
              <a:chExt cx="791862" cy="714050"/>
            </a:xfrm>
          </p:grpSpPr>
          <p:sp>
            <p:nvSpPr>
              <p:cNvPr id="137" name="Background">
                <a:extLst>
                  <a:ext uri="{FF2B5EF4-FFF2-40B4-BE49-F238E27FC236}">
                    <a16:creationId xmlns:a16="http://schemas.microsoft.com/office/drawing/2014/main" id="{E1253204-B684-497D-5B1B-DB7A3D3DAC67}"/>
                  </a:ext>
                </a:extLst>
              </p:cNvPr>
              <p:cNvSpPr/>
              <p:nvPr/>
            </p:nvSpPr>
            <p:spPr>
              <a:xfrm>
                <a:off x="9151604" y="2066080"/>
                <a:ext cx="714051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138" name="Group 1159">
                <a:extLst>
                  <a:ext uri="{FF2B5EF4-FFF2-40B4-BE49-F238E27FC236}">
                    <a16:creationId xmlns:a16="http://schemas.microsoft.com/office/drawing/2014/main" id="{7EC15D72-7F90-66BA-455A-5258880FDD0E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9073793" y="2153791"/>
                <a:ext cx="614598" cy="538631"/>
                <a:chOff x="8958338" y="1204913"/>
                <a:chExt cx="757163" cy="663575"/>
              </a:xfrm>
              <a:solidFill>
                <a:schemeClr val="accent2"/>
              </a:solidFill>
            </p:grpSpPr>
            <p:sp>
              <p:nvSpPr>
                <p:cNvPr id="139" name="CLR 0">
                  <a:extLst>
                    <a:ext uri="{FF2B5EF4-FFF2-40B4-BE49-F238E27FC236}">
                      <a16:creationId xmlns:a16="http://schemas.microsoft.com/office/drawing/2014/main" id="{0B2C0BD3-6D26-0956-E6F6-D5815BBB889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958338" y="1347788"/>
                  <a:ext cx="709613" cy="520700"/>
                </a:xfrm>
                <a:custGeom>
                  <a:avLst/>
                  <a:gdLst>
                    <a:gd name="T0" fmla="*/ 757 w 770"/>
                    <a:gd name="T1" fmla="*/ 564 h 564"/>
                    <a:gd name="T2" fmla="*/ 13 w 770"/>
                    <a:gd name="T3" fmla="*/ 564 h 564"/>
                    <a:gd name="T4" fmla="*/ 3 w 770"/>
                    <a:gd name="T5" fmla="*/ 558 h 564"/>
                    <a:gd name="T6" fmla="*/ 3 w 770"/>
                    <a:gd name="T7" fmla="*/ 546 h 564"/>
                    <a:gd name="T8" fmla="*/ 315 w 770"/>
                    <a:gd name="T9" fmla="*/ 6 h 564"/>
                    <a:gd name="T10" fmla="*/ 325 w 770"/>
                    <a:gd name="T11" fmla="*/ 0 h 564"/>
                    <a:gd name="T12" fmla="*/ 325 w 770"/>
                    <a:gd name="T13" fmla="*/ 0 h 564"/>
                    <a:gd name="T14" fmla="*/ 335 w 770"/>
                    <a:gd name="T15" fmla="*/ 6 h 564"/>
                    <a:gd name="T16" fmla="*/ 467 w 770"/>
                    <a:gd name="T17" fmla="*/ 234 h 564"/>
                    <a:gd name="T18" fmla="*/ 447 w 770"/>
                    <a:gd name="T19" fmla="*/ 246 h 564"/>
                    <a:gd name="T20" fmla="*/ 325 w 770"/>
                    <a:gd name="T21" fmla="*/ 36 h 564"/>
                    <a:gd name="T22" fmla="*/ 34 w 770"/>
                    <a:gd name="T23" fmla="*/ 540 h 564"/>
                    <a:gd name="T24" fmla="*/ 737 w 770"/>
                    <a:gd name="T25" fmla="*/ 540 h 564"/>
                    <a:gd name="T26" fmla="*/ 553 w 770"/>
                    <a:gd name="T27" fmla="*/ 182 h 564"/>
                    <a:gd name="T28" fmla="*/ 396 w 770"/>
                    <a:gd name="T29" fmla="*/ 485 h 564"/>
                    <a:gd name="T30" fmla="*/ 374 w 770"/>
                    <a:gd name="T31" fmla="*/ 474 h 564"/>
                    <a:gd name="T32" fmla="*/ 542 w 770"/>
                    <a:gd name="T33" fmla="*/ 150 h 564"/>
                    <a:gd name="T34" fmla="*/ 553 w 770"/>
                    <a:gd name="T35" fmla="*/ 144 h 564"/>
                    <a:gd name="T36" fmla="*/ 553 w 770"/>
                    <a:gd name="T37" fmla="*/ 144 h 564"/>
                    <a:gd name="T38" fmla="*/ 564 w 770"/>
                    <a:gd name="T39" fmla="*/ 150 h 564"/>
                    <a:gd name="T40" fmla="*/ 768 w 770"/>
                    <a:gd name="T41" fmla="*/ 546 h 564"/>
                    <a:gd name="T42" fmla="*/ 767 w 770"/>
                    <a:gd name="T43" fmla="*/ 558 h 564"/>
                    <a:gd name="T44" fmla="*/ 757 w 770"/>
                    <a:gd name="T45" fmla="*/ 56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770" h="564">
                      <a:moveTo>
                        <a:pt x="757" y="564"/>
                      </a:moveTo>
                      <a:cubicBezTo>
                        <a:pt x="13" y="564"/>
                        <a:pt x="13" y="564"/>
                        <a:pt x="13" y="564"/>
                      </a:cubicBezTo>
                      <a:cubicBezTo>
                        <a:pt x="9" y="564"/>
                        <a:pt x="5" y="561"/>
                        <a:pt x="3" y="558"/>
                      </a:cubicBezTo>
                      <a:cubicBezTo>
                        <a:pt x="0" y="554"/>
                        <a:pt x="0" y="549"/>
                        <a:pt x="3" y="546"/>
                      </a:cubicBezTo>
                      <a:cubicBezTo>
                        <a:pt x="315" y="6"/>
                        <a:pt x="315" y="6"/>
                        <a:pt x="315" y="6"/>
                      </a:cubicBezTo>
                      <a:cubicBezTo>
                        <a:pt x="317" y="2"/>
                        <a:pt x="321" y="0"/>
                        <a:pt x="325" y="0"/>
                      </a:cubicBezTo>
                      <a:cubicBezTo>
                        <a:pt x="325" y="0"/>
                        <a:pt x="325" y="0"/>
                        <a:pt x="325" y="0"/>
                      </a:cubicBezTo>
                      <a:cubicBezTo>
                        <a:pt x="329" y="0"/>
                        <a:pt x="333" y="2"/>
                        <a:pt x="335" y="6"/>
                      </a:cubicBezTo>
                      <a:cubicBezTo>
                        <a:pt x="467" y="234"/>
                        <a:pt x="467" y="234"/>
                        <a:pt x="467" y="234"/>
                      </a:cubicBezTo>
                      <a:cubicBezTo>
                        <a:pt x="447" y="246"/>
                        <a:pt x="447" y="246"/>
                        <a:pt x="447" y="246"/>
                      </a:cubicBezTo>
                      <a:cubicBezTo>
                        <a:pt x="325" y="36"/>
                        <a:pt x="325" y="36"/>
                        <a:pt x="325" y="36"/>
                      </a:cubicBezTo>
                      <a:cubicBezTo>
                        <a:pt x="34" y="540"/>
                        <a:pt x="34" y="540"/>
                        <a:pt x="34" y="540"/>
                      </a:cubicBezTo>
                      <a:cubicBezTo>
                        <a:pt x="737" y="540"/>
                        <a:pt x="737" y="540"/>
                        <a:pt x="737" y="540"/>
                      </a:cubicBezTo>
                      <a:cubicBezTo>
                        <a:pt x="553" y="182"/>
                        <a:pt x="553" y="182"/>
                        <a:pt x="553" y="182"/>
                      </a:cubicBezTo>
                      <a:cubicBezTo>
                        <a:pt x="396" y="485"/>
                        <a:pt x="396" y="485"/>
                        <a:pt x="396" y="485"/>
                      </a:cubicBezTo>
                      <a:cubicBezTo>
                        <a:pt x="374" y="474"/>
                        <a:pt x="374" y="474"/>
                        <a:pt x="374" y="474"/>
                      </a:cubicBezTo>
                      <a:cubicBezTo>
                        <a:pt x="542" y="150"/>
                        <a:pt x="542" y="150"/>
                        <a:pt x="542" y="150"/>
                      </a:cubicBezTo>
                      <a:cubicBezTo>
                        <a:pt x="544" y="146"/>
                        <a:pt x="549" y="144"/>
                        <a:pt x="553" y="144"/>
                      </a:cubicBezTo>
                      <a:cubicBezTo>
                        <a:pt x="553" y="144"/>
                        <a:pt x="553" y="144"/>
                        <a:pt x="553" y="144"/>
                      </a:cubicBezTo>
                      <a:cubicBezTo>
                        <a:pt x="558" y="144"/>
                        <a:pt x="562" y="146"/>
                        <a:pt x="564" y="150"/>
                      </a:cubicBezTo>
                      <a:cubicBezTo>
                        <a:pt x="768" y="546"/>
                        <a:pt x="768" y="546"/>
                        <a:pt x="768" y="546"/>
                      </a:cubicBezTo>
                      <a:cubicBezTo>
                        <a:pt x="770" y="550"/>
                        <a:pt x="769" y="554"/>
                        <a:pt x="767" y="558"/>
                      </a:cubicBezTo>
                      <a:cubicBezTo>
                        <a:pt x="765" y="561"/>
                        <a:pt x="761" y="564"/>
                        <a:pt x="757" y="56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0" name="CLR 1">
                  <a:extLst>
                    <a:ext uri="{FF2B5EF4-FFF2-40B4-BE49-F238E27FC236}">
                      <a16:creationId xmlns:a16="http://schemas.microsoft.com/office/drawing/2014/main" id="{FB560700-0640-F35F-F417-9F304A41CAB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428163" y="1204913"/>
                  <a:ext cx="180975" cy="153988"/>
                </a:xfrm>
                <a:custGeom>
                  <a:avLst/>
                  <a:gdLst>
                    <a:gd name="T0" fmla="*/ 14 w 114"/>
                    <a:gd name="T1" fmla="*/ 97 h 97"/>
                    <a:gd name="T2" fmla="*/ 0 w 114"/>
                    <a:gd name="T3" fmla="*/ 97 h 97"/>
                    <a:gd name="T4" fmla="*/ 0 w 114"/>
                    <a:gd name="T5" fmla="*/ 0 h 97"/>
                    <a:gd name="T6" fmla="*/ 114 w 114"/>
                    <a:gd name="T7" fmla="*/ 0 h 97"/>
                    <a:gd name="T8" fmla="*/ 72 w 114"/>
                    <a:gd name="T9" fmla="*/ 41 h 97"/>
                    <a:gd name="T10" fmla="*/ 114 w 114"/>
                    <a:gd name="T11" fmla="*/ 83 h 97"/>
                    <a:gd name="T12" fmla="*/ 28 w 114"/>
                    <a:gd name="T13" fmla="*/ 83 h 97"/>
                    <a:gd name="T14" fmla="*/ 28 w 114"/>
                    <a:gd name="T15" fmla="*/ 69 h 97"/>
                    <a:gd name="T16" fmla="*/ 80 w 114"/>
                    <a:gd name="T17" fmla="*/ 69 h 97"/>
                    <a:gd name="T18" fmla="*/ 52 w 114"/>
                    <a:gd name="T19" fmla="*/ 41 h 97"/>
                    <a:gd name="T20" fmla="*/ 80 w 114"/>
                    <a:gd name="T21" fmla="*/ 13 h 97"/>
                    <a:gd name="T22" fmla="*/ 14 w 114"/>
                    <a:gd name="T23" fmla="*/ 13 h 97"/>
                    <a:gd name="T24" fmla="*/ 14 w 114"/>
                    <a:gd name="T25" fmla="*/ 97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4" h="97">
                      <a:moveTo>
                        <a:pt x="14" y="97"/>
                      </a:moveTo>
                      <a:lnTo>
                        <a:pt x="0" y="97"/>
                      </a:lnTo>
                      <a:lnTo>
                        <a:pt x="0" y="0"/>
                      </a:lnTo>
                      <a:lnTo>
                        <a:pt x="114" y="0"/>
                      </a:lnTo>
                      <a:lnTo>
                        <a:pt x="72" y="41"/>
                      </a:lnTo>
                      <a:lnTo>
                        <a:pt x="114" y="83"/>
                      </a:lnTo>
                      <a:lnTo>
                        <a:pt x="28" y="83"/>
                      </a:lnTo>
                      <a:lnTo>
                        <a:pt x="28" y="69"/>
                      </a:lnTo>
                      <a:lnTo>
                        <a:pt x="80" y="69"/>
                      </a:lnTo>
                      <a:lnTo>
                        <a:pt x="52" y="41"/>
                      </a:lnTo>
                      <a:lnTo>
                        <a:pt x="80" y="13"/>
                      </a:lnTo>
                      <a:lnTo>
                        <a:pt x="14" y="13"/>
                      </a:lnTo>
                      <a:lnTo>
                        <a:pt x="14" y="97"/>
                      </a:ln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" name="CLR 0">
                  <a:extLst>
                    <a:ext uri="{FF2B5EF4-FFF2-40B4-BE49-F238E27FC236}">
                      <a16:creationId xmlns:a16="http://schemas.microsoft.com/office/drawing/2014/main" id="{A99368D1-D261-B311-CA61-99CABEFBF1B1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347201" y="1479551"/>
                  <a:ext cx="184150" cy="46038"/>
                </a:xfrm>
                <a:custGeom>
                  <a:avLst/>
                  <a:gdLst>
                    <a:gd name="T0" fmla="*/ 100 w 200"/>
                    <a:gd name="T1" fmla="*/ 49 h 49"/>
                    <a:gd name="T2" fmla="*/ 93 w 200"/>
                    <a:gd name="T3" fmla="*/ 47 h 49"/>
                    <a:gd name="T4" fmla="*/ 63 w 200"/>
                    <a:gd name="T5" fmla="*/ 26 h 49"/>
                    <a:gd name="T6" fmla="*/ 8 w 200"/>
                    <a:gd name="T7" fmla="*/ 48 h 49"/>
                    <a:gd name="T8" fmla="*/ 0 w 200"/>
                    <a:gd name="T9" fmla="*/ 25 h 49"/>
                    <a:gd name="T10" fmla="*/ 60 w 200"/>
                    <a:gd name="T11" fmla="*/ 1 h 49"/>
                    <a:gd name="T12" fmla="*/ 71 w 200"/>
                    <a:gd name="T13" fmla="*/ 3 h 49"/>
                    <a:gd name="T14" fmla="*/ 100 w 200"/>
                    <a:gd name="T15" fmla="*/ 22 h 49"/>
                    <a:gd name="T16" fmla="*/ 129 w 200"/>
                    <a:gd name="T17" fmla="*/ 3 h 49"/>
                    <a:gd name="T18" fmla="*/ 140 w 200"/>
                    <a:gd name="T19" fmla="*/ 1 h 49"/>
                    <a:gd name="T20" fmla="*/ 200 w 200"/>
                    <a:gd name="T21" fmla="*/ 25 h 49"/>
                    <a:gd name="T22" fmla="*/ 192 w 200"/>
                    <a:gd name="T23" fmla="*/ 48 h 49"/>
                    <a:gd name="T24" fmla="*/ 137 w 200"/>
                    <a:gd name="T25" fmla="*/ 26 h 49"/>
                    <a:gd name="T26" fmla="*/ 107 w 200"/>
                    <a:gd name="T27" fmla="*/ 47 h 49"/>
                    <a:gd name="T28" fmla="*/ 100 w 200"/>
                    <a:gd name="T29" fmla="*/ 4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00" h="49">
                      <a:moveTo>
                        <a:pt x="100" y="49"/>
                      </a:moveTo>
                      <a:cubicBezTo>
                        <a:pt x="98" y="49"/>
                        <a:pt x="95" y="48"/>
                        <a:pt x="93" y="47"/>
                      </a:cubicBezTo>
                      <a:cubicBezTo>
                        <a:pt x="63" y="26"/>
                        <a:pt x="63" y="26"/>
                        <a:pt x="63" y="26"/>
                      </a:cubicBezTo>
                      <a:cubicBezTo>
                        <a:pt x="8" y="48"/>
                        <a:pt x="8" y="48"/>
                        <a:pt x="8" y="48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60" y="1"/>
                        <a:pt x="60" y="1"/>
                        <a:pt x="60" y="1"/>
                      </a:cubicBezTo>
                      <a:cubicBezTo>
                        <a:pt x="63" y="0"/>
                        <a:pt x="67" y="0"/>
                        <a:pt x="71" y="3"/>
                      </a:cubicBezTo>
                      <a:cubicBezTo>
                        <a:pt x="100" y="22"/>
                        <a:pt x="100" y="22"/>
                        <a:pt x="100" y="22"/>
                      </a:cubicBezTo>
                      <a:cubicBezTo>
                        <a:pt x="129" y="3"/>
                        <a:pt x="129" y="3"/>
                        <a:pt x="129" y="3"/>
                      </a:cubicBezTo>
                      <a:cubicBezTo>
                        <a:pt x="133" y="0"/>
                        <a:pt x="137" y="0"/>
                        <a:pt x="140" y="1"/>
                      </a:cubicBezTo>
                      <a:cubicBezTo>
                        <a:pt x="200" y="25"/>
                        <a:pt x="200" y="25"/>
                        <a:pt x="200" y="25"/>
                      </a:cubicBezTo>
                      <a:cubicBezTo>
                        <a:pt x="192" y="48"/>
                        <a:pt x="192" y="48"/>
                        <a:pt x="192" y="48"/>
                      </a:cubicBezTo>
                      <a:cubicBezTo>
                        <a:pt x="137" y="26"/>
                        <a:pt x="137" y="26"/>
                        <a:pt x="137" y="26"/>
                      </a:cubicBezTo>
                      <a:cubicBezTo>
                        <a:pt x="107" y="47"/>
                        <a:pt x="107" y="47"/>
                        <a:pt x="107" y="47"/>
                      </a:cubicBezTo>
                      <a:cubicBezTo>
                        <a:pt x="105" y="48"/>
                        <a:pt x="102" y="49"/>
                        <a:pt x="100" y="4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2" name="CLR 0">
                  <a:extLst>
                    <a:ext uri="{FF2B5EF4-FFF2-40B4-BE49-F238E27FC236}">
                      <a16:creationId xmlns:a16="http://schemas.microsoft.com/office/drawing/2014/main" id="{696ACEFE-F344-D355-0547-859913878723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9582151" y="1612901"/>
                  <a:ext cx="133350" cy="44450"/>
                </a:xfrm>
                <a:custGeom>
                  <a:avLst/>
                  <a:gdLst>
                    <a:gd name="T0" fmla="*/ 72 w 144"/>
                    <a:gd name="T1" fmla="*/ 48 h 48"/>
                    <a:gd name="T2" fmla="*/ 65 w 144"/>
                    <a:gd name="T3" fmla="*/ 46 h 48"/>
                    <a:gd name="T4" fmla="*/ 32 w 144"/>
                    <a:gd name="T5" fmla="*/ 24 h 48"/>
                    <a:gd name="T6" fmla="*/ 0 w 144"/>
                    <a:gd name="T7" fmla="*/ 24 h 48"/>
                    <a:gd name="T8" fmla="*/ 0 w 144"/>
                    <a:gd name="T9" fmla="*/ 0 h 48"/>
                    <a:gd name="T10" fmla="*/ 36 w 144"/>
                    <a:gd name="T11" fmla="*/ 0 h 48"/>
                    <a:gd name="T12" fmla="*/ 43 w 144"/>
                    <a:gd name="T13" fmla="*/ 2 h 48"/>
                    <a:gd name="T14" fmla="*/ 72 w 144"/>
                    <a:gd name="T15" fmla="*/ 21 h 48"/>
                    <a:gd name="T16" fmla="*/ 101 w 144"/>
                    <a:gd name="T17" fmla="*/ 2 h 48"/>
                    <a:gd name="T18" fmla="*/ 108 w 144"/>
                    <a:gd name="T19" fmla="*/ 0 h 48"/>
                    <a:gd name="T20" fmla="*/ 144 w 144"/>
                    <a:gd name="T21" fmla="*/ 0 h 48"/>
                    <a:gd name="T22" fmla="*/ 144 w 144"/>
                    <a:gd name="T23" fmla="*/ 24 h 48"/>
                    <a:gd name="T24" fmla="*/ 112 w 144"/>
                    <a:gd name="T25" fmla="*/ 24 h 48"/>
                    <a:gd name="T26" fmla="*/ 79 w 144"/>
                    <a:gd name="T27" fmla="*/ 46 h 48"/>
                    <a:gd name="T28" fmla="*/ 72 w 144"/>
                    <a:gd name="T29" fmla="*/ 48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44" h="48">
                      <a:moveTo>
                        <a:pt x="72" y="48"/>
                      </a:moveTo>
                      <a:cubicBezTo>
                        <a:pt x="70" y="48"/>
                        <a:pt x="67" y="47"/>
                        <a:pt x="65" y="46"/>
                      </a:cubicBezTo>
                      <a:cubicBezTo>
                        <a:pt x="32" y="24"/>
                        <a:pt x="32" y="24"/>
                        <a:pt x="32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6" y="0"/>
                        <a:pt x="36" y="0"/>
                        <a:pt x="36" y="0"/>
                      </a:cubicBezTo>
                      <a:cubicBezTo>
                        <a:pt x="38" y="0"/>
                        <a:pt x="41" y="0"/>
                        <a:pt x="43" y="2"/>
                      </a:cubicBezTo>
                      <a:cubicBezTo>
                        <a:pt x="72" y="21"/>
                        <a:pt x="72" y="21"/>
                        <a:pt x="72" y="21"/>
                      </a:cubicBezTo>
                      <a:cubicBezTo>
                        <a:pt x="101" y="2"/>
                        <a:pt x="101" y="2"/>
                        <a:pt x="101" y="2"/>
                      </a:cubicBezTo>
                      <a:cubicBezTo>
                        <a:pt x="103" y="0"/>
                        <a:pt x="106" y="0"/>
                        <a:pt x="108" y="0"/>
                      </a:cubicBezTo>
                      <a:cubicBezTo>
                        <a:pt x="144" y="0"/>
                        <a:pt x="144" y="0"/>
                        <a:pt x="144" y="0"/>
                      </a:cubicBezTo>
                      <a:cubicBezTo>
                        <a:pt x="144" y="24"/>
                        <a:pt x="144" y="24"/>
                        <a:pt x="144" y="24"/>
                      </a:cubicBezTo>
                      <a:cubicBezTo>
                        <a:pt x="112" y="24"/>
                        <a:pt x="112" y="24"/>
                        <a:pt x="112" y="24"/>
                      </a:cubicBezTo>
                      <a:cubicBezTo>
                        <a:pt x="79" y="46"/>
                        <a:pt x="79" y="46"/>
                        <a:pt x="79" y="46"/>
                      </a:cubicBezTo>
                      <a:cubicBezTo>
                        <a:pt x="77" y="47"/>
                        <a:pt x="74" y="48"/>
                        <a:pt x="72" y="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3" name="CLR 1">
                  <a:extLst>
                    <a:ext uri="{FF2B5EF4-FFF2-40B4-BE49-F238E27FC236}">
                      <a16:creationId xmlns:a16="http://schemas.microsoft.com/office/drawing/2014/main" id="{114063FC-B3B8-96AD-0F6B-753E41BA58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28163" y="1547813"/>
                  <a:ext cx="22225" cy="22225"/>
                </a:xfrm>
                <a:prstGeom prst="rect">
                  <a:avLst/>
                </a:pr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CLR 1">
                  <a:extLst>
                    <a:ext uri="{FF2B5EF4-FFF2-40B4-BE49-F238E27FC236}">
                      <a16:creationId xmlns:a16="http://schemas.microsoft.com/office/drawing/2014/main" id="{444C6D16-9E2A-9C8B-5021-CBD613876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28163" y="1590676"/>
                  <a:ext cx="22225" cy="22225"/>
                </a:xfrm>
                <a:prstGeom prst="rect">
                  <a:avLst/>
                </a:pr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CLR 1">
                  <a:extLst>
                    <a:ext uri="{FF2B5EF4-FFF2-40B4-BE49-F238E27FC236}">
                      <a16:creationId xmlns:a16="http://schemas.microsoft.com/office/drawing/2014/main" id="{6B9BFC16-E10B-5FD9-30C3-830CB0B0A9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9428163" y="1635126"/>
                  <a:ext cx="22225" cy="22225"/>
                </a:xfrm>
                <a:prstGeom prst="rect">
                  <a:avLst/>
                </a:pr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8408E530-D239-0987-5BEC-0EFD4181C943}"/>
              </a:ext>
            </a:extLst>
          </p:cNvPr>
          <p:cNvCxnSpPr>
            <a:cxnSpLocks/>
          </p:cNvCxnSpPr>
          <p:nvPr/>
        </p:nvCxnSpPr>
        <p:spPr>
          <a:xfrm flipV="1">
            <a:off x="6046779" y="4827516"/>
            <a:ext cx="0" cy="1477811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6CA72A6-BEB4-0243-5D7B-17A81D8FC8EA}"/>
              </a:ext>
            </a:extLst>
          </p:cNvPr>
          <p:cNvCxnSpPr>
            <a:cxnSpLocks/>
          </p:cNvCxnSpPr>
          <p:nvPr/>
        </p:nvCxnSpPr>
        <p:spPr>
          <a:xfrm>
            <a:off x="8260547" y="2116708"/>
            <a:ext cx="0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76A7C30-9729-9C8D-26F2-9C04B9266C47}"/>
              </a:ext>
            </a:extLst>
          </p:cNvPr>
          <p:cNvCxnSpPr>
            <a:cxnSpLocks/>
          </p:cNvCxnSpPr>
          <p:nvPr/>
        </p:nvCxnSpPr>
        <p:spPr>
          <a:xfrm flipV="1">
            <a:off x="9320204" y="4865616"/>
            <a:ext cx="0" cy="1477811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1C15E6CF-B15F-CF35-9A6F-01BE2EE41BB3}"/>
              </a:ext>
            </a:extLst>
          </p:cNvPr>
          <p:cNvCxnSpPr/>
          <p:nvPr/>
        </p:nvCxnSpPr>
        <p:spPr>
          <a:xfrm>
            <a:off x="0" y="3848100"/>
            <a:ext cx="11709400" cy="0"/>
          </a:xfrm>
          <a:prstGeom prst="straightConnector1">
            <a:avLst/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918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F570B-5631-EADC-F599-772FF0BD22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90575"/>
            <a:ext cx="12192000" cy="52673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829D34-3F5E-7FD9-D139-D6FA423C7084}"/>
              </a:ext>
            </a:extLst>
          </p:cNvPr>
          <p:cNvSpPr/>
          <p:nvPr/>
        </p:nvSpPr>
        <p:spPr>
          <a:xfrm>
            <a:off x="0" y="800100"/>
            <a:ext cx="12192000" cy="5257800"/>
          </a:xfrm>
          <a:prstGeom prst="rect">
            <a:avLst/>
          </a:prstGeom>
          <a:gradFill flip="none" rotWithShape="1">
            <a:gsLst>
              <a:gs pos="6700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  <a:gs pos="15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46A9FA4-133E-886B-D4C1-91648196C617}"/>
              </a:ext>
            </a:extLst>
          </p:cNvPr>
          <p:cNvGrpSpPr/>
          <p:nvPr/>
        </p:nvGrpSpPr>
        <p:grpSpPr>
          <a:xfrm>
            <a:off x="799716" y="1797864"/>
            <a:ext cx="6374081" cy="3881714"/>
            <a:chOff x="799716" y="1397814"/>
            <a:chExt cx="6374081" cy="388171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8F81C49-DC5D-470D-14DA-E8CD2863E468}"/>
                </a:ext>
              </a:extLst>
            </p:cNvPr>
            <p:cNvGrpSpPr/>
            <p:nvPr/>
          </p:nvGrpSpPr>
          <p:grpSpPr>
            <a:xfrm>
              <a:off x="846851" y="1397814"/>
              <a:ext cx="4697510" cy="1959289"/>
              <a:chOff x="685800" y="138615"/>
              <a:chExt cx="4697510" cy="1959289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722E997-12E2-DBE8-62B7-1428DF8F0FD7}"/>
                  </a:ext>
                </a:extLst>
              </p:cNvPr>
              <p:cNvSpPr txBox="1"/>
              <p:nvPr/>
            </p:nvSpPr>
            <p:spPr>
              <a:xfrm>
                <a:off x="685800" y="404075"/>
                <a:ext cx="469751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solidFill>
                      <a:schemeClr val="bg1"/>
                    </a:solidFill>
                    <a:latin typeface="+mj-lt"/>
                  </a:rPr>
                  <a:t>Who We Are &amp; Our Strengths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A082B94-1EB1-4CDC-6A04-12772DAF54AE}"/>
                  </a:ext>
                </a:extLst>
              </p:cNvPr>
              <p:cNvSpPr txBox="1"/>
              <p:nvPr/>
            </p:nvSpPr>
            <p:spPr>
              <a:xfrm>
                <a:off x="723900" y="138615"/>
                <a:ext cx="22730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1200" dirty="0">
                    <a:solidFill>
                      <a:schemeClr val="bg1"/>
                    </a:solidFill>
                    <a:latin typeface="+mj-lt"/>
                  </a:rPr>
                  <a:t>Global Maritime Healthcare</a:t>
                </a:r>
                <a:endParaRPr lang="en-US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106EAA3-0EF2-3440-E92D-E605A32D572D}"/>
                  </a:ext>
                </a:extLst>
              </p:cNvPr>
              <p:cNvGrpSpPr/>
              <p:nvPr/>
            </p:nvGrpSpPr>
            <p:grpSpPr>
              <a:xfrm>
                <a:off x="818675" y="2035171"/>
                <a:ext cx="335756" cy="62733"/>
                <a:chOff x="1092994" y="337482"/>
                <a:chExt cx="646047" cy="120709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979DC75E-9AE3-C148-BE1D-154CE169E0A2}"/>
                    </a:ext>
                  </a:extLst>
                </p:cNvPr>
                <p:cNvSpPr/>
                <p:nvPr/>
              </p:nvSpPr>
              <p:spPr>
                <a:xfrm>
                  <a:off x="1092994" y="337482"/>
                  <a:ext cx="120709" cy="1207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7E0387CB-71E4-158F-BD55-9CA3D86F341E}"/>
                    </a:ext>
                  </a:extLst>
                </p:cNvPr>
                <p:cNvSpPr/>
                <p:nvPr/>
              </p:nvSpPr>
              <p:spPr>
                <a:xfrm>
                  <a:off x="1355663" y="337482"/>
                  <a:ext cx="120709" cy="120709"/>
                </a:xfrm>
                <a:prstGeom prst="rect">
                  <a:avLst/>
                </a:prstGeom>
                <a:solidFill>
                  <a:schemeClr val="bg1">
                    <a:alpha val="5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65744E3C-E5E0-1B5F-D7B2-ABDEA6D1473A}"/>
                    </a:ext>
                  </a:extLst>
                </p:cNvPr>
                <p:cNvSpPr/>
                <p:nvPr/>
              </p:nvSpPr>
              <p:spPr>
                <a:xfrm>
                  <a:off x="1618332" y="337482"/>
                  <a:ext cx="120709" cy="120709"/>
                </a:xfrm>
                <a:prstGeom prst="rect">
                  <a:avLst/>
                </a:prstGeom>
                <a:solidFill>
                  <a:schemeClr val="bg1">
                    <a:alpha val="1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EBF3E7-DBCF-8521-859B-A6CB17C7D80D}"/>
                </a:ext>
              </a:extLst>
            </p:cNvPr>
            <p:cNvSpPr txBox="1"/>
            <p:nvPr/>
          </p:nvSpPr>
          <p:spPr>
            <a:xfrm>
              <a:off x="799716" y="4089587"/>
              <a:ext cx="6374081" cy="1189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b="1" dirty="0">
                  <a:solidFill>
                    <a:schemeClr val="bg1"/>
                  </a:solidFill>
                </a:rPr>
                <a:t>Experts in Maritime Healthcare </a:t>
              </a:r>
              <a:r>
                <a:rPr lang="en-US" dirty="0">
                  <a:solidFill>
                    <a:schemeClr val="bg1"/>
                  </a:solidFill>
                </a:rPr>
                <a:t>for the global cruise and marine industries.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b="1" dirty="0">
                  <a:solidFill>
                    <a:schemeClr val="bg1"/>
                  </a:solidFill>
                </a:rPr>
                <a:t>10+ Years of Trust </a:t>
              </a:r>
              <a:r>
                <a:rPr lang="en-US" dirty="0">
                  <a:solidFill>
                    <a:schemeClr val="bg1"/>
                  </a:solidFill>
                </a:rPr>
                <a:t>serving cruise lines, shipping agencies, and employers.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b="1" dirty="0">
                  <a:solidFill>
                    <a:schemeClr val="bg1"/>
                  </a:solidFill>
                </a:rPr>
                <a:t>End-to-End Support </a:t>
              </a:r>
              <a:r>
                <a:rPr lang="en-US" dirty="0">
                  <a:solidFill>
                    <a:schemeClr val="bg1"/>
                  </a:solidFill>
                </a:rPr>
                <a:t>in medical care and claims management.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b="1" dirty="0">
                  <a:solidFill>
                    <a:schemeClr val="bg1"/>
                  </a:solidFill>
                </a:rPr>
                <a:t>Efficient &amp; Compassionate</a:t>
              </a:r>
              <a:r>
                <a:rPr lang="en-US" dirty="0">
                  <a:solidFill>
                    <a:schemeClr val="bg1"/>
                  </a:solidFill>
                </a:rPr>
                <a:t>, so clients can focus on sailing forward.</a:t>
              </a:r>
              <a:endParaRPr lang="en-ID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EE502E2-ECA9-51B6-04E4-34A278E2F9BD}"/>
              </a:ext>
            </a:extLst>
          </p:cNvPr>
          <p:cNvSpPr txBox="1"/>
          <p:nvPr/>
        </p:nvSpPr>
        <p:spPr>
          <a:xfrm>
            <a:off x="810715" y="3969110"/>
            <a:ext cx="1404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6AB"/>
                </a:solidFill>
                <a:latin typeface="+mj-lt"/>
              </a:rPr>
              <a:t>About us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64F782-B734-66B3-151B-CF93A365C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7103" y="222469"/>
            <a:ext cx="1828800" cy="463459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62A5E3D3-E802-58ED-F47A-9A063B3A238E}"/>
              </a:ext>
            </a:extLst>
          </p:cNvPr>
          <p:cNvGrpSpPr/>
          <p:nvPr/>
        </p:nvGrpSpPr>
        <p:grpSpPr>
          <a:xfrm>
            <a:off x="7861717" y="1037655"/>
            <a:ext cx="4081645" cy="2227549"/>
            <a:chOff x="7861717" y="1037655"/>
            <a:chExt cx="4081645" cy="2227549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3D0D8299-BD23-E694-EE7B-819F7DF5AC90}"/>
                </a:ext>
              </a:extLst>
            </p:cNvPr>
            <p:cNvGrpSpPr/>
            <p:nvPr/>
          </p:nvGrpSpPr>
          <p:grpSpPr>
            <a:xfrm>
              <a:off x="7861717" y="1037655"/>
              <a:ext cx="4081645" cy="2227549"/>
              <a:chOff x="7267828" y="1065935"/>
              <a:chExt cx="4081645" cy="2227549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EA7F14AD-4A94-3EFF-6023-5B8608E98ADB}"/>
                  </a:ext>
                </a:extLst>
              </p:cNvPr>
              <p:cNvSpPr/>
              <p:nvPr/>
            </p:nvSpPr>
            <p:spPr>
              <a:xfrm>
                <a:off x="7267828" y="1065935"/>
                <a:ext cx="4081645" cy="2227549"/>
              </a:xfrm>
              <a:prstGeom prst="roundRect">
                <a:avLst>
                  <a:gd name="adj" fmla="val 1410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772ACCB-9113-566B-1FCF-EEBA67091B55}"/>
                  </a:ext>
                </a:extLst>
              </p:cNvPr>
              <p:cNvSpPr/>
              <p:nvPr/>
            </p:nvSpPr>
            <p:spPr>
              <a:xfrm>
                <a:off x="10263089" y="1321188"/>
                <a:ext cx="851026" cy="1071505"/>
              </a:xfrm>
              <a:custGeom>
                <a:avLst/>
                <a:gdLst>
                  <a:gd name="connsiteX0" fmla="*/ 1375723 w 1603918"/>
                  <a:gd name="connsiteY0" fmla="*/ 1061898 h 2019452"/>
                  <a:gd name="connsiteX1" fmla="*/ 1158923 w 1603918"/>
                  <a:gd name="connsiteY1" fmla="*/ 1371389 h 2019452"/>
                  <a:gd name="connsiteX2" fmla="*/ 1191614 w 1603918"/>
                  <a:gd name="connsiteY2" fmla="*/ 1363470 h 2019452"/>
                  <a:gd name="connsiteX3" fmla="*/ 1286192 w 1603918"/>
                  <a:gd name="connsiteY3" fmla="*/ 1344296 h 2019452"/>
                  <a:gd name="connsiteX4" fmla="*/ 1307615 w 1603918"/>
                  <a:gd name="connsiteY4" fmla="*/ 1341695 h 2019452"/>
                  <a:gd name="connsiteX5" fmla="*/ 1305461 w 1603918"/>
                  <a:gd name="connsiteY5" fmla="*/ 1363168 h 2019452"/>
                  <a:gd name="connsiteX6" fmla="*/ 894712 w 1603918"/>
                  <a:gd name="connsiteY6" fmla="*/ 1789007 h 2019452"/>
                  <a:gd name="connsiteX7" fmla="*/ 886267 w 1603918"/>
                  <a:gd name="connsiteY7" fmla="*/ 1791175 h 2019452"/>
                  <a:gd name="connsiteX8" fmla="*/ 865098 w 1603918"/>
                  <a:gd name="connsiteY8" fmla="*/ 754575 h 2019452"/>
                  <a:gd name="connsiteX9" fmla="*/ 1139700 w 1603918"/>
                  <a:gd name="connsiteY9" fmla="*/ 733407 h 2019452"/>
                  <a:gd name="connsiteX10" fmla="*/ 1139700 w 1603918"/>
                  <a:gd name="connsiteY10" fmla="*/ 627779 h 2019452"/>
                  <a:gd name="connsiteX11" fmla="*/ 866144 w 1603918"/>
                  <a:gd name="connsiteY11" fmla="*/ 606692 h 2019452"/>
                  <a:gd name="connsiteX12" fmla="*/ 866144 w 1603918"/>
                  <a:gd name="connsiteY12" fmla="*/ 484732 h 2019452"/>
                  <a:gd name="connsiteX13" fmla="*/ 895423 w 1603918"/>
                  <a:gd name="connsiteY13" fmla="*/ 484732 h 2019452"/>
                  <a:gd name="connsiteX14" fmla="*/ 895423 w 1603918"/>
                  <a:gd name="connsiteY14" fmla="*/ 446214 h 2019452"/>
                  <a:gd name="connsiteX15" fmla="*/ 866144 w 1603918"/>
                  <a:gd name="connsiteY15" fmla="*/ 446214 h 2019452"/>
                  <a:gd name="connsiteX16" fmla="*/ 866144 w 1603918"/>
                  <a:gd name="connsiteY16" fmla="*/ 393774 h 2019452"/>
                  <a:gd name="connsiteX17" fmla="*/ 895423 w 1603918"/>
                  <a:gd name="connsiteY17" fmla="*/ 393774 h 2019452"/>
                  <a:gd name="connsiteX18" fmla="*/ 895423 w 1603918"/>
                  <a:gd name="connsiteY18" fmla="*/ 355258 h 2019452"/>
                  <a:gd name="connsiteX19" fmla="*/ 866144 w 1603918"/>
                  <a:gd name="connsiteY19" fmla="*/ 355258 h 2019452"/>
                  <a:gd name="connsiteX20" fmla="*/ 866144 w 1603918"/>
                  <a:gd name="connsiteY20" fmla="*/ 337526 h 2019452"/>
                  <a:gd name="connsiteX21" fmla="*/ 976855 w 1603918"/>
                  <a:gd name="connsiteY21" fmla="*/ 174889 h 2019452"/>
                  <a:gd name="connsiteX22" fmla="*/ 801964 w 1603918"/>
                  <a:gd name="connsiteY22" fmla="*/ 0 h 2019452"/>
                  <a:gd name="connsiteX23" fmla="*/ 627076 w 1603918"/>
                  <a:gd name="connsiteY23" fmla="*/ 174889 h 2019452"/>
                  <a:gd name="connsiteX24" fmla="*/ 737787 w 1603918"/>
                  <a:gd name="connsiteY24" fmla="*/ 337526 h 2019452"/>
                  <a:gd name="connsiteX25" fmla="*/ 737787 w 1603918"/>
                  <a:gd name="connsiteY25" fmla="*/ 355258 h 2019452"/>
                  <a:gd name="connsiteX26" fmla="*/ 708506 w 1603918"/>
                  <a:gd name="connsiteY26" fmla="*/ 355258 h 2019452"/>
                  <a:gd name="connsiteX27" fmla="*/ 708506 w 1603918"/>
                  <a:gd name="connsiteY27" fmla="*/ 393774 h 2019452"/>
                  <a:gd name="connsiteX28" fmla="*/ 737785 w 1603918"/>
                  <a:gd name="connsiteY28" fmla="*/ 393774 h 2019452"/>
                  <a:gd name="connsiteX29" fmla="*/ 737785 w 1603918"/>
                  <a:gd name="connsiteY29" fmla="*/ 446214 h 2019452"/>
                  <a:gd name="connsiteX30" fmla="*/ 708504 w 1603918"/>
                  <a:gd name="connsiteY30" fmla="*/ 446214 h 2019452"/>
                  <a:gd name="connsiteX31" fmla="*/ 708504 w 1603918"/>
                  <a:gd name="connsiteY31" fmla="*/ 484732 h 2019452"/>
                  <a:gd name="connsiteX32" fmla="*/ 737784 w 1603918"/>
                  <a:gd name="connsiteY32" fmla="*/ 484732 h 2019452"/>
                  <a:gd name="connsiteX33" fmla="*/ 737784 w 1603918"/>
                  <a:gd name="connsiteY33" fmla="*/ 606692 h 2019452"/>
                  <a:gd name="connsiteX34" fmla="*/ 464227 w 1603918"/>
                  <a:gd name="connsiteY34" fmla="*/ 627779 h 2019452"/>
                  <a:gd name="connsiteX35" fmla="*/ 464227 w 1603918"/>
                  <a:gd name="connsiteY35" fmla="*/ 733407 h 2019452"/>
                  <a:gd name="connsiteX36" fmla="*/ 738831 w 1603918"/>
                  <a:gd name="connsiteY36" fmla="*/ 754575 h 2019452"/>
                  <a:gd name="connsiteX37" fmla="*/ 717662 w 1603918"/>
                  <a:gd name="connsiteY37" fmla="*/ 1792933 h 2019452"/>
                  <a:gd name="connsiteX38" fmla="*/ 700681 w 1603918"/>
                  <a:gd name="connsiteY38" fmla="*/ 1789131 h 2019452"/>
                  <a:gd name="connsiteX39" fmla="*/ 410336 w 1603918"/>
                  <a:gd name="connsiteY39" fmla="*/ 1640911 h 2019452"/>
                  <a:gd name="connsiteX40" fmla="*/ 297980 w 1603918"/>
                  <a:gd name="connsiteY40" fmla="*/ 1360885 h 2019452"/>
                  <a:gd name="connsiteX41" fmla="*/ 298590 w 1603918"/>
                  <a:gd name="connsiteY41" fmla="*/ 1341896 h 2019452"/>
                  <a:gd name="connsiteX42" fmla="*/ 317438 w 1603918"/>
                  <a:gd name="connsiteY42" fmla="*/ 1344308 h 2019452"/>
                  <a:gd name="connsiteX43" fmla="*/ 389285 w 1603918"/>
                  <a:gd name="connsiteY43" fmla="*/ 1359289 h 2019452"/>
                  <a:gd name="connsiteX44" fmla="*/ 445010 w 1603918"/>
                  <a:gd name="connsiteY44" fmla="*/ 1371626 h 2019452"/>
                  <a:gd name="connsiteX45" fmla="*/ 216728 w 1603918"/>
                  <a:gd name="connsiteY45" fmla="*/ 1061958 h 2019452"/>
                  <a:gd name="connsiteX46" fmla="*/ 0 w 1603918"/>
                  <a:gd name="connsiteY46" fmla="*/ 1371054 h 2019452"/>
                  <a:gd name="connsiteX47" fmla="*/ 28609 w 1603918"/>
                  <a:gd name="connsiteY47" fmla="*/ 1364208 h 2019452"/>
                  <a:gd name="connsiteX48" fmla="*/ 127100 w 1603918"/>
                  <a:gd name="connsiteY48" fmla="*/ 1344310 h 2019452"/>
                  <a:gd name="connsiteX49" fmla="*/ 145874 w 1603918"/>
                  <a:gd name="connsiteY49" fmla="*/ 1341908 h 2019452"/>
                  <a:gd name="connsiteX50" fmla="*/ 146555 w 1603918"/>
                  <a:gd name="connsiteY50" fmla="*/ 1360821 h 2019452"/>
                  <a:gd name="connsiteX51" fmla="*/ 323313 w 1603918"/>
                  <a:gd name="connsiteY51" fmla="*/ 1760244 h 2019452"/>
                  <a:gd name="connsiteX52" fmla="*/ 657098 w 1603918"/>
                  <a:gd name="connsiteY52" fmla="*/ 1931259 h 2019452"/>
                  <a:gd name="connsiteX53" fmla="*/ 796399 w 1603918"/>
                  <a:gd name="connsiteY53" fmla="*/ 2017151 h 2019452"/>
                  <a:gd name="connsiteX54" fmla="*/ 798256 w 1603918"/>
                  <a:gd name="connsiteY54" fmla="*/ 2019452 h 2019452"/>
                  <a:gd name="connsiteX55" fmla="*/ 798866 w 1603918"/>
                  <a:gd name="connsiteY55" fmla="*/ 2018695 h 2019452"/>
                  <a:gd name="connsiteX56" fmla="*/ 943125 w 1603918"/>
                  <a:gd name="connsiteY56" fmla="*/ 1931796 h 2019452"/>
                  <a:gd name="connsiteX57" fmla="*/ 1246603 w 1603918"/>
                  <a:gd name="connsiteY57" fmla="*/ 1798215 h 2019452"/>
                  <a:gd name="connsiteX58" fmla="*/ 1457034 w 1603918"/>
                  <a:gd name="connsiteY58" fmla="*/ 1359662 h 2019452"/>
                  <a:gd name="connsiteX59" fmla="*/ 1458860 w 1603918"/>
                  <a:gd name="connsiteY59" fmla="*/ 1342088 h 2019452"/>
                  <a:gd name="connsiteX60" fmla="*/ 1476390 w 1603918"/>
                  <a:gd name="connsiteY60" fmla="*/ 1344310 h 2019452"/>
                  <a:gd name="connsiteX61" fmla="*/ 1549137 w 1603918"/>
                  <a:gd name="connsiteY61" fmla="*/ 1359329 h 2019452"/>
                  <a:gd name="connsiteX62" fmla="*/ 1603918 w 1603918"/>
                  <a:gd name="connsiteY62" fmla="*/ 1371415 h 2019452"/>
                  <a:gd name="connsiteX63" fmla="*/ 1375723 w 1603918"/>
                  <a:gd name="connsiteY63" fmla="*/ 1061898 h 2019452"/>
                  <a:gd name="connsiteX64" fmla="*/ 693313 w 1603918"/>
                  <a:gd name="connsiteY64" fmla="*/ 174885 h 2019452"/>
                  <a:gd name="connsiteX65" fmla="*/ 801966 w 1603918"/>
                  <a:gd name="connsiteY65" fmla="*/ 66230 h 2019452"/>
                  <a:gd name="connsiteX66" fmla="*/ 910621 w 1603918"/>
                  <a:gd name="connsiteY66" fmla="*/ 174885 h 2019452"/>
                  <a:gd name="connsiteX67" fmla="*/ 801966 w 1603918"/>
                  <a:gd name="connsiteY67" fmla="*/ 283540 h 2019452"/>
                  <a:gd name="connsiteX68" fmla="*/ 693313 w 1603918"/>
                  <a:gd name="connsiteY68" fmla="*/ 174885 h 201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1603918" h="2019452">
                    <a:moveTo>
                      <a:pt x="1375723" y="1061898"/>
                    </a:moveTo>
                    <a:cubicBezTo>
                      <a:pt x="1338694" y="1123784"/>
                      <a:pt x="1193391" y="1311855"/>
                      <a:pt x="1158923" y="1371389"/>
                    </a:cubicBezTo>
                    <a:cubicBezTo>
                      <a:pt x="1170002" y="1368846"/>
                      <a:pt x="1180896" y="1366136"/>
                      <a:pt x="1191614" y="1363470"/>
                    </a:cubicBezTo>
                    <a:cubicBezTo>
                      <a:pt x="1221331" y="1356080"/>
                      <a:pt x="1252058" y="1348438"/>
                      <a:pt x="1286192" y="1344296"/>
                    </a:cubicBezTo>
                    <a:lnTo>
                      <a:pt x="1307615" y="1341695"/>
                    </a:lnTo>
                    <a:lnTo>
                      <a:pt x="1305461" y="1363168"/>
                    </a:lnTo>
                    <a:cubicBezTo>
                      <a:pt x="1284193" y="1575201"/>
                      <a:pt x="1138319" y="1726435"/>
                      <a:pt x="894712" y="1789007"/>
                    </a:cubicBezTo>
                    <a:lnTo>
                      <a:pt x="886267" y="1791175"/>
                    </a:lnTo>
                    <a:lnTo>
                      <a:pt x="865098" y="754575"/>
                    </a:lnTo>
                    <a:lnTo>
                      <a:pt x="1139700" y="733407"/>
                    </a:lnTo>
                    <a:lnTo>
                      <a:pt x="1139700" y="627779"/>
                    </a:lnTo>
                    <a:lnTo>
                      <a:pt x="866144" y="606692"/>
                    </a:lnTo>
                    <a:lnTo>
                      <a:pt x="866144" y="484732"/>
                    </a:lnTo>
                    <a:lnTo>
                      <a:pt x="895423" y="484732"/>
                    </a:lnTo>
                    <a:lnTo>
                      <a:pt x="895423" y="446214"/>
                    </a:lnTo>
                    <a:lnTo>
                      <a:pt x="866144" y="446214"/>
                    </a:lnTo>
                    <a:lnTo>
                      <a:pt x="866144" y="393774"/>
                    </a:lnTo>
                    <a:lnTo>
                      <a:pt x="895423" y="393774"/>
                    </a:lnTo>
                    <a:lnTo>
                      <a:pt x="895423" y="355258"/>
                    </a:lnTo>
                    <a:lnTo>
                      <a:pt x="866144" y="355258"/>
                    </a:lnTo>
                    <a:lnTo>
                      <a:pt x="866144" y="337526"/>
                    </a:lnTo>
                    <a:cubicBezTo>
                      <a:pt x="930908" y="311878"/>
                      <a:pt x="976855" y="248668"/>
                      <a:pt x="976855" y="174889"/>
                    </a:cubicBezTo>
                    <a:cubicBezTo>
                      <a:pt x="976855" y="78455"/>
                      <a:pt x="898400" y="0"/>
                      <a:pt x="801964" y="0"/>
                    </a:cubicBezTo>
                    <a:cubicBezTo>
                      <a:pt x="705531" y="0"/>
                      <a:pt x="627076" y="78455"/>
                      <a:pt x="627076" y="174889"/>
                    </a:cubicBezTo>
                    <a:cubicBezTo>
                      <a:pt x="627076" y="248670"/>
                      <a:pt x="673024" y="311879"/>
                      <a:pt x="737787" y="337526"/>
                    </a:cubicBezTo>
                    <a:lnTo>
                      <a:pt x="737787" y="355258"/>
                    </a:lnTo>
                    <a:lnTo>
                      <a:pt x="708506" y="355258"/>
                    </a:lnTo>
                    <a:lnTo>
                      <a:pt x="708506" y="393774"/>
                    </a:lnTo>
                    <a:lnTo>
                      <a:pt x="737785" y="393774"/>
                    </a:lnTo>
                    <a:lnTo>
                      <a:pt x="737785" y="446214"/>
                    </a:lnTo>
                    <a:lnTo>
                      <a:pt x="708504" y="446214"/>
                    </a:lnTo>
                    <a:lnTo>
                      <a:pt x="708504" y="484732"/>
                    </a:lnTo>
                    <a:lnTo>
                      <a:pt x="737784" y="484732"/>
                    </a:lnTo>
                    <a:lnTo>
                      <a:pt x="737784" y="606692"/>
                    </a:lnTo>
                    <a:lnTo>
                      <a:pt x="464227" y="627779"/>
                    </a:lnTo>
                    <a:lnTo>
                      <a:pt x="464227" y="733407"/>
                    </a:lnTo>
                    <a:lnTo>
                      <a:pt x="738831" y="754575"/>
                    </a:lnTo>
                    <a:lnTo>
                      <a:pt x="717662" y="1792933"/>
                    </a:lnTo>
                    <a:lnTo>
                      <a:pt x="700681" y="1789131"/>
                    </a:lnTo>
                    <a:cubicBezTo>
                      <a:pt x="608287" y="1768445"/>
                      <a:pt x="476806" y="1717213"/>
                      <a:pt x="410336" y="1640911"/>
                    </a:cubicBezTo>
                    <a:cubicBezTo>
                      <a:pt x="331574" y="1550511"/>
                      <a:pt x="294823" y="1458916"/>
                      <a:pt x="297980" y="1360885"/>
                    </a:cubicBezTo>
                    <a:lnTo>
                      <a:pt x="298590" y="1341896"/>
                    </a:lnTo>
                    <a:lnTo>
                      <a:pt x="317438" y="1344308"/>
                    </a:lnTo>
                    <a:cubicBezTo>
                      <a:pt x="341176" y="1347346"/>
                      <a:pt x="365632" y="1353416"/>
                      <a:pt x="389285" y="1359289"/>
                    </a:cubicBezTo>
                    <a:cubicBezTo>
                      <a:pt x="408708" y="1364111"/>
                      <a:pt x="427467" y="1368766"/>
                      <a:pt x="445010" y="1371626"/>
                    </a:cubicBezTo>
                    <a:cubicBezTo>
                      <a:pt x="406987" y="1312776"/>
                      <a:pt x="256708" y="1121495"/>
                      <a:pt x="216728" y="1061958"/>
                    </a:cubicBezTo>
                    <a:cubicBezTo>
                      <a:pt x="179438" y="1124346"/>
                      <a:pt x="34017" y="1311967"/>
                      <a:pt x="0" y="1371054"/>
                    </a:cubicBezTo>
                    <a:cubicBezTo>
                      <a:pt x="9666" y="1368818"/>
                      <a:pt x="19206" y="1366496"/>
                      <a:pt x="28609" y="1364208"/>
                    </a:cubicBezTo>
                    <a:cubicBezTo>
                      <a:pt x="59683" y="1356644"/>
                      <a:pt x="91818" y="1348823"/>
                      <a:pt x="127100" y="1344310"/>
                    </a:cubicBezTo>
                    <a:lnTo>
                      <a:pt x="145874" y="1341908"/>
                    </a:lnTo>
                    <a:lnTo>
                      <a:pt x="146555" y="1360821"/>
                    </a:lnTo>
                    <a:cubicBezTo>
                      <a:pt x="151958" y="1510636"/>
                      <a:pt x="211428" y="1645022"/>
                      <a:pt x="323313" y="1760244"/>
                    </a:cubicBezTo>
                    <a:cubicBezTo>
                      <a:pt x="401799" y="1841071"/>
                      <a:pt x="526100" y="1903621"/>
                      <a:pt x="657098" y="1931259"/>
                    </a:cubicBezTo>
                    <a:cubicBezTo>
                      <a:pt x="712036" y="1942850"/>
                      <a:pt x="761122" y="1973468"/>
                      <a:pt x="796399" y="2017151"/>
                    </a:cubicBezTo>
                    <a:lnTo>
                      <a:pt x="798256" y="2019452"/>
                    </a:lnTo>
                    <a:lnTo>
                      <a:pt x="798866" y="2018695"/>
                    </a:lnTo>
                    <a:cubicBezTo>
                      <a:pt x="835235" y="1973661"/>
                      <a:pt x="886332" y="1942990"/>
                      <a:pt x="943125" y="1931796"/>
                    </a:cubicBezTo>
                    <a:cubicBezTo>
                      <a:pt x="1061893" y="1908388"/>
                      <a:pt x="1177019" y="1859238"/>
                      <a:pt x="1246603" y="1798215"/>
                    </a:cubicBezTo>
                    <a:cubicBezTo>
                      <a:pt x="1366985" y="1692627"/>
                      <a:pt x="1437785" y="1545077"/>
                      <a:pt x="1457034" y="1359662"/>
                    </a:cubicBezTo>
                    <a:lnTo>
                      <a:pt x="1458860" y="1342088"/>
                    </a:lnTo>
                    <a:lnTo>
                      <a:pt x="1476390" y="1344310"/>
                    </a:lnTo>
                    <a:cubicBezTo>
                      <a:pt x="1500390" y="1347353"/>
                      <a:pt x="1525172" y="1353440"/>
                      <a:pt x="1549137" y="1359329"/>
                    </a:cubicBezTo>
                    <a:cubicBezTo>
                      <a:pt x="1568231" y="1364018"/>
                      <a:pt x="1586686" y="1368552"/>
                      <a:pt x="1603918" y="1371415"/>
                    </a:cubicBezTo>
                    <a:cubicBezTo>
                      <a:pt x="1566282" y="1312914"/>
                      <a:pt x="1416047" y="1121731"/>
                      <a:pt x="1375723" y="1061898"/>
                    </a:cubicBezTo>
                    <a:close/>
                    <a:moveTo>
                      <a:pt x="693313" y="174885"/>
                    </a:moveTo>
                    <a:cubicBezTo>
                      <a:pt x="693313" y="114972"/>
                      <a:pt x="742053" y="66230"/>
                      <a:pt x="801966" y="66230"/>
                    </a:cubicBezTo>
                    <a:cubicBezTo>
                      <a:pt x="861879" y="66230"/>
                      <a:pt x="910621" y="114972"/>
                      <a:pt x="910621" y="174885"/>
                    </a:cubicBezTo>
                    <a:cubicBezTo>
                      <a:pt x="910621" y="234798"/>
                      <a:pt x="861879" y="283540"/>
                      <a:pt x="801966" y="283540"/>
                    </a:cubicBezTo>
                    <a:cubicBezTo>
                      <a:pt x="742053" y="283540"/>
                      <a:pt x="693313" y="234798"/>
                      <a:pt x="693313" y="174885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  <a:alpha val="8000"/>
                </a:schemeClr>
              </a:solidFill>
              <a:ln w="1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F847B5EF-F9A3-D5C8-0200-074DA2FFF98C}"/>
                  </a:ext>
                </a:extLst>
              </p:cNvPr>
              <p:cNvGrpSpPr/>
              <p:nvPr/>
            </p:nvGrpSpPr>
            <p:grpSpPr>
              <a:xfrm>
                <a:off x="7536647" y="1316379"/>
                <a:ext cx="3718958" cy="1503475"/>
                <a:chOff x="7457438" y="1388769"/>
                <a:chExt cx="3718958" cy="1503475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DAAC6B3F-1165-EB6F-D81A-F002BDAFCC40}"/>
                    </a:ext>
                  </a:extLst>
                </p:cNvPr>
                <p:cNvGrpSpPr/>
                <p:nvPr/>
              </p:nvGrpSpPr>
              <p:grpSpPr>
                <a:xfrm>
                  <a:off x="7457438" y="1448270"/>
                  <a:ext cx="3718958" cy="1443974"/>
                  <a:chOff x="5230946" y="3496149"/>
                  <a:chExt cx="4875795" cy="1443974"/>
                </a:xfrm>
              </p:grpSpPr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235B160C-FA88-E8C3-C656-1A55F021AEDD}"/>
                      </a:ext>
                    </a:extLst>
                  </p:cNvPr>
                  <p:cNvSpPr txBox="1"/>
                  <p:nvPr/>
                </p:nvSpPr>
                <p:spPr>
                  <a:xfrm>
                    <a:off x="5230946" y="4147021"/>
                    <a:ext cx="4875795" cy="7931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lnSpc>
                        <a:spcPct val="130000"/>
                      </a:lnSpc>
                      <a:spcBef>
                        <a:spcPts val="800"/>
                      </a:spcBef>
                      <a:defRPr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200" dirty="0"/>
                      <a:t>To deliver tech-driven, people-focused healthcare and claims solutions that reduce risks, control costs, and empower maritime operations.</a:t>
                    </a:r>
                    <a:endParaRPr lang="en-ID" sz="1200" dirty="0"/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B0555FD5-5451-5601-90C1-A10DE4F37126}"/>
                      </a:ext>
                    </a:extLst>
                  </p:cNvPr>
                  <p:cNvSpPr txBox="1"/>
                  <p:nvPr/>
                </p:nvSpPr>
                <p:spPr>
                  <a:xfrm>
                    <a:off x="5935416" y="3496149"/>
                    <a:ext cx="14152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>
                        <a:latin typeface="+mj-lt"/>
                      </a:defRPr>
                    </a:lvl1pPr>
                  </a:lstStyle>
                  <a:p>
                    <a:pPr>
                      <a:spcBef>
                        <a:spcPts val="200"/>
                      </a:spcBef>
                    </a:pPr>
                    <a:r>
                      <a:rPr lang="en-ID" dirty="0"/>
                      <a:t>Mission</a:t>
                    </a:r>
                    <a:endParaRPr lang="id-ID" dirty="0"/>
                  </a:p>
                </p:txBody>
              </p:sp>
            </p:grpSp>
            <p:sp>
              <p:nvSpPr>
                <p:cNvPr id="54" name="Graphic 5">
                  <a:extLst>
                    <a:ext uri="{FF2B5EF4-FFF2-40B4-BE49-F238E27FC236}">
                      <a16:creationId xmlns:a16="http://schemas.microsoft.com/office/drawing/2014/main" id="{9A6DDAD2-575D-3D46-21BC-A31AE291D40C}"/>
                    </a:ext>
                  </a:extLst>
                </p:cNvPr>
                <p:cNvSpPr/>
                <p:nvPr/>
              </p:nvSpPr>
              <p:spPr>
                <a:xfrm>
                  <a:off x="7496399" y="1388769"/>
                  <a:ext cx="493776" cy="49074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67000">
                      <a:schemeClr val="accent1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 sz="1400">
                    <a:solidFill>
                      <a:schemeClr val="lt1"/>
                    </a:solidFill>
                  </a:endParaRPr>
                </a:p>
              </p:txBody>
            </p:sp>
          </p:grpSp>
        </p:grpSp>
        <p:grpSp>
          <p:nvGrpSpPr>
            <p:cNvPr id="2" name="easyIcon">
              <a:extLst>
                <a:ext uri="{FF2B5EF4-FFF2-40B4-BE49-F238E27FC236}">
                  <a16:creationId xmlns:a16="http://schemas.microsoft.com/office/drawing/2014/main" id="{2BBE8F7E-89BC-600C-D45F-134B5C7B01E4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8257596" y="1382249"/>
              <a:ext cx="293473" cy="293473"/>
              <a:chOff x="8444714" y="4586368"/>
              <a:chExt cx="714050" cy="714050"/>
            </a:xfrm>
          </p:grpSpPr>
          <p:sp>
            <p:nvSpPr>
              <p:cNvPr id="3" name="Background">
                <a:extLst>
                  <a:ext uri="{FF2B5EF4-FFF2-40B4-BE49-F238E27FC236}">
                    <a16:creationId xmlns:a16="http://schemas.microsoft.com/office/drawing/2014/main" id="{31EBF781-205D-DFBF-3108-6B646C29218D}"/>
                  </a:ext>
                </a:extLst>
              </p:cNvPr>
              <p:cNvSpPr/>
              <p:nvPr/>
            </p:nvSpPr>
            <p:spPr>
              <a:xfrm>
                <a:off x="8444714" y="4586368"/>
                <a:ext cx="714050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6" name="Group 2526">
                <a:extLst>
                  <a:ext uri="{FF2B5EF4-FFF2-40B4-BE49-F238E27FC236}">
                    <a16:creationId xmlns:a16="http://schemas.microsoft.com/office/drawing/2014/main" id="{CC9817B1-47C4-B5BF-D437-A4B51B07ADA0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8513740" y="4655395"/>
                <a:ext cx="576001" cy="575999"/>
                <a:chOff x="5117811" y="1488498"/>
                <a:chExt cx="396876" cy="396875"/>
              </a:xfrm>
              <a:solidFill>
                <a:schemeClr val="accent2"/>
              </a:solidFill>
            </p:grpSpPr>
            <p:sp>
              <p:nvSpPr>
                <p:cNvPr id="7" name="CLR 0">
                  <a:extLst>
                    <a:ext uri="{FF2B5EF4-FFF2-40B4-BE49-F238E27FC236}">
                      <a16:creationId xmlns:a16="http://schemas.microsoft.com/office/drawing/2014/main" id="{02F893F5-5398-0DF2-298B-E0E67C8FCF4F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143211" y="1847273"/>
                  <a:ext cx="85725" cy="38100"/>
                </a:xfrm>
                <a:custGeom>
                  <a:avLst/>
                  <a:gdLst>
                    <a:gd name="T0" fmla="*/ 156 w 168"/>
                    <a:gd name="T1" fmla="*/ 72 h 72"/>
                    <a:gd name="T2" fmla="*/ 12 w 168"/>
                    <a:gd name="T3" fmla="*/ 72 h 72"/>
                    <a:gd name="T4" fmla="*/ 0 w 168"/>
                    <a:gd name="T5" fmla="*/ 60 h 72"/>
                    <a:gd name="T6" fmla="*/ 0 w 168"/>
                    <a:gd name="T7" fmla="*/ 12 h 72"/>
                    <a:gd name="T8" fmla="*/ 12 w 168"/>
                    <a:gd name="T9" fmla="*/ 0 h 72"/>
                    <a:gd name="T10" fmla="*/ 156 w 168"/>
                    <a:gd name="T11" fmla="*/ 0 h 72"/>
                    <a:gd name="T12" fmla="*/ 168 w 168"/>
                    <a:gd name="T13" fmla="*/ 12 h 72"/>
                    <a:gd name="T14" fmla="*/ 168 w 168"/>
                    <a:gd name="T15" fmla="*/ 60 h 72"/>
                    <a:gd name="T16" fmla="*/ 156 w 168"/>
                    <a:gd name="T17" fmla="*/ 72 h 72"/>
                    <a:gd name="T18" fmla="*/ 24 w 168"/>
                    <a:gd name="T19" fmla="*/ 48 h 72"/>
                    <a:gd name="T20" fmla="*/ 144 w 168"/>
                    <a:gd name="T21" fmla="*/ 48 h 72"/>
                    <a:gd name="T22" fmla="*/ 144 w 168"/>
                    <a:gd name="T23" fmla="*/ 24 h 72"/>
                    <a:gd name="T24" fmla="*/ 24 w 168"/>
                    <a:gd name="T25" fmla="*/ 24 h 72"/>
                    <a:gd name="T26" fmla="*/ 24 w 168"/>
                    <a:gd name="T27" fmla="*/ 48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8" h="72">
                      <a:moveTo>
                        <a:pt x="156" y="72"/>
                      </a:moveTo>
                      <a:cubicBezTo>
                        <a:pt x="12" y="72"/>
                        <a:pt x="12" y="72"/>
                        <a:pt x="12" y="72"/>
                      </a:cubicBezTo>
                      <a:cubicBezTo>
                        <a:pt x="5" y="72"/>
                        <a:pt x="0" y="67"/>
                        <a:pt x="0" y="6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5"/>
                        <a:pt x="5" y="0"/>
                        <a:pt x="12" y="0"/>
                      </a:cubicBezTo>
                      <a:cubicBezTo>
                        <a:pt x="156" y="0"/>
                        <a:pt x="156" y="0"/>
                        <a:pt x="156" y="0"/>
                      </a:cubicBezTo>
                      <a:cubicBezTo>
                        <a:pt x="163" y="0"/>
                        <a:pt x="168" y="5"/>
                        <a:pt x="168" y="12"/>
                      </a:cubicBezTo>
                      <a:cubicBezTo>
                        <a:pt x="168" y="60"/>
                        <a:pt x="168" y="60"/>
                        <a:pt x="168" y="60"/>
                      </a:cubicBezTo>
                      <a:cubicBezTo>
                        <a:pt x="168" y="67"/>
                        <a:pt x="163" y="72"/>
                        <a:pt x="156" y="72"/>
                      </a:cubicBezTo>
                      <a:close/>
                      <a:moveTo>
                        <a:pt x="24" y="48"/>
                      </a:moveTo>
                      <a:cubicBezTo>
                        <a:pt x="144" y="48"/>
                        <a:pt x="144" y="48"/>
                        <a:pt x="144" y="48"/>
                      </a:cubicBezTo>
                      <a:cubicBezTo>
                        <a:pt x="144" y="24"/>
                        <a:pt x="144" y="24"/>
                        <a:pt x="144" y="24"/>
                      </a:cubicBezTo>
                      <a:cubicBezTo>
                        <a:pt x="24" y="24"/>
                        <a:pt x="24" y="24"/>
                        <a:pt x="24" y="24"/>
                      </a:cubicBezTo>
                      <a:lnTo>
                        <a:pt x="24" y="4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" name="CLR 1">
                  <a:extLst>
                    <a:ext uri="{FF2B5EF4-FFF2-40B4-BE49-F238E27FC236}">
                      <a16:creationId xmlns:a16="http://schemas.microsoft.com/office/drawing/2014/main" id="{DFCC5BAA-5F44-89BD-B08C-5549491C0D27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254336" y="1556761"/>
                  <a:ext cx="136525" cy="136525"/>
                </a:xfrm>
                <a:custGeom>
                  <a:avLst/>
                  <a:gdLst>
                    <a:gd name="T0" fmla="*/ 132 w 264"/>
                    <a:gd name="T1" fmla="*/ 264 h 264"/>
                    <a:gd name="T2" fmla="*/ 0 w 264"/>
                    <a:gd name="T3" fmla="*/ 132 h 264"/>
                    <a:gd name="T4" fmla="*/ 132 w 264"/>
                    <a:gd name="T5" fmla="*/ 0 h 264"/>
                    <a:gd name="T6" fmla="*/ 264 w 264"/>
                    <a:gd name="T7" fmla="*/ 132 h 264"/>
                    <a:gd name="T8" fmla="*/ 132 w 264"/>
                    <a:gd name="T9" fmla="*/ 264 h 264"/>
                    <a:gd name="T10" fmla="*/ 132 w 264"/>
                    <a:gd name="T11" fmla="*/ 24 h 264"/>
                    <a:gd name="T12" fmla="*/ 24 w 264"/>
                    <a:gd name="T13" fmla="*/ 132 h 264"/>
                    <a:gd name="T14" fmla="*/ 132 w 264"/>
                    <a:gd name="T15" fmla="*/ 240 h 264"/>
                    <a:gd name="T16" fmla="*/ 240 w 264"/>
                    <a:gd name="T17" fmla="*/ 132 h 264"/>
                    <a:gd name="T18" fmla="*/ 132 w 264"/>
                    <a:gd name="T19" fmla="*/ 24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4" h="264">
                      <a:moveTo>
                        <a:pt x="132" y="264"/>
                      </a:moveTo>
                      <a:cubicBezTo>
                        <a:pt x="59" y="264"/>
                        <a:pt x="0" y="205"/>
                        <a:pt x="0" y="132"/>
                      </a:cubicBezTo>
                      <a:cubicBezTo>
                        <a:pt x="0" y="59"/>
                        <a:pt x="59" y="0"/>
                        <a:pt x="132" y="0"/>
                      </a:cubicBezTo>
                      <a:cubicBezTo>
                        <a:pt x="205" y="0"/>
                        <a:pt x="264" y="59"/>
                        <a:pt x="264" y="132"/>
                      </a:cubicBezTo>
                      <a:cubicBezTo>
                        <a:pt x="264" y="205"/>
                        <a:pt x="205" y="264"/>
                        <a:pt x="132" y="264"/>
                      </a:cubicBezTo>
                      <a:close/>
                      <a:moveTo>
                        <a:pt x="132" y="24"/>
                      </a:moveTo>
                      <a:cubicBezTo>
                        <a:pt x="72" y="24"/>
                        <a:pt x="24" y="72"/>
                        <a:pt x="24" y="132"/>
                      </a:cubicBezTo>
                      <a:cubicBezTo>
                        <a:pt x="24" y="192"/>
                        <a:pt x="72" y="240"/>
                        <a:pt x="132" y="240"/>
                      </a:cubicBezTo>
                      <a:cubicBezTo>
                        <a:pt x="192" y="240"/>
                        <a:pt x="240" y="192"/>
                        <a:pt x="240" y="132"/>
                      </a:cubicBezTo>
                      <a:cubicBezTo>
                        <a:pt x="240" y="72"/>
                        <a:pt x="192" y="24"/>
                        <a:pt x="132" y="2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" name="CLR 0">
                  <a:extLst>
                    <a:ext uri="{FF2B5EF4-FFF2-40B4-BE49-F238E27FC236}">
                      <a16:creationId xmlns:a16="http://schemas.microsoft.com/office/drawing/2014/main" id="{8E96A3C3-2F57-3922-CE43-547C5209839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5173374" y="1520248"/>
                  <a:ext cx="341313" cy="209550"/>
                </a:xfrm>
                <a:custGeom>
                  <a:avLst/>
                  <a:gdLst>
                    <a:gd name="T0" fmla="*/ 456 w 661"/>
                    <a:gd name="T1" fmla="*/ 408 h 408"/>
                    <a:gd name="T2" fmla="*/ 0 w 661"/>
                    <a:gd name="T3" fmla="*/ 408 h 408"/>
                    <a:gd name="T4" fmla="*/ 0 w 661"/>
                    <a:gd name="T5" fmla="*/ 384 h 408"/>
                    <a:gd name="T6" fmla="*/ 451 w 661"/>
                    <a:gd name="T7" fmla="*/ 384 h 408"/>
                    <a:gd name="T8" fmla="*/ 631 w 661"/>
                    <a:gd name="T9" fmla="*/ 204 h 408"/>
                    <a:gd name="T10" fmla="*/ 451 w 661"/>
                    <a:gd name="T11" fmla="*/ 24 h 408"/>
                    <a:gd name="T12" fmla="*/ 0 w 661"/>
                    <a:gd name="T13" fmla="*/ 24 h 408"/>
                    <a:gd name="T14" fmla="*/ 0 w 661"/>
                    <a:gd name="T15" fmla="*/ 0 h 408"/>
                    <a:gd name="T16" fmla="*/ 456 w 661"/>
                    <a:gd name="T17" fmla="*/ 0 h 408"/>
                    <a:gd name="T18" fmla="*/ 464 w 661"/>
                    <a:gd name="T19" fmla="*/ 4 h 408"/>
                    <a:gd name="T20" fmla="*/ 656 w 661"/>
                    <a:gd name="T21" fmla="*/ 196 h 408"/>
                    <a:gd name="T22" fmla="*/ 656 w 661"/>
                    <a:gd name="T23" fmla="*/ 212 h 408"/>
                    <a:gd name="T24" fmla="*/ 464 w 661"/>
                    <a:gd name="T25" fmla="*/ 404 h 408"/>
                    <a:gd name="T26" fmla="*/ 456 w 661"/>
                    <a:gd name="T27" fmla="*/ 408 h 4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61" h="408">
                      <a:moveTo>
                        <a:pt x="456" y="408"/>
                      </a:moveTo>
                      <a:cubicBezTo>
                        <a:pt x="0" y="408"/>
                        <a:pt x="0" y="408"/>
                        <a:pt x="0" y="408"/>
                      </a:cubicBezTo>
                      <a:cubicBezTo>
                        <a:pt x="0" y="384"/>
                        <a:pt x="0" y="384"/>
                        <a:pt x="0" y="384"/>
                      </a:cubicBezTo>
                      <a:cubicBezTo>
                        <a:pt x="451" y="384"/>
                        <a:pt x="451" y="384"/>
                        <a:pt x="451" y="384"/>
                      </a:cubicBezTo>
                      <a:cubicBezTo>
                        <a:pt x="631" y="204"/>
                        <a:pt x="631" y="204"/>
                        <a:pt x="631" y="204"/>
                      </a:cubicBezTo>
                      <a:cubicBezTo>
                        <a:pt x="451" y="24"/>
                        <a:pt x="451" y="24"/>
                        <a:pt x="451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56" y="0"/>
                        <a:pt x="456" y="0"/>
                        <a:pt x="456" y="0"/>
                      </a:cubicBezTo>
                      <a:cubicBezTo>
                        <a:pt x="459" y="0"/>
                        <a:pt x="462" y="1"/>
                        <a:pt x="464" y="4"/>
                      </a:cubicBezTo>
                      <a:cubicBezTo>
                        <a:pt x="656" y="196"/>
                        <a:pt x="656" y="196"/>
                        <a:pt x="656" y="196"/>
                      </a:cubicBezTo>
                      <a:cubicBezTo>
                        <a:pt x="661" y="200"/>
                        <a:pt x="661" y="208"/>
                        <a:pt x="656" y="212"/>
                      </a:cubicBezTo>
                      <a:cubicBezTo>
                        <a:pt x="464" y="404"/>
                        <a:pt x="464" y="404"/>
                        <a:pt x="464" y="404"/>
                      </a:cubicBezTo>
                      <a:cubicBezTo>
                        <a:pt x="462" y="407"/>
                        <a:pt x="459" y="408"/>
                        <a:pt x="456" y="40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" name="CLR 1">
                  <a:extLst>
                    <a:ext uri="{FF2B5EF4-FFF2-40B4-BE49-F238E27FC236}">
                      <a16:creationId xmlns:a16="http://schemas.microsoft.com/office/drawing/2014/main" id="{3694F87F-4264-9DD5-A388-205379C3AFEE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5287674" y="1602798"/>
                  <a:ext cx="69850" cy="47625"/>
                </a:xfrm>
                <a:custGeom>
                  <a:avLst/>
                  <a:gdLst>
                    <a:gd name="T0" fmla="*/ 56 w 136"/>
                    <a:gd name="T1" fmla="*/ 92 h 92"/>
                    <a:gd name="T2" fmla="*/ 48 w 136"/>
                    <a:gd name="T3" fmla="*/ 88 h 92"/>
                    <a:gd name="T4" fmla="*/ 0 w 136"/>
                    <a:gd name="T5" fmla="*/ 40 h 92"/>
                    <a:gd name="T6" fmla="*/ 16 w 136"/>
                    <a:gd name="T7" fmla="*/ 24 h 92"/>
                    <a:gd name="T8" fmla="*/ 56 w 136"/>
                    <a:gd name="T9" fmla="*/ 63 h 92"/>
                    <a:gd name="T10" fmla="*/ 120 w 136"/>
                    <a:gd name="T11" fmla="*/ 0 h 92"/>
                    <a:gd name="T12" fmla="*/ 136 w 136"/>
                    <a:gd name="T13" fmla="*/ 16 h 92"/>
                    <a:gd name="T14" fmla="*/ 64 w 136"/>
                    <a:gd name="T15" fmla="*/ 88 h 92"/>
                    <a:gd name="T16" fmla="*/ 56 w 136"/>
                    <a:gd name="T17" fmla="*/ 92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6" h="92">
                      <a:moveTo>
                        <a:pt x="56" y="92"/>
                      </a:moveTo>
                      <a:cubicBezTo>
                        <a:pt x="53" y="92"/>
                        <a:pt x="50" y="91"/>
                        <a:pt x="48" y="88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16" y="24"/>
                        <a:pt x="16" y="24"/>
                        <a:pt x="16" y="24"/>
                      </a:cubicBezTo>
                      <a:cubicBezTo>
                        <a:pt x="56" y="63"/>
                        <a:pt x="56" y="63"/>
                        <a:pt x="56" y="63"/>
                      </a:cubicBez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136" y="16"/>
                        <a:pt x="136" y="16"/>
                        <a:pt x="136" y="16"/>
                      </a:cubicBezTo>
                      <a:cubicBezTo>
                        <a:pt x="64" y="88"/>
                        <a:pt x="64" y="88"/>
                        <a:pt x="64" y="88"/>
                      </a:cubicBezTo>
                      <a:cubicBezTo>
                        <a:pt x="62" y="91"/>
                        <a:pt x="59" y="92"/>
                        <a:pt x="56" y="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" name="CLR 0">
                  <a:extLst>
                    <a:ext uri="{FF2B5EF4-FFF2-40B4-BE49-F238E27FC236}">
                      <a16:creationId xmlns:a16="http://schemas.microsoft.com/office/drawing/2014/main" id="{F3543B16-FF2C-9470-0C09-E051B1140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217824" y="1618673"/>
                  <a:ext cx="11113" cy="12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" name="CLR 0">
                  <a:extLst>
                    <a:ext uri="{FF2B5EF4-FFF2-40B4-BE49-F238E27FC236}">
                      <a16:creationId xmlns:a16="http://schemas.microsoft.com/office/drawing/2014/main" id="{DD5C9C52-7D42-A60E-F2C1-D65062DA62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217824" y="1593273"/>
                  <a:ext cx="11113" cy="12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" name="CLR 0">
                  <a:extLst>
                    <a:ext uri="{FF2B5EF4-FFF2-40B4-BE49-F238E27FC236}">
                      <a16:creationId xmlns:a16="http://schemas.microsoft.com/office/drawing/2014/main" id="{E827D39C-713F-C2DA-17D3-46B742ECA2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217824" y="1644073"/>
                  <a:ext cx="11113" cy="1111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" name="CLR 0">
                  <a:extLst>
                    <a:ext uri="{FF2B5EF4-FFF2-40B4-BE49-F238E27FC236}">
                      <a16:creationId xmlns:a16="http://schemas.microsoft.com/office/drawing/2014/main" id="{FFAD529B-FA15-48C2-48FB-DE1C24C8AFD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5167024" y="1488498"/>
                  <a:ext cx="38100" cy="371475"/>
                </a:xfrm>
                <a:custGeom>
                  <a:avLst/>
                  <a:gdLst>
                    <a:gd name="T0" fmla="*/ 60 w 72"/>
                    <a:gd name="T1" fmla="*/ 720 h 720"/>
                    <a:gd name="T2" fmla="*/ 12 w 72"/>
                    <a:gd name="T3" fmla="*/ 720 h 720"/>
                    <a:gd name="T4" fmla="*/ 0 w 72"/>
                    <a:gd name="T5" fmla="*/ 708 h 720"/>
                    <a:gd name="T6" fmla="*/ 0 w 72"/>
                    <a:gd name="T7" fmla="*/ 36 h 720"/>
                    <a:gd name="T8" fmla="*/ 36 w 72"/>
                    <a:gd name="T9" fmla="*/ 0 h 720"/>
                    <a:gd name="T10" fmla="*/ 72 w 72"/>
                    <a:gd name="T11" fmla="*/ 36 h 720"/>
                    <a:gd name="T12" fmla="*/ 72 w 72"/>
                    <a:gd name="T13" fmla="*/ 72 h 720"/>
                    <a:gd name="T14" fmla="*/ 48 w 72"/>
                    <a:gd name="T15" fmla="*/ 72 h 720"/>
                    <a:gd name="T16" fmla="*/ 48 w 72"/>
                    <a:gd name="T17" fmla="*/ 36 h 720"/>
                    <a:gd name="T18" fmla="*/ 36 w 72"/>
                    <a:gd name="T19" fmla="*/ 24 h 720"/>
                    <a:gd name="T20" fmla="*/ 24 w 72"/>
                    <a:gd name="T21" fmla="*/ 36 h 720"/>
                    <a:gd name="T22" fmla="*/ 24 w 72"/>
                    <a:gd name="T23" fmla="*/ 696 h 720"/>
                    <a:gd name="T24" fmla="*/ 48 w 72"/>
                    <a:gd name="T25" fmla="*/ 696 h 720"/>
                    <a:gd name="T26" fmla="*/ 48 w 72"/>
                    <a:gd name="T27" fmla="*/ 456 h 720"/>
                    <a:gd name="T28" fmla="*/ 72 w 72"/>
                    <a:gd name="T29" fmla="*/ 456 h 720"/>
                    <a:gd name="T30" fmla="*/ 72 w 72"/>
                    <a:gd name="T31" fmla="*/ 708 h 720"/>
                    <a:gd name="T32" fmla="*/ 60 w 72"/>
                    <a:gd name="T33" fmla="*/ 720 h 7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2" h="720">
                      <a:moveTo>
                        <a:pt x="60" y="720"/>
                      </a:moveTo>
                      <a:cubicBezTo>
                        <a:pt x="12" y="720"/>
                        <a:pt x="12" y="720"/>
                        <a:pt x="12" y="720"/>
                      </a:cubicBezTo>
                      <a:cubicBezTo>
                        <a:pt x="5" y="720"/>
                        <a:pt x="0" y="715"/>
                        <a:pt x="0" y="708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6" y="0"/>
                        <a:pt x="36" y="0"/>
                      </a:cubicBezTo>
                      <a:cubicBezTo>
                        <a:pt x="56" y="0"/>
                        <a:pt x="72" y="16"/>
                        <a:pt x="72" y="36"/>
                      </a:cubicBezTo>
                      <a:cubicBezTo>
                        <a:pt x="72" y="72"/>
                        <a:pt x="72" y="72"/>
                        <a:pt x="72" y="72"/>
                      </a:cubicBezTo>
                      <a:cubicBezTo>
                        <a:pt x="48" y="72"/>
                        <a:pt x="48" y="72"/>
                        <a:pt x="48" y="72"/>
                      </a:cubicBezTo>
                      <a:cubicBezTo>
                        <a:pt x="48" y="36"/>
                        <a:pt x="48" y="36"/>
                        <a:pt x="48" y="36"/>
                      </a:cubicBezTo>
                      <a:cubicBezTo>
                        <a:pt x="48" y="29"/>
                        <a:pt x="43" y="24"/>
                        <a:pt x="36" y="24"/>
                      </a:cubicBezTo>
                      <a:cubicBezTo>
                        <a:pt x="29" y="24"/>
                        <a:pt x="24" y="29"/>
                        <a:pt x="24" y="36"/>
                      </a:cubicBezTo>
                      <a:cubicBezTo>
                        <a:pt x="24" y="696"/>
                        <a:pt x="24" y="696"/>
                        <a:pt x="24" y="696"/>
                      </a:cubicBezTo>
                      <a:cubicBezTo>
                        <a:pt x="48" y="696"/>
                        <a:pt x="48" y="696"/>
                        <a:pt x="48" y="696"/>
                      </a:cubicBezTo>
                      <a:cubicBezTo>
                        <a:pt x="48" y="456"/>
                        <a:pt x="48" y="456"/>
                        <a:pt x="48" y="456"/>
                      </a:cubicBezTo>
                      <a:cubicBezTo>
                        <a:pt x="72" y="456"/>
                        <a:pt x="72" y="456"/>
                        <a:pt x="72" y="456"/>
                      </a:cubicBezTo>
                      <a:cubicBezTo>
                        <a:pt x="72" y="708"/>
                        <a:pt x="72" y="708"/>
                        <a:pt x="72" y="708"/>
                      </a:cubicBezTo>
                      <a:cubicBezTo>
                        <a:pt x="72" y="715"/>
                        <a:pt x="67" y="720"/>
                        <a:pt x="60" y="7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" name="CLR 0">
                  <a:extLst>
                    <a:ext uri="{FF2B5EF4-FFF2-40B4-BE49-F238E27FC236}">
                      <a16:creationId xmlns:a16="http://schemas.microsoft.com/office/drawing/2014/main" id="{6BB31FC9-CE7A-3B6B-4B57-BCF5EF939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192424" y="1544061"/>
                  <a:ext cx="12700" cy="1619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CLR 0">
                  <a:extLst>
                    <a:ext uri="{FF2B5EF4-FFF2-40B4-BE49-F238E27FC236}">
                      <a16:creationId xmlns:a16="http://schemas.microsoft.com/office/drawing/2014/main" id="{E4D6A6A7-B145-01D8-D726-EB8AA83F8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117811" y="1872673"/>
                  <a:ext cx="396875" cy="12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1BEA3D2-280E-AA89-8732-5484AB963B10}"/>
              </a:ext>
            </a:extLst>
          </p:cNvPr>
          <p:cNvGrpSpPr/>
          <p:nvPr/>
        </p:nvGrpSpPr>
        <p:grpSpPr>
          <a:xfrm>
            <a:off x="7210325" y="3479675"/>
            <a:ext cx="4081645" cy="2227549"/>
            <a:chOff x="7210325" y="3479675"/>
            <a:chExt cx="4081645" cy="2227549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F74B387-FA27-B99E-2673-65F97593FC78}"/>
                </a:ext>
              </a:extLst>
            </p:cNvPr>
            <p:cNvGrpSpPr/>
            <p:nvPr/>
          </p:nvGrpSpPr>
          <p:grpSpPr>
            <a:xfrm>
              <a:off x="7210325" y="3479675"/>
              <a:ext cx="4081645" cy="2227549"/>
              <a:chOff x="6079108" y="3564516"/>
              <a:chExt cx="4081645" cy="2227549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71BC6B93-B4EC-9559-67A8-8D70F589D0CA}"/>
                  </a:ext>
                </a:extLst>
              </p:cNvPr>
              <p:cNvSpPr/>
              <p:nvPr/>
            </p:nvSpPr>
            <p:spPr>
              <a:xfrm>
                <a:off x="6079108" y="3564516"/>
                <a:ext cx="4081645" cy="2227549"/>
              </a:xfrm>
              <a:prstGeom prst="roundRect">
                <a:avLst>
                  <a:gd name="adj" fmla="val 1410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4611B2C0-96B9-F7DA-D2C3-CBD330DCBDD7}"/>
                  </a:ext>
                </a:extLst>
              </p:cNvPr>
              <p:cNvSpPr/>
              <p:nvPr/>
            </p:nvSpPr>
            <p:spPr>
              <a:xfrm>
                <a:off x="9127253" y="3769951"/>
                <a:ext cx="851026" cy="1071505"/>
              </a:xfrm>
              <a:custGeom>
                <a:avLst/>
                <a:gdLst>
                  <a:gd name="connsiteX0" fmla="*/ 1375723 w 1603918"/>
                  <a:gd name="connsiteY0" fmla="*/ 1061898 h 2019452"/>
                  <a:gd name="connsiteX1" fmla="*/ 1158923 w 1603918"/>
                  <a:gd name="connsiteY1" fmla="*/ 1371389 h 2019452"/>
                  <a:gd name="connsiteX2" fmla="*/ 1191614 w 1603918"/>
                  <a:gd name="connsiteY2" fmla="*/ 1363470 h 2019452"/>
                  <a:gd name="connsiteX3" fmla="*/ 1286192 w 1603918"/>
                  <a:gd name="connsiteY3" fmla="*/ 1344296 h 2019452"/>
                  <a:gd name="connsiteX4" fmla="*/ 1307615 w 1603918"/>
                  <a:gd name="connsiteY4" fmla="*/ 1341695 h 2019452"/>
                  <a:gd name="connsiteX5" fmla="*/ 1305461 w 1603918"/>
                  <a:gd name="connsiteY5" fmla="*/ 1363168 h 2019452"/>
                  <a:gd name="connsiteX6" fmla="*/ 894712 w 1603918"/>
                  <a:gd name="connsiteY6" fmla="*/ 1789007 h 2019452"/>
                  <a:gd name="connsiteX7" fmla="*/ 886267 w 1603918"/>
                  <a:gd name="connsiteY7" fmla="*/ 1791175 h 2019452"/>
                  <a:gd name="connsiteX8" fmla="*/ 865098 w 1603918"/>
                  <a:gd name="connsiteY8" fmla="*/ 754575 h 2019452"/>
                  <a:gd name="connsiteX9" fmla="*/ 1139700 w 1603918"/>
                  <a:gd name="connsiteY9" fmla="*/ 733407 h 2019452"/>
                  <a:gd name="connsiteX10" fmla="*/ 1139700 w 1603918"/>
                  <a:gd name="connsiteY10" fmla="*/ 627779 h 2019452"/>
                  <a:gd name="connsiteX11" fmla="*/ 866144 w 1603918"/>
                  <a:gd name="connsiteY11" fmla="*/ 606692 h 2019452"/>
                  <a:gd name="connsiteX12" fmla="*/ 866144 w 1603918"/>
                  <a:gd name="connsiteY12" fmla="*/ 484732 h 2019452"/>
                  <a:gd name="connsiteX13" fmla="*/ 895423 w 1603918"/>
                  <a:gd name="connsiteY13" fmla="*/ 484732 h 2019452"/>
                  <a:gd name="connsiteX14" fmla="*/ 895423 w 1603918"/>
                  <a:gd name="connsiteY14" fmla="*/ 446214 h 2019452"/>
                  <a:gd name="connsiteX15" fmla="*/ 866144 w 1603918"/>
                  <a:gd name="connsiteY15" fmla="*/ 446214 h 2019452"/>
                  <a:gd name="connsiteX16" fmla="*/ 866144 w 1603918"/>
                  <a:gd name="connsiteY16" fmla="*/ 393774 h 2019452"/>
                  <a:gd name="connsiteX17" fmla="*/ 895423 w 1603918"/>
                  <a:gd name="connsiteY17" fmla="*/ 393774 h 2019452"/>
                  <a:gd name="connsiteX18" fmla="*/ 895423 w 1603918"/>
                  <a:gd name="connsiteY18" fmla="*/ 355258 h 2019452"/>
                  <a:gd name="connsiteX19" fmla="*/ 866144 w 1603918"/>
                  <a:gd name="connsiteY19" fmla="*/ 355258 h 2019452"/>
                  <a:gd name="connsiteX20" fmla="*/ 866144 w 1603918"/>
                  <a:gd name="connsiteY20" fmla="*/ 337526 h 2019452"/>
                  <a:gd name="connsiteX21" fmla="*/ 976855 w 1603918"/>
                  <a:gd name="connsiteY21" fmla="*/ 174889 h 2019452"/>
                  <a:gd name="connsiteX22" fmla="*/ 801964 w 1603918"/>
                  <a:gd name="connsiteY22" fmla="*/ 0 h 2019452"/>
                  <a:gd name="connsiteX23" fmla="*/ 627076 w 1603918"/>
                  <a:gd name="connsiteY23" fmla="*/ 174889 h 2019452"/>
                  <a:gd name="connsiteX24" fmla="*/ 737787 w 1603918"/>
                  <a:gd name="connsiteY24" fmla="*/ 337526 h 2019452"/>
                  <a:gd name="connsiteX25" fmla="*/ 737787 w 1603918"/>
                  <a:gd name="connsiteY25" fmla="*/ 355258 h 2019452"/>
                  <a:gd name="connsiteX26" fmla="*/ 708506 w 1603918"/>
                  <a:gd name="connsiteY26" fmla="*/ 355258 h 2019452"/>
                  <a:gd name="connsiteX27" fmla="*/ 708506 w 1603918"/>
                  <a:gd name="connsiteY27" fmla="*/ 393774 h 2019452"/>
                  <a:gd name="connsiteX28" fmla="*/ 737785 w 1603918"/>
                  <a:gd name="connsiteY28" fmla="*/ 393774 h 2019452"/>
                  <a:gd name="connsiteX29" fmla="*/ 737785 w 1603918"/>
                  <a:gd name="connsiteY29" fmla="*/ 446214 h 2019452"/>
                  <a:gd name="connsiteX30" fmla="*/ 708504 w 1603918"/>
                  <a:gd name="connsiteY30" fmla="*/ 446214 h 2019452"/>
                  <a:gd name="connsiteX31" fmla="*/ 708504 w 1603918"/>
                  <a:gd name="connsiteY31" fmla="*/ 484732 h 2019452"/>
                  <a:gd name="connsiteX32" fmla="*/ 737784 w 1603918"/>
                  <a:gd name="connsiteY32" fmla="*/ 484732 h 2019452"/>
                  <a:gd name="connsiteX33" fmla="*/ 737784 w 1603918"/>
                  <a:gd name="connsiteY33" fmla="*/ 606692 h 2019452"/>
                  <a:gd name="connsiteX34" fmla="*/ 464227 w 1603918"/>
                  <a:gd name="connsiteY34" fmla="*/ 627779 h 2019452"/>
                  <a:gd name="connsiteX35" fmla="*/ 464227 w 1603918"/>
                  <a:gd name="connsiteY35" fmla="*/ 733407 h 2019452"/>
                  <a:gd name="connsiteX36" fmla="*/ 738831 w 1603918"/>
                  <a:gd name="connsiteY36" fmla="*/ 754575 h 2019452"/>
                  <a:gd name="connsiteX37" fmla="*/ 717662 w 1603918"/>
                  <a:gd name="connsiteY37" fmla="*/ 1792933 h 2019452"/>
                  <a:gd name="connsiteX38" fmla="*/ 700681 w 1603918"/>
                  <a:gd name="connsiteY38" fmla="*/ 1789131 h 2019452"/>
                  <a:gd name="connsiteX39" fmla="*/ 410336 w 1603918"/>
                  <a:gd name="connsiteY39" fmla="*/ 1640911 h 2019452"/>
                  <a:gd name="connsiteX40" fmla="*/ 297980 w 1603918"/>
                  <a:gd name="connsiteY40" fmla="*/ 1360885 h 2019452"/>
                  <a:gd name="connsiteX41" fmla="*/ 298590 w 1603918"/>
                  <a:gd name="connsiteY41" fmla="*/ 1341896 h 2019452"/>
                  <a:gd name="connsiteX42" fmla="*/ 317438 w 1603918"/>
                  <a:gd name="connsiteY42" fmla="*/ 1344308 h 2019452"/>
                  <a:gd name="connsiteX43" fmla="*/ 389285 w 1603918"/>
                  <a:gd name="connsiteY43" fmla="*/ 1359289 h 2019452"/>
                  <a:gd name="connsiteX44" fmla="*/ 445010 w 1603918"/>
                  <a:gd name="connsiteY44" fmla="*/ 1371626 h 2019452"/>
                  <a:gd name="connsiteX45" fmla="*/ 216728 w 1603918"/>
                  <a:gd name="connsiteY45" fmla="*/ 1061958 h 2019452"/>
                  <a:gd name="connsiteX46" fmla="*/ 0 w 1603918"/>
                  <a:gd name="connsiteY46" fmla="*/ 1371054 h 2019452"/>
                  <a:gd name="connsiteX47" fmla="*/ 28609 w 1603918"/>
                  <a:gd name="connsiteY47" fmla="*/ 1364208 h 2019452"/>
                  <a:gd name="connsiteX48" fmla="*/ 127100 w 1603918"/>
                  <a:gd name="connsiteY48" fmla="*/ 1344310 h 2019452"/>
                  <a:gd name="connsiteX49" fmla="*/ 145874 w 1603918"/>
                  <a:gd name="connsiteY49" fmla="*/ 1341908 h 2019452"/>
                  <a:gd name="connsiteX50" fmla="*/ 146555 w 1603918"/>
                  <a:gd name="connsiteY50" fmla="*/ 1360821 h 2019452"/>
                  <a:gd name="connsiteX51" fmla="*/ 323313 w 1603918"/>
                  <a:gd name="connsiteY51" fmla="*/ 1760244 h 2019452"/>
                  <a:gd name="connsiteX52" fmla="*/ 657098 w 1603918"/>
                  <a:gd name="connsiteY52" fmla="*/ 1931259 h 2019452"/>
                  <a:gd name="connsiteX53" fmla="*/ 796399 w 1603918"/>
                  <a:gd name="connsiteY53" fmla="*/ 2017151 h 2019452"/>
                  <a:gd name="connsiteX54" fmla="*/ 798256 w 1603918"/>
                  <a:gd name="connsiteY54" fmla="*/ 2019452 h 2019452"/>
                  <a:gd name="connsiteX55" fmla="*/ 798866 w 1603918"/>
                  <a:gd name="connsiteY55" fmla="*/ 2018695 h 2019452"/>
                  <a:gd name="connsiteX56" fmla="*/ 943125 w 1603918"/>
                  <a:gd name="connsiteY56" fmla="*/ 1931796 h 2019452"/>
                  <a:gd name="connsiteX57" fmla="*/ 1246603 w 1603918"/>
                  <a:gd name="connsiteY57" fmla="*/ 1798215 h 2019452"/>
                  <a:gd name="connsiteX58" fmla="*/ 1457034 w 1603918"/>
                  <a:gd name="connsiteY58" fmla="*/ 1359662 h 2019452"/>
                  <a:gd name="connsiteX59" fmla="*/ 1458860 w 1603918"/>
                  <a:gd name="connsiteY59" fmla="*/ 1342088 h 2019452"/>
                  <a:gd name="connsiteX60" fmla="*/ 1476390 w 1603918"/>
                  <a:gd name="connsiteY60" fmla="*/ 1344310 h 2019452"/>
                  <a:gd name="connsiteX61" fmla="*/ 1549137 w 1603918"/>
                  <a:gd name="connsiteY61" fmla="*/ 1359329 h 2019452"/>
                  <a:gd name="connsiteX62" fmla="*/ 1603918 w 1603918"/>
                  <a:gd name="connsiteY62" fmla="*/ 1371415 h 2019452"/>
                  <a:gd name="connsiteX63" fmla="*/ 1375723 w 1603918"/>
                  <a:gd name="connsiteY63" fmla="*/ 1061898 h 2019452"/>
                  <a:gd name="connsiteX64" fmla="*/ 693313 w 1603918"/>
                  <a:gd name="connsiteY64" fmla="*/ 174885 h 2019452"/>
                  <a:gd name="connsiteX65" fmla="*/ 801966 w 1603918"/>
                  <a:gd name="connsiteY65" fmla="*/ 66230 h 2019452"/>
                  <a:gd name="connsiteX66" fmla="*/ 910621 w 1603918"/>
                  <a:gd name="connsiteY66" fmla="*/ 174885 h 2019452"/>
                  <a:gd name="connsiteX67" fmla="*/ 801966 w 1603918"/>
                  <a:gd name="connsiteY67" fmla="*/ 283540 h 2019452"/>
                  <a:gd name="connsiteX68" fmla="*/ 693313 w 1603918"/>
                  <a:gd name="connsiteY68" fmla="*/ 174885 h 201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1603918" h="2019452">
                    <a:moveTo>
                      <a:pt x="1375723" y="1061898"/>
                    </a:moveTo>
                    <a:cubicBezTo>
                      <a:pt x="1338694" y="1123784"/>
                      <a:pt x="1193391" y="1311855"/>
                      <a:pt x="1158923" y="1371389"/>
                    </a:cubicBezTo>
                    <a:cubicBezTo>
                      <a:pt x="1170002" y="1368846"/>
                      <a:pt x="1180896" y="1366136"/>
                      <a:pt x="1191614" y="1363470"/>
                    </a:cubicBezTo>
                    <a:cubicBezTo>
                      <a:pt x="1221331" y="1356080"/>
                      <a:pt x="1252058" y="1348438"/>
                      <a:pt x="1286192" y="1344296"/>
                    </a:cubicBezTo>
                    <a:lnTo>
                      <a:pt x="1307615" y="1341695"/>
                    </a:lnTo>
                    <a:lnTo>
                      <a:pt x="1305461" y="1363168"/>
                    </a:lnTo>
                    <a:cubicBezTo>
                      <a:pt x="1284193" y="1575201"/>
                      <a:pt x="1138319" y="1726435"/>
                      <a:pt x="894712" y="1789007"/>
                    </a:cubicBezTo>
                    <a:lnTo>
                      <a:pt x="886267" y="1791175"/>
                    </a:lnTo>
                    <a:lnTo>
                      <a:pt x="865098" y="754575"/>
                    </a:lnTo>
                    <a:lnTo>
                      <a:pt x="1139700" y="733407"/>
                    </a:lnTo>
                    <a:lnTo>
                      <a:pt x="1139700" y="627779"/>
                    </a:lnTo>
                    <a:lnTo>
                      <a:pt x="866144" y="606692"/>
                    </a:lnTo>
                    <a:lnTo>
                      <a:pt x="866144" y="484732"/>
                    </a:lnTo>
                    <a:lnTo>
                      <a:pt x="895423" y="484732"/>
                    </a:lnTo>
                    <a:lnTo>
                      <a:pt x="895423" y="446214"/>
                    </a:lnTo>
                    <a:lnTo>
                      <a:pt x="866144" y="446214"/>
                    </a:lnTo>
                    <a:lnTo>
                      <a:pt x="866144" y="393774"/>
                    </a:lnTo>
                    <a:lnTo>
                      <a:pt x="895423" y="393774"/>
                    </a:lnTo>
                    <a:lnTo>
                      <a:pt x="895423" y="355258"/>
                    </a:lnTo>
                    <a:lnTo>
                      <a:pt x="866144" y="355258"/>
                    </a:lnTo>
                    <a:lnTo>
                      <a:pt x="866144" y="337526"/>
                    </a:lnTo>
                    <a:cubicBezTo>
                      <a:pt x="930908" y="311878"/>
                      <a:pt x="976855" y="248668"/>
                      <a:pt x="976855" y="174889"/>
                    </a:cubicBezTo>
                    <a:cubicBezTo>
                      <a:pt x="976855" y="78455"/>
                      <a:pt x="898400" y="0"/>
                      <a:pt x="801964" y="0"/>
                    </a:cubicBezTo>
                    <a:cubicBezTo>
                      <a:pt x="705531" y="0"/>
                      <a:pt x="627076" y="78455"/>
                      <a:pt x="627076" y="174889"/>
                    </a:cubicBezTo>
                    <a:cubicBezTo>
                      <a:pt x="627076" y="248670"/>
                      <a:pt x="673024" y="311879"/>
                      <a:pt x="737787" y="337526"/>
                    </a:cubicBezTo>
                    <a:lnTo>
                      <a:pt x="737787" y="355258"/>
                    </a:lnTo>
                    <a:lnTo>
                      <a:pt x="708506" y="355258"/>
                    </a:lnTo>
                    <a:lnTo>
                      <a:pt x="708506" y="393774"/>
                    </a:lnTo>
                    <a:lnTo>
                      <a:pt x="737785" y="393774"/>
                    </a:lnTo>
                    <a:lnTo>
                      <a:pt x="737785" y="446214"/>
                    </a:lnTo>
                    <a:lnTo>
                      <a:pt x="708504" y="446214"/>
                    </a:lnTo>
                    <a:lnTo>
                      <a:pt x="708504" y="484732"/>
                    </a:lnTo>
                    <a:lnTo>
                      <a:pt x="737784" y="484732"/>
                    </a:lnTo>
                    <a:lnTo>
                      <a:pt x="737784" y="606692"/>
                    </a:lnTo>
                    <a:lnTo>
                      <a:pt x="464227" y="627779"/>
                    </a:lnTo>
                    <a:lnTo>
                      <a:pt x="464227" y="733407"/>
                    </a:lnTo>
                    <a:lnTo>
                      <a:pt x="738831" y="754575"/>
                    </a:lnTo>
                    <a:lnTo>
                      <a:pt x="717662" y="1792933"/>
                    </a:lnTo>
                    <a:lnTo>
                      <a:pt x="700681" y="1789131"/>
                    </a:lnTo>
                    <a:cubicBezTo>
                      <a:pt x="608287" y="1768445"/>
                      <a:pt x="476806" y="1717213"/>
                      <a:pt x="410336" y="1640911"/>
                    </a:cubicBezTo>
                    <a:cubicBezTo>
                      <a:pt x="331574" y="1550511"/>
                      <a:pt x="294823" y="1458916"/>
                      <a:pt x="297980" y="1360885"/>
                    </a:cubicBezTo>
                    <a:lnTo>
                      <a:pt x="298590" y="1341896"/>
                    </a:lnTo>
                    <a:lnTo>
                      <a:pt x="317438" y="1344308"/>
                    </a:lnTo>
                    <a:cubicBezTo>
                      <a:pt x="341176" y="1347346"/>
                      <a:pt x="365632" y="1353416"/>
                      <a:pt x="389285" y="1359289"/>
                    </a:cubicBezTo>
                    <a:cubicBezTo>
                      <a:pt x="408708" y="1364111"/>
                      <a:pt x="427467" y="1368766"/>
                      <a:pt x="445010" y="1371626"/>
                    </a:cubicBezTo>
                    <a:cubicBezTo>
                      <a:pt x="406987" y="1312776"/>
                      <a:pt x="256708" y="1121495"/>
                      <a:pt x="216728" y="1061958"/>
                    </a:cubicBezTo>
                    <a:cubicBezTo>
                      <a:pt x="179438" y="1124346"/>
                      <a:pt x="34017" y="1311967"/>
                      <a:pt x="0" y="1371054"/>
                    </a:cubicBezTo>
                    <a:cubicBezTo>
                      <a:pt x="9666" y="1368818"/>
                      <a:pt x="19206" y="1366496"/>
                      <a:pt x="28609" y="1364208"/>
                    </a:cubicBezTo>
                    <a:cubicBezTo>
                      <a:pt x="59683" y="1356644"/>
                      <a:pt x="91818" y="1348823"/>
                      <a:pt x="127100" y="1344310"/>
                    </a:cubicBezTo>
                    <a:lnTo>
                      <a:pt x="145874" y="1341908"/>
                    </a:lnTo>
                    <a:lnTo>
                      <a:pt x="146555" y="1360821"/>
                    </a:lnTo>
                    <a:cubicBezTo>
                      <a:pt x="151958" y="1510636"/>
                      <a:pt x="211428" y="1645022"/>
                      <a:pt x="323313" y="1760244"/>
                    </a:cubicBezTo>
                    <a:cubicBezTo>
                      <a:pt x="401799" y="1841071"/>
                      <a:pt x="526100" y="1903621"/>
                      <a:pt x="657098" y="1931259"/>
                    </a:cubicBezTo>
                    <a:cubicBezTo>
                      <a:pt x="712036" y="1942850"/>
                      <a:pt x="761122" y="1973468"/>
                      <a:pt x="796399" y="2017151"/>
                    </a:cubicBezTo>
                    <a:lnTo>
                      <a:pt x="798256" y="2019452"/>
                    </a:lnTo>
                    <a:lnTo>
                      <a:pt x="798866" y="2018695"/>
                    </a:lnTo>
                    <a:cubicBezTo>
                      <a:pt x="835235" y="1973661"/>
                      <a:pt x="886332" y="1942990"/>
                      <a:pt x="943125" y="1931796"/>
                    </a:cubicBezTo>
                    <a:cubicBezTo>
                      <a:pt x="1061893" y="1908388"/>
                      <a:pt x="1177019" y="1859238"/>
                      <a:pt x="1246603" y="1798215"/>
                    </a:cubicBezTo>
                    <a:cubicBezTo>
                      <a:pt x="1366985" y="1692627"/>
                      <a:pt x="1437785" y="1545077"/>
                      <a:pt x="1457034" y="1359662"/>
                    </a:cubicBezTo>
                    <a:lnTo>
                      <a:pt x="1458860" y="1342088"/>
                    </a:lnTo>
                    <a:lnTo>
                      <a:pt x="1476390" y="1344310"/>
                    </a:lnTo>
                    <a:cubicBezTo>
                      <a:pt x="1500390" y="1347353"/>
                      <a:pt x="1525172" y="1353440"/>
                      <a:pt x="1549137" y="1359329"/>
                    </a:cubicBezTo>
                    <a:cubicBezTo>
                      <a:pt x="1568231" y="1364018"/>
                      <a:pt x="1586686" y="1368552"/>
                      <a:pt x="1603918" y="1371415"/>
                    </a:cubicBezTo>
                    <a:cubicBezTo>
                      <a:pt x="1566282" y="1312914"/>
                      <a:pt x="1416047" y="1121731"/>
                      <a:pt x="1375723" y="1061898"/>
                    </a:cubicBezTo>
                    <a:close/>
                    <a:moveTo>
                      <a:pt x="693313" y="174885"/>
                    </a:moveTo>
                    <a:cubicBezTo>
                      <a:pt x="693313" y="114972"/>
                      <a:pt x="742053" y="66230"/>
                      <a:pt x="801966" y="66230"/>
                    </a:cubicBezTo>
                    <a:cubicBezTo>
                      <a:pt x="861879" y="66230"/>
                      <a:pt x="910621" y="114972"/>
                      <a:pt x="910621" y="174885"/>
                    </a:cubicBezTo>
                    <a:cubicBezTo>
                      <a:pt x="910621" y="234798"/>
                      <a:pt x="861879" y="283540"/>
                      <a:pt x="801966" y="283540"/>
                    </a:cubicBezTo>
                    <a:cubicBezTo>
                      <a:pt x="742053" y="283540"/>
                      <a:pt x="693313" y="234798"/>
                      <a:pt x="693313" y="174885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  <a:alpha val="8000"/>
                </a:schemeClr>
              </a:solidFill>
              <a:ln w="1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08D625C9-ABC5-AE58-05A3-FB25EABF682D}"/>
                  </a:ext>
                </a:extLst>
              </p:cNvPr>
              <p:cNvGrpSpPr/>
              <p:nvPr/>
            </p:nvGrpSpPr>
            <p:grpSpPr>
              <a:xfrm>
                <a:off x="6376205" y="3814960"/>
                <a:ext cx="3619427" cy="1503477"/>
                <a:chOff x="7485716" y="3742570"/>
                <a:chExt cx="3619427" cy="1503477"/>
              </a:xfrm>
            </p:grpSpPr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2AFBB8C1-4417-7ECB-B16A-4288ACBD06F6}"/>
                    </a:ext>
                  </a:extLst>
                </p:cNvPr>
                <p:cNvGrpSpPr/>
                <p:nvPr/>
              </p:nvGrpSpPr>
              <p:grpSpPr>
                <a:xfrm>
                  <a:off x="7485716" y="3811498"/>
                  <a:ext cx="3619427" cy="1434549"/>
                  <a:chOff x="5268020" y="3505576"/>
                  <a:chExt cx="4745304" cy="1434549"/>
                </a:xfrm>
              </p:grpSpPr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2EF78206-71E1-744B-DEFA-71F4CD520DAF}"/>
                      </a:ext>
                    </a:extLst>
                  </p:cNvPr>
                  <p:cNvSpPr txBox="1"/>
                  <p:nvPr/>
                </p:nvSpPr>
                <p:spPr>
                  <a:xfrm>
                    <a:off x="5268020" y="4147023"/>
                    <a:ext cx="4745304" cy="7931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lnSpc>
                        <a:spcPct val="130000"/>
                      </a:lnSpc>
                      <a:spcBef>
                        <a:spcPts val="800"/>
                      </a:spcBef>
                      <a:defRPr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200" dirty="0"/>
                      <a:t>To elevate maritime healthcare with world-class care, innovative solutions, and a strong focus on seafarer well-being and safety at sea.</a:t>
                    </a:r>
                    <a:endParaRPr lang="en-ID" sz="1200" dirty="0"/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F3F35A16-ED73-C964-EE1E-C3DC8D907D93}"/>
                      </a:ext>
                    </a:extLst>
                  </p:cNvPr>
                  <p:cNvSpPr txBox="1"/>
                  <p:nvPr/>
                </p:nvSpPr>
                <p:spPr>
                  <a:xfrm>
                    <a:off x="5972492" y="3505576"/>
                    <a:ext cx="110749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>
                        <a:latin typeface="+mj-lt"/>
                      </a:defRPr>
                    </a:lvl1pPr>
                  </a:lstStyle>
                  <a:p>
                    <a:pPr>
                      <a:spcBef>
                        <a:spcPts val="200"/>
                      </a:spcBef>
                    </a:pPr>
                    <a:r>
                      <a:rPr lang="en-ID" dirty="0"/>
                      <a:t>Vision</a:t>
                    </a:r>
                    <a:endParaRPr lang="id-ID" dirty="0"/>
                  </a:p>
                </p:txBody>
              </p:sp>
            </p:grpSp>
            <p:sp>
              <p:nvSpPr>
                <p:cNvPr id="74" name="Graphic 5">
                  <a:extLst>
                    <a:ext uri="{FF2B5EF4-FFF2-40B4-BE49-F238E27FC236}">
                      <a16:creationId xmlns:a16="http://schemas.microsoft.com/office/drawing/2014/main" id="{0CB9FFC4-1BAE-ED7A-6D30-D8DCEA7AAB0D}"/>
                    </a:ext>
                  </a:extLst>
                </p:cNvPr>
                <p:cNvSpPr/>
                <p:nvPr/>
              </p:nvSpPr>
              <p:spPr>
                <a:xfrm>
                  <a:off x="7496399" y="3742570"/>
                  <a:ext cx="493776" cy="49074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 sz="1400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grpSp>
          <p:nvGrpSpPr>
            <p:cNvPr id="39" name="easyIcon">
              <a:extLst>
                <a:ext uri="{FF2B5EF4-FFF2-40B4-BE49-F238E27FC236}">
                  <a16:creationId xmlns:a16="http://schemas.microsoft.com/office/drawing/2014/main" id="{31E74971-FF5E-C273-0A52-6F2D0BB85B19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7615855" y="3836224"/>
              <a:ext cx="308945" cy="308944"/>
              <a:chOff x="7622755" y="4512620"/>
              <a:chExt cx="714051" cy="714050"/>
            </a:xfrm>
          </p:grpSpPr>
          <p:sp>
            <p:nvSpPr>
              <p:cNvPr id="40" name="Background">
                <a:extLst>
                  <a:ext uri="{FF2B5EF4-FFF2-40B4-BE49-F238E27FC236}">
                    <a16:creationId xmlns:a16="http://schemas.microsoft.com/office/drawing/2014/main" id="{1A4F0A76-C3DE-2E90-49FC-FA44C4B91EB7}"/>
                  </a:ext>
                </a:extLst>
              </p:cNvPr>
              <p:cNvSpPr/>
              <p:nvPr/>
            </p:nvSpPr>
            <p:spPr>
              <a:xfrm>
                <a:off x="7622755" y="4512620"/>
                <a:ext cx="714051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/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41" name="Group 2456">
                <a:extLst>
                  <a:ext uri="{FF2B5EF4-FFF2-40B4-BE49-F238E27FC236}">
                    <a16:creationId xmlns:a16="http://schemas.microsoft.com/office/drawing/2014/main" id="{CD7F442D-9372-440A-763B-EBE51F1A046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691782" y="4650149"/>
                <a:ext cx="576001" cy="438992"/>
                <a:chOff x="7429501" y="230188"/>
                <a:chExt cx="1308100" cy="996950"/>
              </a:xfrm>
              <a:solidFill>
                <a:schemeClr val="accent2"/>
              </a:solidFill>
            </p:grpSpPr>
            <p:sp>
              <p:nvSpPr>
                <p:cNvPr id="53" name="CLR 0">
                  <a:extLst>
                    <a:ext uri="{FF2B5EF4-FFF2-40B4-BE49-F238E27FC236}">
                      <a16:creationId xmlns:a16="http://schemas.microsoft.com/office/drawing/2014/main" id="{51CE2320-CD8B-4C2D-599B-AAF8312BE3C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393113" y="655638"/>
                  <a:ext cx="328613" cy="42863"/>
                </a:xfrm>
                <a:custGeom>
                  <a:avLst/>
                  <a:gdLst>
                    <a:gd name="T0" fmla="*/ 121 w 2002"/>
                    <a:gd name="T1" fmla="*/ 259 h 259"/>
                    <a:gd name="T2" fmla="*/ 1 w 2002"/>
                    <a:gd name="T3" fmla="*/ 140 h 259"/>
                    <a:gd name="T4" fmla="*/ 120 w 2002"/>
                    <a:gd name="T5" fmla="*/ 19 h 259"/>
                    <a:gd name="T6" fmla="*/ 1880 w 2002"/>
                    <a:gd name="T7" fmla="*/ 0 h 259"/>
                    <a:gd name="T8" fmla="*/ 1881 w 2002"/>
                    <a:gd name="T9" fmla="*/ 0 h 259"/>
                    <a:gd name="T10" fmla="*/ 2001 w 2002"/>
                    <a:gd name="T11" fmla="*/ 119 h 259"/>
                    <a:gd name="T12" fmla="*/ 1882 w 2002"/>
                    <a:gd name="T13" fmla="*/ 240 h 259"/>
                    <a:gd name="T14" fmla="*/ 122 w 2002"/>
                    <a:gd name="T15" fmla="*/ 259 h 259"/>
                    <a:gd name="T16" fmla="*/ 121 w 2002"/>
                    <a:gd name="T17" fmla="*/ 259 h 2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002" h="259">
                      <a:moveTo>
                        <a:pt x="121" y="259"/>
                      </a:moveTo>
                      <a:cubicBezTo>
                        <a:pt x="55" y="259"/>
                        <a:pt x="2" y="206"/>
                        <a:pt x="1" y="140"/>
                      </a:cubicBezTo>
                      <a:cubicBezTo>
                        <a:pt x="0" y="74"/>
                        <a:pt x="54" y="19"/>
                        <a:pt x="120" y="19"/>
                      </a:cubicBezTo>
                      <a:cubicBezTo>
                        <a:pt x="1880" y="0"/>
                        <a:pt x="1880" y="0"/>
                        <a:pt x="1880" y="0"/>
                      </a:cubicBezTo>
                      <a:cubicBezTo>
                        <a:pt x="1880" y="0"/>
                        <a:pt x="1880" y="0"/>
                        <a:pt x="1881" y="0"/>
                      </a:cubicBezTo>
                      <a:cubicBezTo>
                        <a:pt x="1947" y="0"/>
                        <a:pt x="2000" y="53"/>
                        <a:pt x="2001" y="119"/>
                      </a:cubicBezTo>
                      <a:cubicBezTo>
                        <a:pt x="2002" y="185"/>
                        <a:pt x="1948" y="239"/>
                        <a:pt x="1882" y="240"/>
                      </a:cubicBezTo>
                      <a:cubicBezTo>
                        <a:pt x="122" y="259"/>
                        <a:pt x="122" y="259"/>
                        <a:pt x="122" y="259"/>
                      </a:cubicBezTo>
                      <a:cubicBezTo>
                        <a:pt x="122" y="259"/>
                        <a:pt x="121" y="259"/>
                        <a:pt x="121" y="25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CLR 0">
                  <a:extLst>
                    <a:ext uri="{FF2B5EF4-FFF2-40B4-BE49-F238E27FC236}">
                      <a16:creationId xmlns:a16="http://schemas.microsoft.com/office/drawing/2014/main" id="{43A88471-553D-177A-9890-000505CC742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478713" y="836613"/>
                  <a:ext cx="846138" cy="39688"/>
                </a:xfrm>
                <a:custGeom>
                  <a:avLst/>
                  <a:gdLst>
                    <a:gd name="T0" fmla="*/ 5052 w 5172"/>
                    <a:gd name="T1" fmla="*/ 240 h 240"/>
                    <a:gd name="T2" fmla="*/ 120 w 5172"/>
                    <a:gd name="T3" fmla="*/ 240 h 240"/>
                    <a:gd name="T4" fmla="*/ 0 w 5172"/>
                    <a:gd name="T5" fmla="*/ 120 h 240"/>
                    <a:gd name="T6" fmla="*/ 120 w 5172"/>
                    <a:gd name="T7" fmla="*/ 0 h 240"/>
                    <a:gd name="T8" fmla="*/ 5052 w 5172"/>
                    <a:gd name="T9" fmla="*/ 0 h 240"/>
                    <a:gd name="T10" fmla="*/ 5172 w 5172"/>
                    <a:gd name="T11" fmla="*/ 120 h 240"/>
                    <a:gd name="T12" fmla="*/ 5052 w 5172"/>
                    <a:gd name="T13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2" h="240">
                      <a:moveTo>
                        <a:pt x="5052" y="240"/>
                      </a:move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5052" y="0"/>
                        <a:pt x="5052" y="0"/>
                        <a:pt x="5052" y="0"/>
                      </a:cubicBezTo>
                      <a:cubicBezTo>
                        <a:pt x="5118" y="0"/>
                        <a:pt x="5172" y="54"/>
                        <a:pt x="5172" y="120"/>
                      </a:cubicBezTo>
                      <a:cubicBezTo>
                        <a:pt x="5172" y="186"/>
                        <a:pt x="5118" y="240"/>
                        <a:pt x="5052" y="2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CLR 0">
                  <a:extLst>
                    <a:ext uri="{FF2B5EF4-FFF2-40B4-BE49-F238E27FC236}">
                      <a16:creationId xmlns:a16="http://schemas.microsoft.com/office/drawing/2014/main" id="{4AE5029E-E33F-1B55-B232-3FE949F3457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454901" y="995363"/>
                  <a:ext cx="1265238" cy="90488"/>
                </a:xfrm>
                <a:custGeom>
                  <a:avLst/>
                  <a:gdLst>
                    <a:gd name="T0" fmla="*/ 6364 w 7733"/>
                    <a:gd name="T1" fmla="*/ 560 h 560"/>
                    <a:gd name="T2" fmla="*/ 5685 w 7733"/>
                    <a:gd name="T3" fmla="*/ 387 h 560"/>
                    <a:gd name="T4" fmla="*/ 5115 w 7733"/>
                    <a:gd name="T5" fmla="*/ 240 h 560"/>
                    <a:gd name="T6" fmla="*/ 4545 w 7733"/>
                    <a:gd name="T7" fmla="*/ 387 h 560"/>
                    <a:gd name="T8" fmla="*/ 3866 w 7733"/>
                    <a:gd name="T9" fmla="*/ 560 h 560"/>
                    <a:gd name="T10" fmla="*/ 3187 w 7733"/>
                    <a:gd name="T11" fmla="*/ 387 h 560"/>
                    <a:gd name="T12" fmla="*/ 2618 w 7733"/>
                    <a:gd name="T13" fmla="*/ 240 h 560"/>
                    <a:gd name="T14" fmla="*/ 2048 w 7733"/>
                    <a:gd name="T15" fmla="*/ 387 h 560"/>
                    <a:gd name="T16" fmla="*/ 1369 w 7733"/>
                    <a:gd name="T17" fmla="*/ 560 h 560"/>
                    <a:gd name="T18" fmla="*/ 690 w 7733"/>
                    <a:gd name="T19" fmla="*/ 387 h 560"/>
                    <a:gd name="T20" fmla="*/ 120 w 7733"/>
                    <a:gd name="T21" fmla="*/ 240 h 560"/>
                    <a:gd name="T22" fmla="*/ 0 w 7733"/>
                    <a:gd name="T23" fmla="*/ 120 h 560"/>
                    <a:gd name="T24" fmla="*/ 120 w 7733"/>
                    <a:gd name="T25" fmla="*/ 0 h 560"/>
                    <a:gd name="T26" fmla="*/ 799 w 7733"/>
                    <a:gd name="T27" fmla="*/ 173 h 560"/>
                    <a:gd name="T28" fmla="*/ 1369 w 7733"/>
                    <a:gd name="T29" fmla="*/ 320 h 560"/>
                    <a:gd name="T30" fmla="*/ 1938 w 7733"/>
                    <a:gd name="T31" fmla="*/ 173 h 560"/>
                    <a:gd name="T32" fmla="*/ 2618 w 7733"/>
                    <a:gd name="T33" fmla="*/ 0 h 560"/>
                    <a:gd name="T34" fmla="*/ 3297 w 7733"/>
                    <a:gd name="T35" fmla="*/ 173 h 560"/>
                    <a:gd name="T36" fmla="*/ 3866 w 7733"/>
                    <a:gd name="T37" fmla="*/ 320 h 560"/>
                    <a:gd name="T38" fmla="*/ 4436 w 7733"/>
                    <a:gd name="T39" fmla="*/ 173 h 560"/>
                    <a:gd name="T40" fmla="*/ 5115 w 7733"/>
                    <a:gd name="T41" fmla="*/ 0 h 560"/>
                    <a:gd name="T42" fmla="*/ 5794 w 7733"/>
                    <a:gd name="T43" fmla="*/ 173 h 560"/>
                    <a:gd name="T44" fmla="*/ 6364 w 7733"/>
                    <a:gd name="T45" fmla="*/ 320 h 560"/>
                    <a:gd name="T46" fmla="*/ 6934 w 7733"/>
                    <a:gd name="T47" fmla="*/ 173 h 560"/>
                    <a:gd name="T48" fmla="*/ 7613 w 7733"/>
                    <a:gd name="T49" fmla="*/ 0 h 560"/>
                    <a:gd name="T50" fmla="*/ 7733 w 7733"/>
                    <a:gd name="T51" fmla="*/ 120 h 560"/>
                    <a:gd name="T52" fmla="*/ 7613 w 7733"/>
                    <a:gd name="T53" fmla="*/ 240 h 560"/>
                    <a:gd name="T54" fmla="*/ 7043 w 7733"/>
                    <a:gd name="T55" fmla="*/ 387 h 560"/>
                    <a:gd name="T56" fmla="*/ 6364 w 7733"/>
                    <a:gd name="T57" fmla="*/ 560 h 5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733" h="560">
                      <a:moveTo>
                        <a:pt x="6364" y="560"/>
                      </a:moveTo>
                      <a:cubicBezTo>
                        <a:pt x="6023" y="560"/>
                        <a:pt x="5843" y="468"/>
                        <a:pt x="5685" y="387"/>
                      </a:cubicBezTo>
                      <a:cubicBezTo>
                        <a:pt x="5531" y="308"/>
                        <a:pt x="5398" y="240"/>
                        <a:pt x="5115" y="240"/>
                      </a:cubicBezTo>
                      <a:cubicBezTo>
                        <a:pt x="4832" y="240"/>
                        <a:pt x="4699" y="308"/>
                        <a:pt x="4545" y="387"/>
                      </a:cubicBezTo>
                      <a:cubicBezTo>
                        <a:pt x="4387" y="468"/>
                        <a:pt x="4207" y="560"/>
                        <a:pt x="3866" y="560"/>
                      </a:cubicBezTo>
                      <a:cubicBezTo>
                        <a:pt x="3525" y="560"/>
                        <a:pt x="3346" y="468"/>
                        <a:pt x="3187" y="387"/>
                      </a:cubicBezTo>
                      <a:cubicBezTo>
                        <a:pt x="3034" y="308"/>
                        <a:pt x="2901" y="240"/>
                        <a:pt x="2618" y="240"/>
                      </a:cubicBezTo>
                      <a:cubicBezTo>
                        <a:pt x="2334" y="240"/>
                        <a:pt x="2202" y="308"/>
                        <a:pt x="2048" y="387"/>
                      </a:cubicBezTo>
                      <a:cubicBezTo>
                        <a:pt x="1889" y="468"/>
                        <a:pt x="1710" y="560"/>
                        <a:pt x="1369" y="560"/>
                      </a:cubicBezTo>
                      <a:cubicBezTo>
                        <a:pt x="1028" y="560"/>
                        <a:pt x="848" y="468"/>
                        <a:pt x="690" y="387"/>
                      </a:cubicBezTo>
                      <a:cubicBezTo>
                        <a:pt x="536" y="308"/>
                        <a:pt x="403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461" y="0"/>
                        <a:pt x="641" y="92"/>
                        <a:pt x="799" y="173"/>
                      </a:cubicBezTo>
                      <a:cubicBezTo>
                        <a:pt x="953" y="252"/>
                        <a:pt x="1086" y="320"/>
                        <a:pt x="1369" y="320"/>
                      </a:cubicBezTo>
                      <a:cubicBezTo>
                        <a:pt x="1652" y="320"/>
                        <a:pt x="1785" y="252"/>
                        <a:pt x="1938" y="173"/>
                      </a:cubicBezTo>
                      <a:cubicBezTo>
                        <a:pt x="2097" y="92"/>
                        <a:pt x="2276" y="0"/>
                        <a:pt x="2618" y="0"/>
                      </a:cubicBezTo>
                      <a:cubicBezTo>
                        <a:pt x="2959" y="0"/>
                        <a:pt x="3138" y="92"/>
                        <a:pt x="3297" y="173"/>
                      </a:cubicBezTo>
                      <a:cubicBezTo>
                        <a:pt x="3450" y="252"/>
                        <a:pt x="3583" y="320"/>
                        <a:pt x="3866" y="320"/>
                      </a:cubicBezTo>
                      <a:cubicBezTo>
                        <a:pt x="4150" y="320"/>
                        <a:pt x="4282" y="252"/>
                        <a:pt x="4436" y="173"/>
                      </a:cubicBezTo>
                      <a:cubicBezTo>
                        <a:pt x="4594" y="92"/>
                        <a:pt x="4774" y="0"/>
                        <a:pt x="5115" y="0"/>
                      </a:cubicBezTo>
                      <a:cubicBezTo>
                        <a:pt x="5456" y="0"/>
                        <a:pt x="5636" y="92"/>
                        <a:pt x="5794" y="173"/>
                      </a:cubicBezTo>
                      <a:cubicBezTo>
                        <a:pt x="5948" y="252"/>
                        <a:pt x="6081" y="320"/>
                        <a:pt x="6364" y="320"/>
                      </a:cubicBezTo>
                      <a:cubicBezTo>
                        <a:pt x="6647" y="320"/>
                        <a:pt x="6780" y="252"/>
                        <a:pt x="6934" y="173"/>
                      </a:cubicBezTo>
                      <a:cubicBezTo>
                        <a:pt x="7092" y="92"/>
                        <a:pt x="7272" y="0"/>
                        <a:pt x="7613" y="0"/>
                      </a:cubicBezTo>
                      <a:cubicBezTo>
                        <a:pt x="7679" y="0"/>
                        <a:pt x="7733" y="54"/>
                        <a:pt x="7733" y="120"/>
                      </a:cubicBezTo>
                      <a:cubicBezTo>
                        <a:pt x="7733" y="186"/>
                        <a:pt x="7679" y="240"/>
                        <a:pt x="7613" y="240"/>
                      </a:cubicBezTo>
                      <a:cubicBezTo>
                        <a:pt x="7330" y="240"/>
                        <a:pt x="7197" y="308"/>
                        <a:pt x="7043" y="387"/>
                      </a:cubicBezTo>
                      <a:cubicBezTo>
                        <a:pt x="6885" y="468"/>
                        <a:pt x="6705" y="560"/>
                        <a:pt x="6364" y="56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" name="CLR 1">
                  <a:extLst>
                    <a:ext uri="{FF2B5EF4-FFF2-40B4-BE49-F238E27FC236}">
                      <a16:creationId xmlns:a16="http://schemas.microsoft.com/office/drawing/2014/main" id="{F17CA0B5-0048-DABF-B43D-44562A2FEA6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478713" y="552450"/>
                  <a:ext cx="323850" cy="231775"/>
                </a:xfrm>
                <a:custGeom>
                  <a:avLst/>
                  <a:gdLst>
                    <a:gd name="T0" fmla="*/ 1862 w 1982"/>
                    <a:gd name="T1" fmla="*/ 1409 h 1409"/>
                    <a:gd name="T2" fmla="*/ 1742 w 1982"/>
                    <a:gd name="T3" fmla="*/ 1289 h 1409"/>
                    <a:gd name="T4" fmla="*/ 1742 w 1982"/>
                    <a:gd name="T5" fmla="*/ 240 h 1409"/>
                    <a:gd name="T6" fmla="*/ 240 w 1982"/>
                    <a:gd name="T7" fmla="*/ 240 h 1409"/>
                    <a:gd name="T8" fmla="*/ 240 w 1982"/>
                    <a:gd name="T9" fmla="*/ 1289 h 1409"/>
                    <a:gd name="T10" fmla="*/ 120 w 1982"/>
                    <a:gd name="T11" fmla="*/ 1409 h 1409"/>
                    <a:gd name="T12" fmla="*/ 0 w 1982"/>
                    <a:gd name="T13" fmla="*/ 1289 h 1409"/>
                    <a:gd name="T14" fmla="*/ 0 w 1982"/>
                    <a:gd name="T15" fmla="*/ 120 h 1409"/>
                    <a:gd name="T16" fmla="*/ 120 w 1982"/>
                    <a:gd name="T17" fmla="*/ 0 h 1409"/>
                    <a:gd name="T18" fmla="*/ 1862 w 1982"/>
                    <a:gd name="T19" fmla="*/ 0 h 1409"/>
                    <a:gd name="T20" fmla="*/ 1982 w 1982"/>
                    <a:gd name="T21" fmla="*/ 120 h 1409"/>
                    <a:gd name="T22" fmla="*/ 1982 w 1982"/>
                    <a:gd name="T23" fmla="*/ 1289 h 1409"/>
                    <a:gd name="T24" fmla="*/ 1862 w 1982"/>
                    <a:gd name="T25" fmla="*/ 1409 h 14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982" h="1409">
                      <a:moveTo>
                        <a:pt x="1862" y="1409"/>
                      </a:moveTo>
                      <a:cubicBezTo>
                        <a:pt x="1795" y="1409"/>
                        <a:pt x="1742" y="1355"/>
                        <a:pt x="1742" y="1289"/>
                      </a:cubicBezTo>
                      <a:cubicBezTo>
                        <a:pt x="1742" y="240"/>
                        <a:pt x="1742" y="240"/>
                        <a:pt x="1742" y="240"/>
                      </a:cubicBezTo>
                      <a:cubicBezTo>
                        <a:pt x="240" y="240"/>
                        <a:pt x="240" y="240"/>
                        <a:pt x="240" y="240"/>
                      </a:cubicBezTo>
                      <a:cubicBezTo>
                        <a:pt x="240" y="1289"/>
                        <a:pt x="240" y="1289"/>
                        <a:pt x="240" y="1289"/>
                      </a:cubicBezTo>
                      <a:cubicBezTo>
                        <a:pt x="240" y="1355"/>
                        <a:pt x="186" y="1409"/>
                        <a:pt x="120" y="1409"/>
                      </a:cubicBezTo>
                      <a:cubicBezTo>
                        <a:pt x="54" y="1409"/>
                        <a:pt x="0" y="1355"/>
                        <a:pt x="0" y="1289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62" y="0"/>
                        <a:pt x="1862" y="0"/>
                        <a:pt x="1862" y="0"/>
                      </a:cubicBezTo>
                      <a:cubicBezTo>
                        <a:pt x="1928" y="0"/>
                        <a:pt x="1982" y="54"/>
                        <a:pt x="1982" y="120"/>
                      </a:cubicBezTo>
                      <a:cubicBezTo>
                        <a:pt x="1982" y="1289"/>
                        <a:pt x="1982" y="1289"/>
                        <a:pt x="1982" y="1289"/>
                      </a:cubicBezTo>
                      <a:cubicBezTo>
                        <a:pt x="1982" y="1355"/>
                        <a:pt x="1928" y="1409"/>
                        <a:pt x="1862" y="140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" name="CLR 1">
                  <a:extLst>
                    <a:ext uri="{FF2B5EF4-FFF2-40B4-BE49-F238E27FC236}">
                      <a16:creationId xmlns:a16="http://schemas.microsoft.com/office/drawing/2014/main" id="{BE883D7B-2126-5925-D343-EC950D77601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513638" y="392113"/>
                  <a:ext cx="222250" cy="196850"/>
                </a:xfrm>
                <a:custGeom>
                  <a:avLst/>
                  <a:gdLst>
                    <a:gd name="T0" fmla="*/ 1240 w 1360"/>
                    <a:gd name="T1" fmla="*/ 1196 h 1196"/>
                    <a:gd name="T2" fmla="*/ 1120 w 1360"/>
                    <a:gd name="T3" fmla="*/ 1076 h 1196"/>
                    <a:gd name="T4" fmla="*/ 1120 w 1360"/>
                    <a:gd name="T5" fmla="*/ 240 h 1196"/>
                    <a:gd name="T6" fmla="*/ 240 w 1360"/>
                    <a:gd name="T7" fmla="*/ 240 h 1196"/>
                    <a:gd name="T8" fmla="*/ 240 w 1360"/>
                    <a:gd name="T9" fmla="*/ 1076 h 1196"/>
                    <a:gd name="T10" fmla="*/ 120 w 1360"/>
                    <a:gd name="T11" fmla="*/ 1196 h 1196"/>
                    <a:gd name="T12" fmla="*/ 0 w 1360"/>
                    <a:gd name="T13" fmla="*/ 1076 h 1196"/>
                    <a:gd name="T14" fmla="*/ 0 w 1360"/>
                    <a:gd name="T15" fmla="*/ 120 h 1196"/>
                    <a:gd name="T16" fmla="*/ 120 w 1360"/>
                    <a:gd name="T17" fmla="*/ 0 h 1196"/>
                    <a:gd name="T18" fmla="*/ 1240 w 1360"/>
                    <a:gd name="T19" fmla="*/ 0 h 1196"/>
                    <a:gd name="T20" fmla="*/ 1360 w 1360"/>
                    <a:gd name="T21" fmla="*/ 120 h 1196"/>
                    <a:gd name="T22" fmla="*/ 1360 w 1360"/>
                    <a:gd name="T23" fmla="*/ 1076 h 1196"/>
                    <a:gd name="T24" fmla="*/ 1240 w 1360"/>
                    <a:gd name="T25" fmla="*/ 1196 h 1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60" h="1196">
                      <a:moveTo>
                        <a:pt x="1240" y="1196"/>
                      </a:moveTo>
                      <a:cubicBezTo>
                        <a:pt x="1174" y="1196"/>
                        <a:pt x="1120" y="1142"/>
                        <a:pt x="1120" y="1076"/>
                      </a:cubicBezTo>
                      <a:cubicBezTo>
                        <a:pt x="1120" y="240"/>
                        <a:pt x="1120" y="240"/>
                        <a:pt x="1120" y="240"/>
                      </a:cubicBezTo>
                      <a:cubicBezTo>
                        <a:pt x="240" y="240"/>
                        <a:pt x="240" y="240"/>
                        <a:pt x="240" y="240"/>
                      </a:cubicBezTo>
                      <a:cubicBezTo>
                        <a:pt x="240" y="1076"/>
                        <a:pt x="240" y="1076"/>
                        <a:pt x="240" y="1076"/>
                      </a:cubicBezTo>
                      <a:cubicBezTo>
                        <a:pt x="240" y="1142"/>
                        <a:pt x="186" y="1196"/>
                        <a:pt x="120" y="1196"/>
                      </a:cubicBezTo>
                      <a:cubicBezTo>
                        <a:pt x="54" y="1196"/>
                        <a:pt x="0" y="1142"/>
                        <a:pt x="0" y="107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240" y="0"/>
                        <a:pt x="1240" y="0"/>
                        <a:pt x="1240" y="0"/>
                      </a:cubicBezTo>
                      <a:cubicBezTo>
                        <a:pt x="1306" y="0"/>
                        <a:pt x="1360" y="54"/>
                        <a:pt x="1360" y="120"/>
                      </a:cubicBezTo>
                      <a:cubicBezTo>
                        <a:pt x="1360" y="1076"/>
                        <a:pt x="1360" y="1076"/>
                        <a:pt x="1360" y="1076"/>
                      </a:cubicBezTo>
                      <a:cubicBezTo>
                        <a:pt x="1360" y="1142"/>
                        <a:pt x="1306" y="1196"/>
                        <a:pt x="1240" y="11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" name="CLR 1">
                  <a:extLst>
                    <a:ext uri="{FF2B5EF4-FFF2-40B4-BE49-F238E27FC236}">
                      <a16:creationId xmlns:a16="http://schemas.microsoft.com/office/drawing/2014/main" id="{7465156B-7BFA-C199-89FB-457A6118DBC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569201" y="269875"/>
                  <a:ext cx="39688" cy="161925"/>
                </a:xfrm>
                <a:custGeom>
                  <a:avLst/>
                  <a:gdLst>
                    <a:gd name="T0" fmla="*/ 120 w 240"/>
                    <a:gd name="T1" fmla="*/ 986 h 986"/>
                    <a:gd name="T2" fmla="*/ 0 w 240"/>
                    <a:gd name="T3" fmla="*/ 866 h 986"/>
                    <a:gd name="T4" fmla="*/ 0 w 240"/>
                    <a:gd name="T5" fmla="*/ 120 h 986"/>
                    <a:gd name="T6" fmla="*/ 120 w 240"/>
                    <a:gd name="T7" fmla="*/ 0 h 986"/>
                    <a:gd name="T8" fmla="*/ 240 w 240"/>
                    <a:gd name="T9" fmla="*/ 120 h 986"/>
                    <a:gd name="T10" fmla="*/ 240 w 240"/>
                    <a:gd name="T11" fmla="*/ 866 h 986"/>
                    <a:gd name="T12" fmla="*/ 120 w 240"/>
                    <a:gd name="T13" fmla="*/ 986 h 9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986">
                      <a:moveTo>
                        <a:pt x="120" y="986"/>
                      </a:moveTo>
                      <a:cubicBezTo>
                        <a:pt x="54" y="986"/>
                        <a:pt x="0" y="932"/>
                        <a:pt x="0" y="86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866"/>
                        <a:pt x="240" y="866"/>
                        <a:pt x="240" y="866"/>
                      </a:cubicBezTo>
                      <a:cubicBezTo>
                        <a:pt x="240" y="932"/>
                        <a:pt x="187" y="986"/>
                        <a:pt x="120" y="9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" name="CLR 1">
                  <a:extLst>
                    <a:ext uri="{FF2B5EF4-FFF2-40B4-BE49-F238E27FC236}">
                      <a16:creationId xmlns:a16="http://schemas.microsoft.com/office/drawing/2014/main" id="{46528E66-C00B-9B88-FC27-4B7D133A0C0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639051" y="323850"/>
                  <a:ext cx="38100" cy="107950"/>
                </a:xfrm>
                <a:custGeom>
                  <a:avLst/>
                  <a:gdLst>
                    <a:gd name="T0" fmla="*/ 120 w 240"/>
                    <a:gd name="T1" fmla="*/ 655 h 655"/>
                    <a:gd name="T2" fmla="*/ 0 w 240"/>
                    <a:gd name="T3" fmla="*/ 535 h 655"/>
                    <a:gd name="T4" fmla="*/ 0 w 240"/>
                    <a:gd name="T5" fmla="*/ 120 h 655"/>
                    <a:gd name="T6" fmla="*/ 120 w 240"/>
                    <a:gd name="T7" fmla="*/ 0 h 655"/>
                    <a:gd name="T8" fmla="*/ 240 w 240"/>
                    <a:gd name="T9" fmla="*/ 120 h 655"/>
                    <a:gd name="T10" fmla="*/ 240 w 240"/>
                    <a:gd name="T11" fmla="*/ 535 h 655"/>
                    <a:gd name="T12" fmla="*/ 120 w 240"/>
                    <a:gd name="T13" fmla="*/ 655 h 6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655">
                      <a:moveTo>
                        <a:pt x="120" y="655"/>
                      </a:moveTo>
                      <a:cubicBezTo>
                        <a:pt x="54" y="655"/>
                        <a:pt x="0" y="601"/>
                        <a:pt x="0" y="535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535"/>
                        <a:pt x="240" y="535"/>
                        <a:pt x="240" y="535"/>
                      </a:cubicBezTo>
                      <a:cubicBezTo>
                        <a:pt x="240" y="601"/>
                        <a:pt x="187" y="655"/>
                        <a:pt x="120" y="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" name="CLR 1">
                  <a:extLst>
                    <a:ext uri="{FF2B5EF4-FFF2-40B4-BE49-F238E27FC236}">
                      <a16:creationId xmlns:a16="http://schemas.microsoft.com/office/drawing/2014/main" id="{3BF56E55-647F-0159-1A5F-338717D2F32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588251" y="454025"/>
                  <a:ext cx="147638" cy="39688"/>
                </a:xfrm>
                <a:custGeom>
                  <a:avLst/>
                  <a:gdLst>
                    <a:gd name="T0" fmla="*/ 782 w 902"/>
                    <a:gd name="T1" fmla="*/ 240 h 240"/>
                    <a:gd name="T2" fmla="*/ 120 w 902"/>
                    <a:gd name="T3" fmla="*/ 240 h 240"/>
                    <a:gd name="T4" fmla="*/ 0 w 902"/>
                    <a:gd name="T5" fmla="*/ 120 h 240"/>
                    <a:gd name="T6" fmla="*/ 120 w 902"/>
                    <a:gd name="T7" fmla="*/ 0 h 240"/>
                    <a:gd name="T8" fmla="*/ 782 w 902"/>
                    <a:gd name="T9" fmla="*/ 0 h 240"/>
                    <a:gd name="T10" fmla="*/ 902 w 902"/>
                    <a:gd name="T11" fmla="*/ 120 h 240"/>
                    <a:gd name="T12" fmla="*/ 782 w 902"/>
                    <a:gd name="T13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02" h="240">
                      <a:moveTo>
                        <a:pt x="782" y="240"/>
                      </a:move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782" y="0"/>
                        <a:pt x="782" y="0"/>
                        <a:pt x="782" y="0"/>
                      </a:cubicBezTo>
                      <a:cubicBezTo>
                        <a:pt x="848" y="0"/>
                        <a:pt x="902" y="54"/>
                        <a:pt x="902" y="120"/>
                      </a:cubicBezTo>
                      <a:cubicBezTo>
                        <a:pt x="902" y="186"/>
                        <a:pt x="848" y="240"/>
                        <a:pt x="782" y="2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3" name="CLR 1">
                  <a:extLst>
                    <a:ext uri="{FF2B5EF4-FFF2-40B4-BE49-F238E27FC236}">
                      <a16:creationId xmlns:a16="http://schemas.microsoft.com/office/drawing/2014/main" id="{259BA777-57B4-C3D6-8867-02AF69B5D77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567613" y="619125"/>
                  <a:ext cx="49213" cy="39688"/>
                </a:xfrm>
                <a:custGeom>
                  <a:avLst/>
                  <a:gdLst>
                    <a:gd name="T0" fmla="*/ 180 w 300"/>
                    <a:gd name="T1" fmla="*/ 240 h 240"/>
                    <a:gd name="T2" fmla="*/ 120 w 300"/>
                    <a:gd name="T3" fmla="*/ 240 h 240"/>
                    <a:gd name="T4" fmla="*/ 0 w 300"/>
                    <a:gd name="T5" fmla="*/ 120 h 240"/>
                    <a:gd name="T6" fmla="*/ 120 w 300"/>
                    <a:gd name="T7" fmla="*/ 0 h 240"/>
                    <a:gd name="T8" fmla="*/ 180 w 300"/>
                    <a:gd name="T9" fmla="*/ 0 h 240"/>
                    <a:gd name="T10" fmla="*/ 300 w 300"/>
                    <a:gd name="T11" fmla="*/ 120 h 240"/>
                    <a:gd name="T12" fmla="*/ 180 w 300"/>
                    <a:gd name="T13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0" h="240">
                      <a:moveTo>
                        <a:pt x="180" y="240"/>
                      </a:move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0" y="0"/>
                        <a:pt x="180" y="0"/>
                        <a:pt x="180" y="0"/>
                      </a:cubicBezTo>
                      <a:cubicBezTo>
                        <a:pt x="246" y="0"/>
                        <a:pt x="300" y="54"/>
                        <a:pt x="300" y="120"/>
                      </a:cubicBezTo>
                      <a:cubicBezTo>
                        <a:pt x="300" y="186"/>
                        <a:pt x="246" y="240"/>
                        <a:pt x="180" y="2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4" name="CLR 1">
                  <a:extLst>
                    <a:ext uri="{FF2B5EF4-FFF2-40B4-BE49-F238E27FC236}">
                      <a16:creationId xmlns:a16="http://schemas.microsoft.com/office/drawing/2014/main" id="{592A7352-52D3-673A-5CEE-3E385D48078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631113" y="619125"/>
                  <a:ext cx="49213" cy="39688"/>
                </a:xfrm>
                <a:custGeom>
                  <a:avLst/>
                  <a:gdLst>
                    <a:gd name="T0" fmla="*/ 180 w 300"/>
                    <a:gd name="T1" fmla="*/ 240 h 240"/>
                    <a:gd name="T2" fmla="*/ 120 w 300"/>
                    <a:gd name="T3" fmla="*/ 240 h 240"/>
                    <a:gd name="T4" fmla="*/ 0 w 300"/>
                    <a:gd name="T5" fmla="*/ 120 h 240"/>
                    <a:gd name="T6" fmla="*/ 120 w 300"/>
                    <a:gd name="T7" fmla="*/ 0 h 240"/>
                    <a:gd name="T8" fmla="*/ 180 w 300"/>
                    <a:gd name="T9" fmla="*/ 0 h 240"/>
                    <a:gd name="T10" fmla="*/ 300 w 300"/>
                    <a:gd name="T11" fmla="*/ 120 h 240"/>
                    <a:gd name="T12" fmla="*/ 180 w 300"/>
                    <a:gd name="T13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0" h="240">
                      <a:moveTo>
                        <a:pt x="180" y="240"/>
                      </a:move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0" y="0"/>
                        <a:pt x="180" y="0"/>
                        <a:pt x="180" y="0"/>
                      </a:cubicBezTo>
                      <a:cubicBezTo>
                        <a:pt x="246" y="0"/>
                        <a:pt x="300" y="54"/>
                        <a:pt x="300" y="120"/>
                      </a:cubicBezTo>
                      <a:cubicBezTo>
                        <a:pt x="300" y="186"/>
                        <a:pt x="246" y="240"/>
                        <a:pt x="180" y="2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5" name="CLR 1">
                  <a:extLst>
                    <a:ext uri="{FF2B5EF4-FFF2-40B4-BE49-F238E27FC236}">
                      <a16:creationId xmlns:a16="http://schemas.microsoft.com/office/drawing/2014/main" id="{A82F202E-DEE0-13ED-9815-95B75D33AFB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694613" y="619125"/>
                  <a:ext cx="49213" cy="39688"/>
                </a:xfrm>
                <a:custGeom>
                  <a:avLst/>
                  <a:gdLst>
                    <a:gd name="T0" fmla="*/ 180 w 300"/>
                    <a:gd name="T1" fmla="*/ 240 h 240"/>
                    <a:gd name="T2" fmla="*/ 120 w 300"/>
                    <a:gd name="T3" fmla="*/ 240 h 240"/>
                    <a:gd name="T4" fmla="*/ 0 w 300"/>
                    <a:gd name="T5" fmla="*/ 120 h 240"/>
                    <a:gd name="T6" fmla="*/ 120 w 300"/>
                    <a:gd name="T7" fmla="*/ 0 h 240"/>
                    <a:gd name="T8" fmla="*/ 180 w 300"/>
                    <a:gd name="T9" fmla="*/ 0 h 240"/>
                    <a:gd name="T10" fmla="*/ 300 w 300"/>
                    <a:gd name="T11" fmla="*/ 120 h 240"/>
                    <a:gd name="T12" fmla="*/ 180 w 300"/>
                    <a:gd name="T13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0" h="240">
                      <a:moveTo>
                        <a:pt x="180" y="240"/>
                      </a:move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0" y="0"/>
                        <a:pt x="180" y="0"/>
                        <a:pt x="180" y="0"/>
                      </a:cubicBezTo>
                      <a:cubicBezTo>
                        <a:pt x="247" y="0"/>
                        <a:pt x="300" y="54"/>
                        <a:pt x="300" y="120"/>
                      </a:cubicBezTo>
                      <a:cubicBezTo>
                        <a:pt x="300" y="186"/>
                        <a:pt x="247" y="240"/>
                        <a:pt x="180" y="2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6" name="CLR 0">
                  <a:extLst>
                    <a:ext uri="{FF2B5EF4-FFF2-40B4-BE49-F238E27FC236}">
                      <a16:creationId xmlns:a16="http://schemas.microsoft.com/office/drawing/2014/main" id="{B6E01AE7-77F5-5AC3-7B82-AB1BDEF8580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851776" y="573088"/>
                  <a:ext cx="338138" cy="211138"/>
                </a:xfrm>
                <a:custGeom>
                  <a:avLst/>
                  <a:gdLst>
                    <a:gd name="T0" fmla="*/ 1940 w 2060"/>
                    <a:gd name="T1" fmla="*/ 1286 h 1286"/>
                    <a:gd name="T2" fmla="*/ 1820 w 2060"/>
                    <a:gd name="T3" fmla="*/ 1166 h 1286"/>
                    <a:gd name="T4" fmla="*/ 1820 w 2060"/>
                    <a:gd name="T5" fmla="*/ 240 h 1286"/>
                    <a:gd name="T6" fmla="*/ 240 w 2060"/>
                    <a:gd name="T7" fmla="*/ 240 h 1286"/>
                    <a:gd name="T8" fmla="*/ 240 w 2060"/>
                    <a:gd name="T9" fmla="*/ 1166 h 1286"/>
                    <a:gd name="T10" fmla="*/ 120 w 2060"/>
                    <a:gd name="T11" fmla="*/ 1286 h 1286"/>
                    <a:gd name="T12" fmla="*/ 0 w 2060"/>
                    <a:gd name="T13" fmla="*/ 1166 h 1286"/>
                    <a:gd name="T14" fmla="*/ 0 w 2060"/>
                    <a:gd name="T15" fmla="*/ 120 h 1286"/>
                    <a:gd name="T16" fmla="*/ 120 w 2060"/>
                    <a:gd name="T17" fmla="*/ 0 h 1286"/>
                    <a:gd name="T18" fmla="*/ 1940 w 2060"/>
                    <a:gd name="T19" fmla="*/ 0 h 1286"/>
                    <a:gd name="T20" fmla="*/ 2060 w 2060"/>
                    <a:gd name="T21" fmla="*/ 120 h 1286"/>
                    <a:gd name="T22" fmla="*/ 2060 w 2060"/>
                    <a:gd name="T23" fmla="*/ 1166 h 1286"/>
                    <a:gd name="T24" fmla="*/ 1940 w 2060"/>
                    <a:gd name="T25" fmla="*/ 1286 h 1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60" h="1286">
                      <a:moveTo>
                        <a:pt x="1940" y="1286"/>
                      </a:moveTo>
                      <a:cubicBezTo>
                        <a:pt x="1873" y="1286"/>
                        <a:pt x="1820" y="1232"/>
                        <a:pt x="1820" y="1166"/>
                      </a:cubicBezTo>
                      <a:cubicBezTo>
                        <a:pt x="1820" y="240"/>
                        <a:pt x="1820" y="240"/>
                        <a:pt x="1820" y="240"/>
                      </a:cubicBezTo>
                      <a:cubicBezTo>
                        <a:pt x="240" y="240"/>
                        <a:pt x="240" y="240"/>
                        <a:pt x="240" y="240"/>
                      </a:cubicBezTo>
                      <a:cubicBezTo>
                        <a:pt x="240" y="1166"/>
                        <a:pt x="240" y="1166"/>
                        <a:pt x="240" y="1166"/>
                      </a:cubicBezTo>
                      <a:cubicBezTo>
                        <a:pt x="240" y="1232"/>
                        <a:pt x="187" y="1286"/>
                        <a:pt x="120" y="1286"/>
                      </a:cubicBezTo>
                      <a:cubicBezTo>
                        <a:pt x="54" y="1286"/>
                        <a:pt x="0" y="1232"/>
                        <a:pt x="0" y="116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3"/>
                        <a:pt x="54" y="0"/>
                        <a:pt x="120" y="0"/>
                      </a:cubicBezTo>
                      <a:cubicBezTo>
                        <a:pt x="1940" y="0"/>
                        <a:pt x="1940" y="0"/>
                        <a:pt x="1940" y="0"/>
                      </a:cubicBezTo>
                      <a:cubicBezTo>
                        <a:pt x="2006" y="0"/>
                        <a:pt x="2060" y="53"/>
                        <a:pt x="2060" y="120"/>
                      </a:cubicBezTo>
                      <a:cubicBezTo>
                        <a:pt x="2060" y="1166"/>
                        <a:pt x="2060" y="1166"/>
                        <a:pt x="2060" y="1166"/>
                      </a:cubicBezTo>
                      <a:cubicBezTo>
                        <a:pt x="2060" y="1232"/>
                        <a:pt x="2006" y="1286"/>
                        <a:pt x="1940" y="12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7" name="CLR 0">
                  <a:extLst>
                    <a:ext uri="{FF2B5EF4-FFF2-40B4-BE49-F238E27FC236}">
                      <a16:creationId xmlns:a16="http://schemas.microsoft.com/office/drawing/2014/main" id="{3DF4A8C2-B3B0-8AD6-9CDE-20FCE93AE6C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150226" y="573088"/>
                  <a:ext cx="174625" cy="125413"/>
                </a:xfrm>
                <a:custGeom>
                  <a:avLst/>
                  <a:gdLst>
                    <a:gd name="T0" fmla="*/ 950 w 1070"/>
                    <a:gd name="T1" fmla="*/ 763 h 763"/>
                    <a:gd name="T2" fmla="*/ 830 w 1070"/>
                    <a:gd name="T3" fmla="*/ 643 h 763"/>
                    <a:gd name="T4" fmla="*/ 830 w 1070"/>
                    <a:gd name="T5" fmla="*/ 240 h 763"/>
                    <a:gd name="T6" fmla="*/ 120 w 1070"/>
                    <a:gd name="T7" fmla="*/ 240 h 763"/>
                    <a:gd name="T8" fmla="*/ 0 w 1070"/>
                    <a:gd name="T9" fmla="*/ 120 h 763"/>
                    <a:gd name="T10" fmla="*/ 120 w 1070"/>
                    <a:gd name="T11" fmla="*/ 0 h 763"/>
                    <a:gd name="T12" fmla="*/ 950 w 1070"/>
                    <a:gd name="T13" fmla="*/ 0 h 763"/>
                    <a:gd name="T14" fmla="*/ 1070 w 1070"/>
                    <a:gd name="T15" fmla="*/ 120 h 763"/>
                    <a:gd name="T16" fmla="*/ 1070 w 1070"/>
                    <a:gd name="T17" fmla="*/ 643 h 763"/>
                    <a:gd name="T18" fmla="*/ 950 w 1070"/>
                    <a:gd name="T19" fmla="*/ 763 h 7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0" h="763">
                      <a:moveTo>
                        <a:pt x="950" y="763"/>
                      </a:moveTo>
                      <a:cubicBezTo>
                        <a:pt x="884" y="763"/>
                        <a:pt x="830" y="709"/>
                        <a:pt x="830" y="643"/>
                      </a:cubicBezTo>
                      <a:cubicBezTo>
                        <a:pt x="830" y="240"/>
                        <a:pt x="830" y="240"/>
                        <a:pt x="830" y="240"/>
                      </a:cubicBez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3" y="240"/>
                        <a:pt x="0" y="186"/>
                        <a:pt x="0" y="120"/>
                      </a:cubicBezTo>
                      <a:cubicBezTo>
                        <a:pt x="0" y="53"/>
                        <a:pt x="53" y="0"/>
                        <a:pt x="120" y="0"/>
                      </a:cubicBezTo>
                      <a:cubicBezTo>
                        <a:pt x="950" y="0"/>
                        <a:pt x="950" y="0"/>
                        <a:pt x="950" y="0"/>
                      </a:cubicBezTo>
                      <a:cubicBezTo>
                        <a:pt x="1016" y="0"/>
                        <a:pt x="1070" y="53"/>
                        <a:pt x="1070" y="120"/>
                      </a:cubicBezTo>
                      <a:cubicBezTo>
                        <a:pt x="1070" y="643"/>
                        <a:pt x="1070" y="643"/>
                        <a:pt x="1070" y="643"/>
                      </a:cubicBezTo>
                      <a:cubicBezTo>
                        <a:pt x="1070" y="709"/>
                        <a:pt x="1016" y="763"/>
                        <a:pt x="950" y="7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8" name="CLR 0">
                  <a:extLst>
                    <a:ext uri="{FF2B5EF4-FFF2-40B4-BE49-F238E27FC236}">
                      <a16:creationId xmlns:a16="http://schemas.microsoft.com/office/drawing/2014/main" id="{B24B4DB1-E065-D26D-FF5A-71623389275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920038" y="636588"/>
                  <a:ext cx="39688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7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9" name="CLR 0">
                  <a:extLst>
                    <a:ext uri="{FF2B5EF4-FFF2-40B4-BE49-F238E27FC236}">
                      <a16:creationId xmlns:a16="http://schemas.microsoft.com/office/drawing/2014/main" id="{2A02759A-563E-0A3A-136A-2F18BC941F0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999413" y="636588"/>
                  <a:ext cx="39688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6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6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CLR 0">
                  <a:extLst>
                    <a:ext uri="{FF2B5EF4-FFF2-40B4-BE49-F238E27FC236}">
                      <a16:creationId xmlns:a16="http://schemas.microsoft.com/office/drawing/2014/main" id="{693076F9-8F0C-C5A9-2665-393154A7E2C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080376" y="636588"/>
                  <a:ext cx="38100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7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CLR 0">
                  <a:extLst>
                    <a:ext uri="{FF2B5EF4-FFF2-40B4-BE49-F238E27FC236}">
                      <a16:creationId xmlns:a16="http://schemas.microsoft.com/office/drawing/2014/main" id="{98C6EB92-6F0A-2D55-3EB5-4E7DDAAD636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851776" y="401638"/>
                  <a:ext cx="338138" cy="211138"/>
                </a:xfrm>
                <a:custGeom>
                  <a:avLst/>
                  <a:gdLst>
                    <a:gd name="T0" fmla="*/ 1940 w 2060"/>
                    <a:gd name="T1" fmla="*/ 1287 h 1287"/>
                    <a:gd name="T2" fmla="*/ 1820 w 2060"/>
                    <a:gd name="T3" fmla="*/ 1167 h 1287"/>
                    <a:gd name="T4" fmla="*/ 1820 w 2060"/>
                    <a:gd name="T5" fmla="*/ 240 h 1287"/>
                    <a:gd name="T6" fmla="*/ 240 w 2060"/>
                    <a:gd name="T7" fmla="*/ 240 h 1287"/>
                    <a:gd name="T8" fmla="*/ 240 w 2060"/>
                    <a:gd name="T9" fmla="*/ 1167 h 1287"/>
                    <a:gd name="T10" fmla="*/ 120 w 2060"/>
                    <a:gd name="T11" fmla="*/ 1287 h 1287"/>
                    <a:gd name="T12" fmla="*/ 0 w 2060"/>
                    <a:gd name="T13" fmla="*/ 1167 h 1287"/>
                    <a:gd name="T14" fmla="*/ 0 w 2060"/>
                    <a:gd name="T15" fmla="*/ 120 h 1287"/>
                    <a:gd name="T16" fmla="*/ 120 w 2060"/>
                    <a:gd name="T17" fmla="*/ 0 h 1287"/>
                    <a:gd name="T18" fmla="*/ 1940 w 2060"/>
                    <a:gd name="T19" fmla="*/ 0 h 1287"/>
                    <a:gd name="T20" fmla="*/ 2060 w 2060"/>
                    <a:gd name="T21" fmla="*/ 120 h 1287"/>
                    <a:gd name="T22" fmla="*/ 2060 w 2060"/>
                    <a:gd name="T23" fmla="*/ 1167 h 1287"/>
                    <a:gd name="T24" fmla="*/ 1940 w 2060"/>
                    <a:gd name="T25" fmla="*/ 1287 h 1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60" h="1287">
                      <a:moveTo>
                        <a:pt x="1940" y="1287"/>
                      </a:moveTo>
                      <a:cubicBezTo>
                        <a:pt x="1873" y="1287"/>
                        <a:pt x="1820" y="1233"/>
                        <a:pt x="1820" y="1167"/>
                      </a:cubicBezTo>
                      <a:cubicBezTo>
                        <a:pt x="1820" y="240"/>
                        <a:pt x="1820" y="240"/>
                        <a:pt x="1820" y="240"/>
                      </a:cubicBezTo>
                      <a:cubicBezTo>
                        <a:pt x="240" y="240"/>
                        <a:pt x="240" y="240"/>
                        <a:pt x="240" y="240"/>
                      </a:cubicBezTo>
                      <a:cubicBezTo>
                        <a:pt x="240" y="1167"/>
                        <a:pt x="240" y="1167"/>
                        <a:pt x="240" y="1167"/>
                      </a:cubicBezTo>
                      <a:cubicBezTo>
                        <a:pt x="240" y="1233"/>
                        <a:pt x="187" y="1287"/>
                        <a:pt x="120" y="1287"/>
                      </a:cubicBezTo>
                      <a:cubicBezTo>
                        <a:pt x="54" y="1287"/>
                        <a:pt x="0" y="1233"/>
                        <a:pt x="0" y="1167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940" y="0"/>
                        <a:pt x="1940" y="0"/>
                        <a:pt x="1940" y="0"/>
                      </a:cubicBezTo>
                      <a:cubicBezTo>
                        <a:pt x="2006" y="0"/>
                        <a:pt x="2060" y="54"/>
                        <a:pt x="2060" y="120"/>
                      </a:cubicBezTo>
                      <a:cubicBezTo>
                        <a:pt x="2060" y="1167"/>
                        <a:pt x="2060" y="1167"/>
                        <a:pt x="2060" y="1167"/>
                      </a:cubicBezTo>
                      <a:cubicBezTo>
                        <a:pt x="2060" y="1233"/>
                        <a:pt x="2006" y="1287"/>
                        <a:pt x="1940" y="128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CLR 0">
                  <a:extLst>
                    <a:ext uri="{FF2B5EF4-FFF2-40B4-BE49-F238E27FC236}">
                      <a16:creationId xmlns:a16="http://schemas.microsoft.com/office/drawing/2014/main" id="{6D5D3347-5DEF-F66E-DD77-A5FDD0510A9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150226" y="401638"/>
                  <a:ext cx="174625" cy="211138"/>
                </a:xfrm>
                <a:custGeom>
                  <a:avLst/>
                  <a:gdLst>
                    <a:gd name="T0" fmla="*/ 950 w 1070"/>
                    <a:gd name="T1" fmla="*/ 1287 h 1287"/>
                    <a:gd name="T2" fmla="*/ 830 w 1070"/>
                    <a:gd name="T3" fmla="*/ 1167 h 1287"/>
                    <a:gd name="T4" fmla="*/ 830 w 1070"/>
                    <a:gd name="T5" fmla="*/ 240 h 1287"/>
                    <a:gd name="T6" fmla="*/ 120 w 1070"/>
                    <a:gd name="T7" fmla="*/ 240 h 1287"/>
                    <a:gd name="T8" fmla="*/ 0 w 1070"/>
                    <a:gd name="T9" fmla="*/ 120 h 1287"/>
                    <a:gd name="T10" fmla="*/ 120 w 1070"/>
                    <a:gd name="T11" fmla="*/ 0 h 1287"/>
                    <a:gd name="T12" fmla="*/ 950 w 1070"/>
                    <a:gd name="T13" fmla="*/ 0 h 1287"/>
                    <a:gd name="T14" fmla="*/ 1070 w 1070"/>
                    <a:gd name="T15" fmla="*/ 120 h 1287"/>
                    <a:gd name="T16" fmla="*/ 1070 w 1070"/>
                    <a:gd name="T17" fmla="*/ 1167 h 1287"/>
                    <a:gd name="T18" fmla="*/ 950 w 1070"/>
                    <a:gd name="T19" fmla="*/ 1287 h 1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0" h="1287">
                      <a:moveTo>
                        <a:pt x="950" y="1287"/>
                      </a:moveTo>
                      <a:cubicBezTo>
                        <a:pt x="884" y="1287"/>
                        <a:pt x="830" y="1233"/>
                        <a:pt x="830" y="1167"/>
                      </a:cubicBezTo>
                      <a:cubicBezTo>
                        <a:pt x="830" y="240"/>
                        <a:pt x="830" y="240"/>
                        <a:pt x="830" y="240"/>
                      </a:cubicBez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3" y="240"/>
                        <a:pt x="0" y="187"/>
                        <a:pt x="0" y="120"/>
                      </a:cubicBezTo>
                      <a:cubicBezTo>
                        <a:pt x="0" y="54"/>
                        <a:pt x="53" y="0"/>
                        <a:pt x="120" y="0"/>
                      </a:cubicBezTo>
                      <a:cubicBezTo>
                        <a:pt x="950" y="0"/>
                        <a:pt x="950" y="0"/>
                        <a:pt x="950" y="0"/>
                      </a:cubicBezTo>
                      <a:cubicBezTo>
                        <a:pt x="1016" y="0"/>
                        <a:pt x="1070" y="54"/>
                        <a:pt x="1070" y="120"/>
                      </a:cubicBezTo>
                      <a:cubicBezTo>
                        <a:pt x="1070" y="1167"/>
                        <a:pt x="1070" y="1167"/>
                        <a:pt x="1070" y="1167"/>
                      </a:cubicBezTo>
                      <a:cubicBezTo>
                        <a:pt x="1070" y="1233"/>
                        <a:pt x="1016" y="1287"/>
                        <a:pt x="950" y="128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CLR 0">
                  <a:extLst>
                    <a:ext uri="{FF2B5EF4-FFF2-40B4-BE49-F238E27FC236}">
                      <a16:creationId xmlns:a16="http://schemas.microsoft.com/office/drawing/2014/main" id="{8FD3FEFC-1200-5FC1-378D-FA3F80AB7CF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920038" y="465138"/>
                  <a:ext cx="39688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7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CLR 0">
                  <a:extLst>
                    <a:ext uri="{FF2B5EF4-FFF2-40B4-BE49-F238E27FC236}">
                      <a16:creationId xmlns:a16="http://schemas.microsoft.com/office/drawing/2014/main" id="{AF906FA0-0D96-9618-8740-8085FDDF82B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999413" y="465138"/>
                  <a:ext cx="39688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6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6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CLR 0">
                  <a:extLst>
                    <a:ext uri="{FF2B5EF4-FFF2-40B4-BE49-F238E27FC236}">
                      <a16:creationId xmlns:a16="http://schemas.microsoft.com/office/drawing/2014/main" id="{D03A90B9-356C-E838-3360-0EB0DF66C3CC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080376" y="465138"/>
                  <a:ext cx="38100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7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4" name="CLR 0">
                  <a:extLst>
                    <a:ext uri="{FF2B5EF4-FFF2-40B4-BE49-F238E27FC236}">
                      <a16:creationId xmlns:a16="http://schemas.microsoft.com/office/drawing/2014/main" id="{295D9249-2B35-1586-821B-81F0EC8C226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851776" y="230188"/>
                  <a:ext cx="338138" cy="209550"/>
                </a:xfrm>
                <a:custGeom>
                  <a:avLst/>
                  <a:gdLst>
                    <a:gd name="T0" fmla="*/ 1940 w 2060"/>
                    <a:gd name="T1" fmla="*/ 1286 h 1286"/>
                    <a:gd name="T2" fmla="*/ 1820 w 2060"/>
                    <a:gd name="T3" fmla="*/ 1166 h 1286"/>
                    <a:gd name="T4" fmla="*/ 1820 w 2060"/>
                    <a:gd name="T5" fmla="*/ 240 h 1286"/>
                    <a:gd name="T6" fmla="*/ 240 w 2060"/>
                    <a:gd name="T7" fmla="*/ 240 h 1286"/>
                    <a:gd name="T8" fmla="*/ 240 w 2060"/>
                    <a:gd name="T9" fmla="*/ 1166 h 1286"/>
                    <a:gd name="T10" fmla="*/ 120 w 2060"/>
                    <a:gd name="T11" fmla="*/ 1286 h 1286"/>
                    <a:gd name="T12" fmla="*/ 0 w 2060"/>
                    <a:gd name="T13" fmla="*/ 1166 h 1286"/>
                    <a:gd name="T14" fmla="*/ 0 w 2060"/>
                    <a:gd name="T15" fmla="*/ 120 h 1286"/>
                    <a:gd name="T16" fmla="*/ 120 w 2060"/>
                    <a:gd name="T17" fmla="*/ 0 h 1286"/>
                    <a:gd name="T18" fmla="*/ 1940 w 2060"/>
                    <a:gd name="T19" fmla="*/ 0 h 1286"/>
                    <a:gd name="T20" fmla="*/ 2060 w 2060"/>
                    <a:gd name="T21" fmla="*/ 120 h 1286"/>
                    <a:gd name="T22" fmla="*/ 2060 w 2060"/>
                    <a:gd name="T23" fmla="*/ 1166 h 1286"/>
                    <a:gd name="T24" fmla="*/ 1940 w 2060"/>
                    <a:gd name="T25" fmla="*/ 1286 h 1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060" h="1286">
                      <a:moveTo>
                        <a:pt x="1940" y="1286"/>
                      </a:moveTo>
                      <a:cubicBezTo>
                        <a:pt x="1873" y="1286"/>
                        <a:pt x="1820" y="1233"/>
                        <a:pt x="1820" y="1166"/>
                      </a:cubicBezTo>
                      <a:cubicBezTo>
                        <a:pt x="1820" y="240"/>
                        <a:pt x="1820" y="240"/>
                        <a:pt x="1820" y="240"/>
                      </a:cubicBezTo>
                      <a:cubicBezTo>
                        <a:pt x="240" y="240"/>
                        <a:pt x="240" y="240"/>
                        <a:pt x="240" y="240"/>
                      </a:cubicBezTo>
                      <a:cubicBezTo>
                        <a:pt x="240" y="1166"/>
                        <a:pt x="240" y="1166"/>
                        <a:pt x="240" y="1166"/>
                      </a:cubicBezTo>
                      <a:cubicBezTo>
                        <a:pt x="240" y="1233"/>
                        <a:pt x="187" y="1286"/>
                        <a:pt x="120" y="1286"/>
                      </a:cubicBezTo>
                      <a:cubicBezTo>
                        <a:pt x="54" y="1286"/>
                        <a:pt x="0" y="1233"/>
                        <a:pt x="0" y="116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940" y="0"/>
                        <a:pt x="1940" y="0"/>
                        <a:pt x="1940" y="0"/>
                      </a:cubicBezTo>
                      <a:cubicBezTo>
                        <a:pt x="2006" y="0"/>
                        <a:pt x="2060" y="54"/>
                        <a:pt x="2060" y="120"/>
                      </a:cubicBezTo>
                      <a:cubicBezTo>
                        <a:pt x="2060" y="1166"/>
                        <a:pt x="2060" y="1166"/>
                        <a:pt x="2060" y="1166"/>
                      </a:cubicBezTo>
                      <a:cubicBezTo>
                        <a:pt x="2060" y="1233"/>
                        <a:pt x="2006" y="1286"/>
                        <a:pt x="1940" y="12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5" name="CLR 0">
                  <a:extLst>
                    <a:ext uri="{FF2B5EF4-FFF2-40B4-BE49-F238E27FC236}">
                      <a16:creationId xmlns:a16="http://schemas.microsoft.com/office/drawing/2014/main" id="{65BE25D9-1A8C-918D-D8EB-E89E3C38D472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150226" y="230188"/>
                  <a:ext cx="174625" cy="209550"/>
                </a:xfrm>
                <a:custGeom>
                  <a:avLst/>
                  <a:gdLst>
                    <a:gd name="T0" fmla="*/ 950 w 1070"/>
                    <a:gd name="T1" fmla="*/ 1286 h 1286"/>
                    <a:gd name="T2" fmla="*/ 830 w 1070"/>
                    <a:gd name="T3" fmla="*/ 1166 h 1286"/>
                    <a:gd name="T4" fmla="*/ 830 w 1070"/>
                    <a:gd name="T5" fmla="*/ 240 h 1286"/>
                    <a:gd name="T6" fmla="*/ 120 w 1070"/>
                    <a:gd name="T7" fmla="*/ 240 h 1286"/>
                    <a:gd name="T8" fmla="*/ 0 w 1070"/>
                    <a:gd name="T9" fmla="*/ 120 h 1286"/>
                    <a:gd name="T10" fmla="*/ 120 w 1070"/>
                    <a:gd name="T11" fmla="*/ 0 h 1286"/>
                    <a:gd name="T12" fmla="*/ 950 w 1070"/>
                    <a:gd name="T13" fmla="*/ 0 h 1286"/>
                    <a:gd name="T14" fmla="*/ 1070 w 1070"/>
                    <a:gd name="T15" fmla="*/ 120 h 1286"/>
                    <a:gd name="T16" fmla="*/ 1070 w 1070"/>
                    <a:gd name="T17" fmla="*/ 1166 h 1286"/>
                    <a:gd name="T18" fmla="*/ 950 w 1070"/>
                    <a:gd name="T19" fmla="*/ 1286 h 1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70" h="1286">
                      <a:moveTo>
                        <a:pt x="950" y="1286"/>
                      </a:moveTo>
                      <a:cubicBezTo>
                        <a:pt x="884" y="1286"/>
                        <a:pt x="830" y="1233"/>
                        <a:pt x="830" y="1166"/>
                      </a:cubicBezTo>
                      <a:cubicBezTo>
                        <a:pt x="830" y="240"/>
                        <a:pt x="830" y="240"/>
                        <a:pt x="830" y="240"/>
                      </a:cubicBez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3" y="240"/>
                        <a:pt x="0" y="186"/>
                        <a:pt x="0" y="120"/>
                      </a:cubicBezTo>
                      <a:cubicBezTo>
                        <a:pt x="0" y="54"/>
                        <a:pt x="53" y="0"/>
                        <a:pt x="120" y="0"/>
                      </a:cubicBezTo>
                      <a:cubicBezTo>
                        <a:pt x="950" y="0"/>
                        <a:pt x="950" y="0"/>
                        <a:pt x="950" y="0"/>
                      </a:cubicBezTo>
                      <a:cubicBezTo>
                        <a:pt x="1016" y="0"/>
                        <a:pt x="1070" y="54"/>
                        <a:pt x="1070" y="120"/>
                      </a:cubicBezTo>
                      <a:cubicBezTo>
                        <a:pt x="1070" y="1166"/>
                        <a:pt x="1070" y="1166"/>
                        <a:pt x="1070" y="1166"/>
                      </a:cubicBezTo>
                      <a:cubicBezTo>
                        <a:pt x="1070" y="1233"/>
                        <a:pt x="1016" y="1286"/>
                        <a:pt x="950" y="12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CLR 0">
                  <a:extLst>
                    <a:ext uri="{FF2B5EF4-FFF2-40B4-BE49-F238E27FC236}">
                      <a16:creationId xmlns:a16="http://schemas.microsoft.com/office/drawing/2014/main" id="{DE34E2DB-004D-B264-B49C-8B0501F008C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358188" y="401638"/>
                  <a:ext cx="168275" cy="211138"/>
                </a:xfrm>
                <a:custGeom>
                  <a:avLst/>
                  <a:gdLst>
                    <a:gd name="T0" fmla="*/ 902 w 1022"/>
                    <a:gd name="T1" fmla="*/ 1287 h 1287"/>
                    <a:gd name="T2" fmla="*/ 782 w 1022"/>
                    <a:gd name="T3" fmla="*/ 1167 h 1287"/>
                    <a:gd name="T4" fmla="*/ 782 w 1022"/>
                    <a:gd name="T5" fmla="*/ 240 h 1287"/>
                    <a:gd name="T6" fmla="*/ 120 w 1022"/>
                    <a:gd name="T7" fmla="*/ 240 h 1287"/>
                    <a:gd name="T8" fmla="*/ 0 w 1022"/>
                    <a:gd name="T9" fmla="*/ 120 h 1287"/>
                    <a:gd name="T10" fmla="*/ 120 w 1022"/>
                    <a:gd name="T11" fmla="*/ 0 h 1287"/>
                    <a:gd name="T12" fmla="*/ 902 w 1022"/>
                    <a:gd name="T13" fmla="*/ 0 h 1287"/>
                    <a:gd name="T14" fmla="*/ 1022 w 1022"/>
                    <a:gd name="T15" fmla="*/ 120 h 1287"/>
                    <a:gd name="T16" fmla="*/ 1022 w 1022"/>
                    <a:gd name="T17" fmla="*/ 1167 h 1287"/>
                    <a:gd name="T18" fmla="*/ 902 w 1022"/>
                    <a:gd name="T19" fmla="*/ 1287 h 1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22" h="1287">
                      <a:moveTo>
                        <a:pt x="902" y="1287"/>
                      </a:moveTo>
                      <a:cubicBezTo>
                        <a:pt x="836" y="1287"/>
                        <a:pt x="782" y="1233"/>
                        <a:pt x="782" y="1167"/>
                      </a:cubicBezTo>
                      <a:cubicBezTo>
                        <a:pt x="782" y="240"/>
                        <a:pt x="782" y="240"/>
                        <a:pt x="782" y="240"/>
                      </a:cubicBez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7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902" y="0"/>
                        <a:pt x="902" y="0"/>
                        <a:pt x="902" y="0"/>
                      </a:cubicBezTo>
                      <a:cubicBezTo>
                        <a:pt x="968" y="0"/>
                        <a:pt x="1022" y="54"/>
                        <a:pt x="1022" y="120"/>
                      </a:cubicBezTo>
                      <a:cubicBezTo>
                        <a:pt x="1022" y="1167"/>
                        <a:pt x="1022" y="1167"/>
                        <a:pt x="1022" y="1167"/>
                      </a:cubicBezTo>
                      <a:cubicBezTo>
                        <a:pt x="1022" y="1233"/>
                        <a:pt x="968" y="1287"/>
                        <a:pt x="902" y="128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CLR 0">
                  <a:extLst>
                    <a:ext uri="{FF2B5EF4-FFF2-40B4-BE49-F238E27FC236}">
                      <a16:creationId xmlns:a16="http://schemas.microsoft.com/office/drawing/2014/main" id="{F2B0CA77-6DBB-A66A-2E13-2495B1859AE9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358188" y="230188"/>
                  <a:ext cx="168275" cy="209550"/>
                </a:xfrm>
                <a:custGeom>
                  <a:avLst/>
                  <a:gdLst>
                    <a:gd name="T0" fmla="*/ 902 w 1022"/>
                    <a:gd name="T1" fmla="*/ 1286 h 1286"/>
                    <a:gd name="T2" fmla="*/ 782 w 1022"/>
                    <a:gd name="T3" fmla="*/ 1166 h 1286"/>
                    <a:gd name="T4" fmla="*/ 782 w 1022"/>
                    <a:gd name="T5" fmla="*/ 240 h 1286"/>
                    <a:gd name="T6" fmla="*/ 120 w 1022"/>
                    <a:gd name="T7" fmla="*/ 240 h 1286"/>
                    <a:gd name="T8" fmla="*/ 0 w 1022"/>
                    <a:gd name="T9" fmla="*/ 120 h 1286"/>
                    <a:gd name="T10" fmla="*/ 120 w 1022"/>
                    <a:gd name="T11" fmla="*/ 0 h 1286"/>
                    <a:gd name="T12" fmla="*/ 902 w 1022"/>
                    <a:gd name="T13" fmla="*/ 0 h 1286"/>
                    <a:gd name="T14" fmla="*/ 1022 w 1022"/>
                    <a:gd name="T15" fmla="*/ 120 h 1286"/>
                    <a:gd name="T16" fmla="*/ 1022 w 1022"/>
                    <a:gd name="T17" fmla="*/ 1166 h 1286"/>
                    <a:gd name="T18" fmla="*/ 902 w 1022"/>
                    <a:gd name="T19" fmla="*/ 1286 h 1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22" h="1286">
                      <a:moveTo>
                        <a:pt x="902" y="1286"/>
                      </a:moveTo>
                      <a:cubicBezTo>
                        <a:pt x="836" y="1286"/>
                        <a:pt x="782" y="1233"/>
                        <a:pt x="782" y="1166"/>
                      </a:cubicBezTo>
                      <a:cubicBezTo>
                        <a:pt x="782" y="240"/>
                        <a:pt x="782" y="240"/>
                        <a:pt x="782" y="240"/>
                      </a:cubicBez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54" y="240"/>
                        <a:pt x="0" y="186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902" y="0"/>
                        <a:pt x="902" y="0"/>
                        <a:pt x="902" y="0"/>
                      </a:cubicBezTo>
                      <a:cubicBezTo>
                        <a:pt x="968" y="0"/>
                        <a:pt x="1022" y="54"/>
                        <a:pt x="1022" y="120"/>
                      </a:cubicBezTo>
                      <a:cubicBezTo>
                        <a:pt x="1022" y="1166"/>
                        <a:pt x="1022" y="1166"/>
                        <a:pt x="1022" y="1166"/>
                      </a:cubicBezTo>
                      <a:cubicBezTo>
                        <a:pt x="1022" y="1233"/>
                        <a:pt x="968" y="1286"/>
                        <a:pt x="902" y="12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CLR 0">
                  <a:extLst>
                    <a:ext uri="{FF2B5EF4-FFF2-40B4-BE49-F238E27FC236}">
                      <a16:creationId xmlns:a16="http://schemas.microsoft.com/office/drawing/2014/main" id="{0926CAEA-2727-B46C-84E9-2845D59EE115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920038" y="293688"/>
                  <a:ext cx="39688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7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CLR 0">
                  <a:extLst>
                    <a:ext uri="{FF2B5EF4-FFF2-40B4-BE49-F238E27FC236}">
                      <a16:creationId xmlns:a16="http://schemas.microsoft.com/office/drawing/2014/main" id="{13F3CA30-5EB4-5E69-0D7B-DC96206373D7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999413" y="293688"/>
                  <a:ext cx="39688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6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6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3" name="CLR 0">
                  <a:extLst>
                    <a:ext uri="{FF2B5EF4-FFF2-40B4-BE49-F238E27FC236}">
                      <a16:creationId xmlns:a16="http://schemas.microsoft.com/office/drawing/2014/main" id="{F26088C4-AF06-3723-E92C-89252FD41ECB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8080376" y="293688"/>
                  <a:ext cx="38100" cy="90488"/>
                </a:xfrm>
                <a:custGeom>
                  <a:avLst/>
                  <a:gdLst>
                    <a:gd name="T0" fmla="*/ 120 w 240"/>
                    <a:gd name="T1" fmla="*/ 556 h 556"/>
                    <a:gd name="T2" fmla="*/ 0 w 240"/>
                    <a:gd name="T3" fmla="*/ 436 h 556"/>
                    <a:gd name="T4" fmla="*/ 0 w 240"/>
                    <a:gd name="T5" fmla="*/ 120 h 556"/>
                    <a:gd name="T6" fmla="*/ 120 w 240"/>
                    <a:gd name="T7" fmla="*/ 0 h 556"/>
                    <a:gd name="T8" fmla="*/ 240 w 240"/>
                    <a:gd name="T9" fmla="*/ 120 h 556"/>
                    <a:gd name="T10" fmla="*/ 240 w 240"/>
                    <a:gd name="T11" fmla="*/ 436 h 556"/>
                    <a:gd name="T12" fmla="*/ 120 w 240"/>
                    <a:gd name="T13" fmla="*/ 556 h 5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0" h="556">
                      <a:moveTo>
                        <a:pt x="120" y="556"/>
                      </a:moveTo>
                      <a:cubicBezTo>
                        <a:pt x="54" y="556"/>
                        <a:pt x="0" y="502"/>
                        <a:pt x="0" y="436"/>
                      </a:cubicBezTo>
                      <a:cubicBezTo>
                        <a:pt x="0" y="120"/>
                        <a:pt x="0" y="120"/>
                        <a:pt x="0" y="120"/>
                      </a:cubicBezTo>
                      <a:cubicBezTo>
                        <a:pt x="0" y="54"/>
                        <a:pt x="54" y="0"/>
                        <a:pt x="120" y="0"/>
                      </a:cubicBezTo>
                      <a:cubicBezTo>
                        <a:pt x="187" y="0"/>
                        <a:pt x="240" y="54"/>
                        <a:pt x="240" y="120"/>
                      </a:cubicBezTo>
                      <a:cubicBezTo>
                        <a:pt x="240" y="436"/>
                        <a:pt x="240" y="436"/>
                        <a:pt x="240" y="436"/>
                      </a:cubicBezTo>
                      <a:cubicBezTo>
                        <a:pt x="240" y="502"/>
                        <a:pt x="187" y="556"/>
                        <a:pt x="120" y="5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4" name="CLR 0">
                  <a:extLst>
                    <a:ext uri="{FF2B5EF4-FFF2-40B4-BE49-F238E27FC236}">
                      <a16:creationId xmlns:a16="http://schemas.microsoft.com/office/drawing/2014/main" id="{E0FB91FD-23EB-9FC0-42A4-4C68E1E3F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8377238" y="830263"/>
                  <a:ext cx="52388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5" name="CLR 0">
                  <a:extLst>
                    <a:ext uri="{FF2B5EF4-FFF2-40B4-BE49-F238E27FC236}">
                      <a16:creationId xmlns:a16="http://schemas.microsoft.com/office/drawing/2014/main" id="{72C3C575-07DF-CD36-C8EE-66BC42523B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8488363" y="830263"/>
                  <a:ext cx="52388" cy="52388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7" name="CLR 0">
                  <a:extLst>
                    <a:ext uri="{FF2B5EF4-FFF2-40B4-BE49-F238E27FC236}">
                      <a16:creationId xmlns:a16="http://schemas.microsoft.com/office/drawing/2014/main" id="{170A5C16-91C0-DF39-D2F6-DCB6B53ABA0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670801" y="1135063"/>
                  <a:ext cx="857250" cy="92075"/>
                </a:xfrm>
                <a:custGeom>
                  <a:avLst/>
                  <a:gdLst>
                    <a:gd name="T0" fmla="*/ 5115 w 5235"/>
                    <a:gd name="T1" fmla="*/ 560 h 560"/>
                    <a:gd name="T2" fmla="*/ 4436 w 5235"/>
                    <a:gd name="T3" fmla="*/ 387 h 560"/>
                    <a:gd name="T4" fmla="*/ 3866 w 5235"/>
                    <a:gd name="T5" fmla="*/ 240 h 560"/>
                    <a:gd name="T6" fmla="*/ 3296 w 5235"/>
                    <a:gd name="T7" fmla="*/ 387 h 560"/>
                    <a:gd name="T8" fmla="*/ 2617 w 5235"/>
                    <a:gd name="T9" fmla="*/ 560 h 560"/>
                    <a:gd name="T10" fmla="*/ 1938 w 5235"/>
                    <a:gd name="T11" fmla="*/ 387 h 560"/>
                    <a:gd name="T12" fmla="*/ 1368 w 5235"/>
                    <a:gd name="T13" fmla="*/ 240 h 560"/>
                    <a:gd name="T14" fmla="*/ 799 w 5235"/>
                    <a:gd name="T15" fmla="*/ 387 h 560"/>
                    <a:gd name="T16" fmla="*/ 120 w 5235"/>
                    <a:gd name="T17" fmla="*/ 560 h 560"/>
                    <a:gd name="T18" fmla="*/ 0 w 5235"/>
                    <a:gd name="T19" fmla="*/ 440 h 560"/>
                    <a:gd name="T20" fmla="*/ 120 w 5235"/>
                    <a:gd name="T21" fmla="*/ 320 h 560"/>
                    <a:gd name="T22" fmla="*/ 689 w 5235"/>
                    <a:gd name="T23" fmla="*/ 173 h 560"/>
                    <a:gd name="T24" fmla="*/ 1368 w 5235"/>
                    <a:gd name="T25" fmla="*/ 0 h 560"/>
                    <a:gd name="T26" fmla="*/ 2048 w 5235"/>
                    <a:gd name="T27" fmla="*/ 173 h 560"/>
                    <a:gd name="T28" fmla="*/ 2617 w 5235"/>
                    <a:gd name="T29" fmla="*/ 320 h 560"/>
                    <a:gd name="T30" fmla="*/ 3187 w 5235"/>
                    <a:gd name="T31" fmla="*/ 173 h 560"/>
                    <a:gd name="T32" fmla="*/ 3866 w 5235"/>
                    <a:gd name="T33" fmla="*/ 0 h 560"/>
                    <a:gd name="T34" fmla="*/ 4545 w 5235"/>
                    <a:gd name="T35" fmla="*/ 173 h 560"/>
                    <a:gd name="T36" fmla="*/ 5115 w 5235"/>
                    <a:gd name="T37" fmla="*/ 320 h 560"/>
                    <a:gd name="T38" fmla="*/ 5235 w 5235"/>
                    <a:gd name="T39" fmla="*/ 440 h 560"/>
                    <a:gd name="T40" fmla="*/ 5115 w 5235"/>
                    <a:gd name="T41" fmla="*/ 560 h 5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5235" h="560">
                      <a:moveTo>
                        <a:pt x="5115" y="560"/>
                      </a:moveTo>
                      <a:cubicBezTo>
                        <a:pt x="4774" y="560"/>
                        <a:pt x="4594" y="468"/>
                        <a:pt x="4436" y="387"/>
                      </a:cubicBezTo>
                      <a:cubicBezTo>
                        <a:pt x="4282" y="308"/>
                        <a:pt x="4149" y="240"/>
                        <a:pt x="3866" y="240"/>
                      </a:cubicBezTo>
                      <a:cubicBezTo>
                        <a:pt x="3583" y="240"/>
                        <a:pt x="3450" y="308"/>
                        <a:pt x="3296" y="387"/>
                      </a:cubicBezTo>
                      <a:cubicBezTo>
                        <a:pt x="3138" y="468"/>
                        <a:pt x="2958" y="560"/>
                        <a:pt x="2617" y="560"/>
                      </a:cubicBezTo>
                      <a:cubicBezTo>
                        <a:pt x="2276" y="560"/>
                        <a:pt x="2096" y="468"/>
                        <a:pt x="1938" y="387"/>
                      </a:cubicBezTo>
                      <a:cubicBezTo>
                        <a:pt x="1784" y="308"/>
                        <a:pt x="1652" y="240"/>
                        <a:pt x="1368" y="240"/>
                      </a:cubicBezTo>
                      <a:cubicBezTo>
                        <a:pt x="1085" y="240"/>
                        <a:pt x="952" y="308"/>
                        <a:pt x="799" y="387"/>
                      </a:cubicBezTo>
                      <a:cubicBezTo>
                        <a:pt x="640" y="468"/>
                        <a:pt x="461" y="560"/>
                        <a:pt x="120" y="560"/>
                      </a:cubicBezTo>
                      <a:cubicBezTo>
                        <a:pt x="53" y="560"/>
                        <a:pt x="0" y="506"/>
                        <a:pt x="0" y="440"/>
                      </a:cubicBezTo>
                      <a:cubicBezTo>
                        <a:pt x="0" y="374"/>
                        <a:pt x="53" y="320"/>
                        <a:pt x="120" y="320"/>
                      </a:cubicBezTo>
                      <a:cubicBezTo>
                        <a:pt x="403" y="320"/>
                        <a:pt x="536" y="252"/>
                        <a:pt x="689" y="173"/>
                      </a:cubicBezTo>
                      <a:cubicBezTo>
                        <a:pt x="848" y="92"/>
                        <a:pt x="1027" y="0"/>
                        <a:pt x="1368" y="0"/>
                      </a:cubicBezTo>
                      <a:cubicBezTo>
                        <a:pt x="1710" y="0"/>
                        <a:pt x="1889" y="92"/>
                        <a:pt x="2048" y="173"/>
                      </a:cubicBezTo>
                      <a:cubicBezTo>
                        <a:pt x="2201" y="252"/>
                        <a:pt x="2334" y="320"/>
                        <a:pt x="2617" y="320"/>
                      </a:cubicBezTo>
                      <a:cubicBezTo>
                        <a:pt x="2900" y="320"/>
                        <a:pt x="3033" y="252"/>
                        <a:pt x="3187" y="173"/>
                      </a:cubicBezTo>
                      <a:cubicBezTo>
                        <a:pt x="3345" y="92"/>
                        <a:pt x="3525" y="0"/>
                        <a:pt x="3866" y="0"/>
                      </a:cubicBezTo>
                      <a:cubicBezTo>
                        <a:pt x="4207" y="0"/>
                        <a:pt x="4387" y="92"/>
                        <a:pt x="4545" y="173"/>
                      </a:cubicBezTo>
                      <a:cubicBezTo>
                        <a:pt x="4699" y="252"/>
                        <a:pt x="4832" y="320"/>
                        <a:pt x="5115" y="320"/>
                      </a:cubicBezTo>
                      <a:cubicBezTo>
                        <a:pt x="5181" y="320"/>
                        <a:pt x="5235" y="374"/>
                        <a:pt x="5235" y="440"/>
                      </a:cubicBezTo>
                      <a:cubicBezTo>
                        <a:pt x="5235" y="506"/>
                        <a:pt x="5181" y="560"/>
                        <a:pt x="5115" y="56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9" name="CLR 0">
                  <a:extLst>
                    <a:ext uri="{FF2B5EF4-FFF2-40B4-BE49-F238E27FC236}">
                      <a16:creationId xmlns:a16="http://schemas.microsoft.com/office/drawing/2014/main" id="{F364231A-EB21-D6A3-D1DD-13D38D96B376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7429501" y="573088"/>
                  <a:ext cx="1308100" cy="442913"/>
                </a:xfrm>
                <a:custGeom>
                  <a:avLst/>
                  <a:gdLst>
                    <a:gd name="T0" fmla="*/ 6883 w 7985"/>
                    <a:gd name="T1" fmla="*/ 2703 h 2703"/>
                    <a:gd name="T2" fmla="*/ 6802 w 7985"/>
                    <a:gd name="T3" fmla="*/ 2672 h 2703"/>
                    <a:gd name="T4" fmla="*/ 6794 w 7985"/>
                    <a:gd name="T5" fmla="*/ 2502 h 2703"/>
                    <a:gd name="T6" fmla="*/ 7736 w 7985"/>
                    <a:gd name="T7" fmla="*/ 243 h 2703"/>
                    <a:gd name="T8" fmla="*/ 5777 w 7985"/>
                    <a:gd name="T9" fmla="*/ 277 h 2703"/>
                    <a:gd name="T10" fmla="*/ 5100 w 7985"/>
                    <a:gd name="T11" fmla="*/ 1236 h 2703"/>
                    <a:gd name="T12" fmla="*/ 5002 w 7985"/>
                    <a:gd name="T13" fmla="*/ 1287 h 2703"/>
                    <a:gd name="T14" fmla="*/ 322 w 7985"/>
                    <a:gd name="T15" fmla="*/ 1287 h 2703"/>
                    <a:gd name="T16" fmla="*/ 808 w 7985"/>
                    <a:gd name="T17" fmla="*/ 2237 h 2703"/>
                    <a:gd name="T18" fmla="*/ 1686 w 7985"/>
                    <a:gd name="T19" fmla="*/ 2412 h 2703"/>
                    <a:gd name="T20" fmla="*/ 1780 w 7985"/>
                    <a:gd name="T21" fmla="*/ 2553 h 2703"/>
                    <a:gd name="T22" fmla="*/ 1639 w 7985"/>
                    <a:gd name="T23" fmla="*/ 2647 h 2703"/>
                    <a:gd name="T24" fmla="*/ 705 w 7985"/>
                    <a:gd name="T25" fmla="*/ 2461 h 2703"/>
                    <a:gd name="T26" fmla="*/ 621 w 7985"/>
                    <a:gd name="T27" fmla="*/ 2398 h 2703"/>
                    <a:gd name="T28" fmla="*/ 19 w 7985"/>
                    <a:gd name="T29" fmla="*/ 1221 h 2703"/>
                    <a:gd name="T30" fmla="*/ 24 w 7985"/>
                    <a:gd name="T31" fmla="*/ 1104 h 2703"/>
                    <a:gd name="T32" fmla="*/ 126 w 7985"/>
                    <a:gd name="T33" fmla="*/ 1047 h 2703"/>
                    <a:gd name="T34" fmla="*/ 4940 w 7985"/>
                    <a:gd name="T35" fmla="*/ 1047 h 2703"/>
                    <a:gd name="T36" fmla="*/ 5616 w 7985"/>
                    <a:gd name="T37" fmla="*/ 89 h 2703"/>
                    <a:gd name="T38" fmla="*/ 5712 w 7985"/>
                    <a:gd name="T39" fmla="*/ 38 h 2703"/>
                    <a:gd name="T40" fmla="*/ 7862 w 7985"/>
                    <a:gd name="T41" fmla="*/ 1 h 2703"/>
                    <a:gd name="T42" fmla="*/ 7949 w 7985"/>
                    <a:gd name="T43" fmla="*/ 36 h 2703"/>
                    <a:gd name="T44" fmla="*/ 7984 w 7985"/>
                    <a:gd name="T45" fmla="*/ 123 h 2703"/>
                    <a:gd name="T46" fmla="*/ 7848 w 7985"/>
                    <a:gd name="T47" fmla="*/ 987 h 2703"/>
                    <a:gd name="T48" fmla="*/ 6972 w 7985"/>
                    <a:gd name="T49" fmla="*/ 2664 h 2703"/>
                    <a:gd name="T50" fmla="*/ 6883 w 7985"/>
                    <a:gd name="T51" fmla="*/ 2703 h 27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7985" h="2703">
                      <a:moveTo>
                        <a:pt x="6883" y="2703"/>
                      </a:moveTo>
                      <a:cubicBezTo>
                        <a:pt x="6854" y="2703"/>
                        <a:pt x="6825" y="2693"/>
                        <a:pt x="6802" y="2672"/>
                      </a:cubicBezTo>
                      <a:cubicBezTo>
                        <a:pt x="6753" y="2627"/>
                        <a:pt x="6750" y="2552"/>
                        <a:pt x="6794" y="2502"/>
                      </a:cubicBezTo>
                      <a:cubicBezTo>
                        <a:pt x="7545" y="1675"/>
                        <a:pt x="7703" y="603"/>
                        <a:pt x="7736" y="243"/>
                      </a:cubicBezTo>
                      <a:cubicBezTo>
                        <a:pt x="5777" y="277"/>
                        <a:pt x="5777" y="277"/>
                        <a:pt x="5777" y="277"/>
                      </a:cubicBezTo>
                      <a:cubicBezTo>
                        <a:pt x="5100" y="1236"/>
                        <a:pt x="5100" y="1236"/>
                        <a:pt x="5100" y="1236"/>
                      </a:cubicBezTo>
                      <a:cubicBezTo>
                        <a:pt x="5078" y="1268"/>
                        <a:pt x="5041" y="1287"/>
                        <a:pt x="5002" y="1287"/>
                      </a:cubicBezTo>
                      <a:cubicBezTo>
                        <a:pt x="322" y="1287"/>
                        <a:pt x="322" y="1287"/>
                        <a:pt x="322" y="1287"/>
                      </a:cubicBezTo>
                      <a:cubicBezTo>
                        <a:pt x="808" y="2237"/>
                        <a:pt x="808" y="2237"/>
                        <a:pt x="808" y="2237"/>
                      </a:cubicBezTo>
                      <a:cubicBezTo>
                        <a:pt x="1686" y="2412"/>
                        <a:pt x="1686" y="2412"/>
                        <a:pt x="1686" y="2412"/>
                      </a:cubicBezTo>
                      <a:cubicBezTo>
                        <a:pt x="1751" y="2425"/>
                        <a:pt x="1793" y="2488"/>
                        <a:pt x="1780" y="2553"/>
                      </a:cubicBezTo>
                      <a:cubicBezTo>
                        <a:pt x="1767" y="2618"/>
                        <a:pt x="1704" y="2660"/>
                        <a:pt x="1639" y="2647"/>
                      </a:cubicBezTo>
                      <a:cubicBezTo>
                        <a:pt x="705" y="2461"/>
                        <a:pt x="705" y="2461"/>
                        <a:pt x="705" y="2461"/>
                      </a:cubicBezTo>
                      <a:cubicBezTo>
                        <a:pt x="669" y="2454"/>
                        <a:pt x="638" y="2430"/>
                        <a:pt x="621" y="2398"/>
                      </a:cubicBezTo>
                      <a:cubicBezTo>
                        <a:pt x="19" y="1221"/>
                        <a:pt x="19" y="1221"/>
                        <a:pt x="19" y="1221"/>
                      </a:cubicBezTo>
                      <a:cubicBezTo>
                        <a:pt x="0" y="1184"/>
                        <a:pt x="2" y="1140"/>
                        <a:pt x="24" y="1104"/>
                      </a:cubicBezTo>
                      <a:cubicBezTo>
                        <a:pt x="46" y="1068"/>
                        <a:pt x="84" y="1047"/>
                        <a:pt x="126" y="1047"/>
                      </a:cubicBezTo>
                      <a:cubicBezTo>
                        <a:pt x="4940" y="1047"/>
                        <a:pt x="4940" y="1047"/>
                        <a:pt x="4940" y="1047"/>
                      </a:cubicBezTo>
                      <a:cubicBezTo>
                        <a:pt x="5616" y="89"/>
                        <a:pt x="5616" y="89"/>
                        <a:pt x="5616" y="89"/>
                      </a:cubicBezTo>
                      <a:cubicBezTo>
                        <a:pt x="5638" y="57"/>
                        <a:pt x="5674" y="39"/>
                        <a:pt x="5712" y="38"/>
                      </a:cubicBezTo>
                      <a:cubicBezTo>
                        <a:pt x="7862" y="1"/>
                        <a:pt x="7862" y="1"/>
                        <a:pt x="7862" y="1"/>
                      </a:cubicBezTo>
                      <a:cubicBezTo>
                        <a:pt x="7895" y="0"/>
                        <a:pt x="7926" y="13"/>
                        <a:pt x="7949" y="36"/>
                      </a:cubicBezTo>
                      <a:cubicBezTo>
                        <a:pt x="7972" y="59"/>
                        <a:pt x="7985" y="90"/>
                        <a:pt x="7984" y="123"/>
                      </a:cubicBezTo>
                      <a:cubicBezTo>
                        <a:pt x="7984" y="138"/>
                        <a:pt x="7976" y="495"/>
                        <a:pt x="7848" y="987"/>
                      </a:cubicBezTo>
                      <a:cubicBezTo>
                        <a:pt x="7730" y="1442"/>
                        <a:pt x="7482" y="2102"/>
                        <a:pt x="6972" y="2664"/>
                      </a:cubicBezTo>
                      <a:cubicBezTo>
                        <a:pt x="6948" y="2690"/>
                        <a:pt x="6916" y="2703"/>
                        <a:pt x="6883" y="27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FFFFFF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CB459221-5158-0449-90A5-F55959B608EC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5FE9E7-1A92-45FD-9CBA-52B7C49E9D40}" type="slidenum">
              <a:rPr lang="en-US" sz="1000" smtClean="0"/>
              <a:pPr algn="ctr"/>
              <a:t>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54648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8813819-9396-E5D8-F1FD-7879FA05A146}"/>
              </a:ext>
            </a:extLst>
          </p:cNvPr>
          <p:cNvSpPr/>
          <p:nvPr/>
        </p:nvSpPr>
        <p:spPr>
          <a:xfrm>
            <a:off x="0" y="5495925"/>
            <a:ext cx="12192000" cy="790575"/>
          </a:xfrm>
          <a:prstGeom prst="rect">
            <a:avLst/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449C83-39ED-3F6B-D662-7D173D191C05}"/>
              </a:ext>
            </a:extLst>
          </p:cNvPr>
          <p:cNvGrpSpPr/>
          <p:nvPr/>
        </p:nvGrpSpPr>
        <p:grpSpPr>
          <a:xfrm>
            <a:off x="838200" y="276666"/>
            <a:ext cx="10515600" cy="1159189"/>
            <a:chOff x="-1328155" y="810066"/>
            <a:chExt cx="10515600" cy="115918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E6669B-C7A6-F120-4CFB-987EC260F10B}"/>
                </a:ext>
              </a:extLst>
            </p:cNvPr>
            <p:cNvSpPr txBox="1"/>
            <p:nvPr/>
          </p:nvSpPr>
          <p:spPr>
            <a:xfrm>
              <a:off x="-1328155" y="1075526"/>
              <a:ext cx="10515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D" sz="4800" dirty="0"/>
                <a:t>Our Network, Reach &amp; Partnerships</a:t>
              </a:r>
              <a:endParaRPr lang="en-US" sz="4800" dirty="0">
                <a:latin typeface="+mj-l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BDAB34-81D3-5FE7-6A5E-3D3CB03E94C3}"/>
                </a:ext>
              </a:extLst>
            </p:cNvPr>
            <p:cNvSpPr txBox="1"/>
            <p:nvPr/>
          </p:nvSpPr>
          <p:spPr>
            <a:xfrm>
              <a:off x="3113670" y="810066"/>
              <a:ext cx="1631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1200" dirty="0">
                  <a:solidFill>
                    <a:schemeClr val="accent1"/>
                  </a:solidFill>
                  <a:latin typeface="+mj-lt"/>
                </a:rPr>
                <a:t>Maritime Healthcare</a:t>
              </a:r>
              <a:endParaRPr lang="en-US" sz="1200" dirty="0">
                <a:solidFill>
                  <a:schemeClr val="accent1"/>
                </a:solidFill>
                <a:latin typeface="+mj-lt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664DF25-BE99-0335-B70F-06956AB41F61}"/>
                </a:ext>
              </a:extLst>
            </p:cNvPr>
            <p:cNvGrpSpPr/>
            <p:nvPr/>
          </p:nvGrpSpPr>
          <p:grpSpPr>
            <a:xfrm>
              <a:off x="3761767" y="1906522"/>
              <a:ext cx="335756" cy="62733"/>
              <a:chOff x="1092994" y="337482"/>
              <a:chExt cx="646047" cy="120709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ECD1AA4-986C-B78A-374C-DEF7D27AD33C}"/>
                  </a:ext>
                </a:extLst>
              </p:cNvPr>
              <p:cNvSpPr/>
              <p:nvPr/>
            </p:nvSpPr>
            <p:spPr>
              <a:xfrm>
                <a:off x="1092994" y="337482"/>
                <a:ext cx="120709" cy="12070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F29AF89-D316-7EDA-6178-5401ADF7F190}"/>
                  </a:ext>
                </a:extLst>
              </p:cNvPr>
              <p:cNvSpPr/>
              <p:nvPr/>
            </p:nvSpPr>
            <p:spPr>
              <a:xfrm>
                <a:off x="1355663" y="337482"/>
                <a:ext cx="120709" cy="120709"/>
              </a:xfrm>
              <a:prstGeom prst="rect">
                <a:avLst/>
              </a:prstGeom>
              <a:solidFill>
                <a:schemeClr val="accent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4BBAC5E-E56A-07F6-1294-7EB303F56A9A}"/>
                  </a:ext>
                </a:extLst>
              </p:cNvPr>
              <p:cNvSpPr/>
              <p:nvPr/>
            </p:nvSpPr>
            <p:spPr>
              <a:xfrm>
                <a:off x="1618332" y="337482"/>
                <a:ext cx="120709" cy="120709"/>
              </a:xfrm>
              <a:prstGeom prst="rect">
                <a:avLst/>
              </a:prstGeom>
              <a:solidFill>
                <a:schemeClr val="accent1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24BD0984-1E72-5FD1-A514-5E871C3A2007}"/>
              </a:ext>
            </a:extLst>
          </p:cNvPr>
          <p:cNvSpPr/>
          <p:nvPr/>
        </p:nvSpPr>
        <p:spPr>
          <a:xfrm rot="16200000">
            <a:off x="8149473" y="478013"/>
            <a:ext cx="2743202" cy="5524110"/>
          </a:xfrm>
          <a:prstGeom prst="round2SameRect">
            <a:avLst>
              <a:gd name="adj1" fmla="val 8763"/>
              <a:gd name="adj2" fmla="val 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Placeholder 10">
            <a:extLst>
              <a:ext uri="{FF2B5EF4-FFF2-40B4-BE49-F238E27FC236}">
                <a16:creationId xmlns:a16="http://schemas.microsoft.com/office/drawing/2014/main" id="{191DABB1-F923-DE9C-C509-805168B619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4470" y="3194503"/>
            <a:ext cx="374651" cy="395674"/>
          </a:xfrm>
          <a:prstGeom prst="rect">
            <a:avLst/>
          </a:prstGeom>
        </p:spPr>
      </p:pic>
      <p:pic>
        <p:nvPicPr>
          <p:cNvPr id="32" name="Picture 31" descr="A logo with text on it&#10;&#10;AI-generated content may be incorrect.">
            <a:extLst>
              <a:ext uri="{FF2B5EF4-FFF2-40B4-BE49-F238E27FC236}">
                <a16:creationId xmlns:a16="http://schemas.microsoft.com/office/drawing/2014/main" id="{D80654B3-D3B7-1660-0257-A6666EFBF2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55764" y="2269411"/>
            <a:ext cx="449051" cy="334329"/>
          </a:xfrm>
          <a:prstGeom prst="rect">
            <a:avLst/>
          </a:prstGeom>
        </p:spPr>
      </p:pic>
      <p:pic>
        <p:nvPicPr>
          <p:cNvPr id="33" name="Picture 32" descr="A logo with a building and a palm tree&#10;&#10;AI-generated content may be incorrect.">
            <a:extLst>
              <a:ext uri="{FF2B5EF4-FFF2-40B4-BE49-F238E27FC236}">
                <a16:creationId xmlns:a16="http://schemas.microsoft.com/office/drawing/2014/main" id="{856FF9C3-70C8-8261-4494-61AEFEE9D5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778" y="2605236"/>
            <a:ext cx="395601" cy="38980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CD69072-4C91-4233-FFEF-9CA4EE244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829" t="25204" r="9829" b="25204"/>
          <a:stretch/>
        </p:blipFill>
        <p:spPr>
          <a:xfrm>
            <a:off x="9468250" y="3316926"/>
            <a:ext cx="624078" cy="2344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0916B12-0D49-51C0-AB58-C03F0046F72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8200" y="2860556"/>
            <a:ext cx="898224" cy="294499"/>
          </a:xfrm>
          <a:prstGeom prst="rect">
            <a:avLst/>
          </a:prstGeom>
        </p:spPr>
      </p:pic>
      <p:pic>
        <p:nvPicPr>
          <p:cNvPr id="43" name="Picture 4">
            <a:extLst>
              <a:ext uri="{FF2B5EF4-FFF2-40B4-BE49-F238E27FC236}">
                <a16:creationId xmlns:a16="http://schemas.microsoft.com/office/drawing/2014/main" id="{6FB58158-6425-DEA1-DF4E-10303E87A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31121" y="3766266"/>
            <a:ext cx="501650" cy="40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 descr="A blue and green logo&#10;&#10;AI-generated content may be incorrect.">
            <a:extLst>
              <a:ext uri="{FF2B5EF4-FFF2-40B4-BE49-F238E27FC236}">
                <a16:creationId xmlns:a16="http://schemas.microsoft.com/office/drawing/2014/main" id="{6A9219DD-29BE-C588-2A48-D6C3A4989A1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3570" y="3822903"/>
            <a:ext cx="914102" cy="304700"/>
          </a:xfrm>
          <a:prstGeom prst="rect">
            <a:avLst/>
          </a:prstGeom>
        </p:spPr>
      </p:pic>
      <p:pic>
        <p:nvPicPr>
          <p:cNvPr id="46" name="Picture 45" descr="A blue and black logo&#10;&#10;AI-generated content may be incorrect.">
            <a:extLst>
              <a:ext uri="{FF2B5EF4-FFF2-40B4-BE49-F238E27FC236}">
                <a16:creationId xmlns:a16="http://schemas.microsoft.com/office/drawing/2014/main" id="{68586130-DB35-E03A-7B82-C38A419B200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5893" y="3899805"/>
            <a:ext cx="628793" cy="206442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1015654F-DE35-03B1-BA01-CFD2AA080D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32661" y="3392144"/>
            <a:ext cx="789302" cy="249253"/>
          </a:xfrm>
          <a:prstGeom prst="rect">
            <a:avLst/>
          </a:prstGeom>
        </p:spPr>
      </p:pic>
      <p:pic>
        <p:nvPicPr>
          <p:cNvPr id="48" name="Picture 47" descr="A red sign with white text&#10;&#10;AI-generated content may be incorrect.">
            <a:extLst>
              <a:ext uri="{FF2B5EF4-FFF2-40B4-BE49-F238E27FC236}">
                <a16:creationId xmlns:a16="http://schemas.microsoft.com/office/drawing/2014/main" id="{2918F16F-B821-6B63-0E2E-6B246388FB8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7506" y="3305826"/>
            <a:ext cx="706230" cy="246321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39E4D3E-8520-ED77-96EB-EA08420E76B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40022" y="2342310"/>
            <a:ext cx="861199" cy="23857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2025A7E1-AEB8-4893-5B98-AEA5A4AE8B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2374" t="29712" r="2374" b="29712"/>
          <a:stretch/>
        </p:blipFill>
        <p:spPr>
          <a:xfrm>
            <a:off x="10425135" y="3263717"/>
            <a:ext cx="737621" cy="314218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541350F-6FC0-0255-13A8-E27BD3F724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55495" y="2851642"/>
            <a:ext cx="830253" cy="18342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FDA5937-DBC4-860F-FF4B-71A62AD3EF3F}"/>
              </a:ext>
            </a:extLst>
          </p:cNvPr>
          <p:cNvSpPr txBox="1"/>
          <p:nvPr/>
        </p:nvSpPr>
        <p:spPr>
          <a:xfrm>
            <a:off x="205534" y="4026936"/>
            <a:ext cx="5709491" cy="1777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4EA1"/>
                </a:solidFill>
              </a:rPr>
              <a:t>MedShield links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1,800 hospitals</a:t>
            </a:r>
            <a:r>
              <a:rPr lang="en-US" dirty="0">
                <a:solidFill>
                  <a:srgbClr val="014EA1"/>
                </a:solidFill>
              </a:rPr>
              <a:t>, + healthcare centers for smooth care of maritime personnel.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4EA1"/>
                </a:solidFill>
              </a:rPr>
              <a:t>Offices located in India, UAE, and Singapore.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14EA1"/>
                </a:solidFill>
              </a:rPr>
              <a:t>xxxxxxxxxxxxxxxxxxxxxxxxxxxxxxxxxxxxxx</a:t>
            </a:r>
            <a:endParaRPr lang="en-US" dirty="0">
              <a:solidFill>
                <a:srgbClr val="014EA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14EA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256EE2B-4BC4-6962-8AAA-3B294EFFA1ED}"/>
              </a:ext>
            </a:extLst>
          </p:cNvPr>
          <p:cNvGrpSpPr/>
          <p:nvPr/>
        </p:nvGrpSpPr>
        <p:grpSpPr>
          <a:xfrm>
            <a:off x="9802918" y="1604738"/>
            <a:ext cx="2140746" cy="414562"/>
            <a:chOff x="2997816" y="4225585"/>
            <a:chExt cx="6141716" cy="414562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2FED2F8-654D-BFC6-BEA2-71908D8518A2}"/>
                </a:ext>
              </a:extLst>
            </p:cNvPr>
            <p:cNvSpPr/>
            <p:nvPr/>
          </p:nvSpPr>
          <p:spPr>
            <a:xfrm>
              <a:off x="2997816" y="4225585"/>
              <a:ext cx="6141716" cy="4145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67000">
                  <a:schemeClr val="accent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955B5-5396-A16F-DE1B-BC887FD47E31}"/>
                </a:ext>
              </a:extLst>
            </p:cNvPr>
            <p:cNvSpPr txBox="1"/>
            <p:nvPr/>
          </p:nvSpPr>
          <p:spPr>
            <a:xfrm>
              <a:off x="3186952" y="4277506"/>
              <a:ext cx="58180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Partners &amp; Vendors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AEDA0DA-2F97-8C57-6972-13A30422DE2F}"/>
              </a:ext>
            </a:extLst>
          </p:cNvPr>
          <p:cNvGrpSpPr/>
          <p:nvPr/>
        </p:nvGrpSpPr>
        <p:grpSpPr>
          <a:xfrm>
            <a:off x="-202662" y="5705474"/>
            <a:ext cx="3612611" cy="406631"/>
            <a:chOff x="3672872" y="4240096"/>
            <a:chExt cx="6141716" cy="4066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F1A1488-EEAC-AB62-8177-C5A84E3B3BDA}"/>
                </a:ext>
              </a:extLst>
            </p:cNvPr>
            <p:cNvSpPr/>
            <p:nvPr/>
          </p:nvSpPr>
          <p:spPr>
            <a:xfrm>
              <a:off x="3672872" y="4240096"/>
              <a:ext cx="6141716" cy="40663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67000">
                  <a:schemeClr val="accent1">
                    <a:alpha val="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8D8A54-B572-9D34-4781-AA9D71A09983}"/>
                </a:ext>
              </a:extLst>
            </p:cNvPr>
            <p:cNvSpPr txBox="1"/>
            <p:nvPr/>
          </p:nvSpPr>
          <p:spPr>
            <a:xfrm>
              <a:off x="3705134" y="4296556"/>
              <a:ext cx="58180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Accreditations &amp; Certifications 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73E750-B5A2-6830-684E-66A7BEE7D04B}"/>
              </a:ext>
            </a:extLst>
          </p:cNvPr>
          <p:cNvSpPr txBox="1"/>
          <p:nvPr/>
        </p:nvSpPr>
        <p:spPr>
          <a:xfrm>
            <a:off x="4186984" y="5700161"/>
            <a:ext cx="4017215" cy="349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Industry affiliations &amp; Quality Certifications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E1F5DEA9-94F2-39F7-2527-3D48ABC60854}"/>
              </a:ext>
            </a:extLst>
          </p:cNvPr>
          <p:cNvSpPr/>
          <p:nvPr/>
        </p:nvSpPr>
        <p:spPr>
          <a:xfrm rot="16200000" flipV="1">
            <a:off x="1867798" y="-118535"/>
            <a:ext cx="2125620" cy="6078500"/>
          </a:xfrm>
          <a:prstGeom prst="round2SameRect">
            <a:avLst>
              <a:gd name="adj1" fmla="val 8763"/>
              <a:gd name="adj2" fmla="val 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56E9391-2F89-AC65-E835-9C686221C3BF}"/>
              </a:ext>
            </a:extLst>
          </p:cNvPr>
          <p:cNvSpPr txBox="1">
            <a:spLocks/>
          </p:cNvSpPr>
          <p:nvPr/>
        </p:nvSpPr>
        <p:spPr>
          <a:xfrm>
            <a:off x="11724282" y="6552468"/>
            <a:ext cx="381004" cy="195650"/>
          </a:xfrm>
          <a:custGeom>
            <a:avLst/>
            <a:gdLst>
              <a:gd name="connsiteX0" fmla="*/ 0 w 5913120"/>
              <a:gd name="connsiteY0" fmla="*/ 0 h 2060904"/>
              <a:gd name="connsiteX1" fmla="*/ 5645821 w 5913120"/>
              <a:gd name="connsiteY1" fmla="*/ 0 h 2060904"/>
              <a:gd name="connsiteX2" fmla="*/ 5913120 w 5913120"/>
              <a:gd name="connsiteY2" fmla="*/ 267299 h 2060904"/>
              <a:gd name="connsiteX3" fmla="*/ 5913120 w 5913120"/>
              <a:gd name="connsiteY3" fmla="*/ 1793605 h 2060904"/>
              <a:gd name="connsiteX4" fmla="*/ 5645821 w 5913120"/>
              <a:gd name="connsiteY4" fmla="*/ 2060904 h 2060904"/>
              <a:gd name="connsiteX5" fmla="*/ 0 w 5913120"/>
              <a:gd name="connsiteY5" fmla="*/ 2060904 h 206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3120" h="2060904">
                <a:moveTo>
                  <a:pt x="0" y="0"/>
                </a:moveTo>
                <a:lnTo>
                  <a:pt x="5645821" y="0"/>
                </a:lnTo>
                <a:cubicBezTo>
                  <a:pt x="5793447" y="0"/>
                  <a:pt x="5913120" y="119674"/>
                  <a:pt x="5913120" y="267299"/>
                </a:cubicBezTo>
                <a:lnTo>
                  <a:pt x="5913120" y="1793605"/>
                </a:lnTo>
                <a:cubicBezTo>
                  <a:pt x="5913120" y="1941230"/>
                  <a:pt x="5793447" y="2060904"/>
                  <a:pt x="5645821" y="2060904"/>
                </a:cubicBezTo>
                <a:lnTo>
                  <a:pt x="0" y="2060904"/>
                </a:lnTo>
                <a:close/>
              </a:path>
            </a:pathLst>
          </a:cu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A6DE44-B724-2E7C-4A24-691EB06EC682}"/>
              </a:ext>
            </a:extLst>
          </p:cNvPr>
          <p:cNvSpPr/>
          <p:nvPr/>
        </p:nvSpPr>
        <p:spPr>
          <a:xfrm>
            <a:off x="8197850" y="5751513"/>
            <a:ext cx="654050" cy="269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B338F42-FA2D-53C1-867C-E92788CDA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8" t="33136" r="17037" b="38461"/>
          <a:stretch/>
        </p:blipFill>
        <p:spPr bwMode="auto">
          <a:xfrm>
            <a:off x="7089542" y="3878486"/>
            <a:ext cx="875540" cy="229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close-up of a logo&#10;&#10;AI-generated content may be incorrect.">
            <a:extLst>
              <a:ext uri="{FF2B5EF4-FFF2-40B4-BE49-F238E27FC236}">
                <a16:creationId xmlns:a16="http://schemas.microsoft.com/office/drawing/2014/main" id="{0A87A4F3-426C-8C22-8520-8509A0F4B07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526" y="2334597"/>
            <a:ext cx="679572" cy="288870"/>
          </a:xfrm>
          <a:prstGeom prst="rect">
            <a:avLst/>
          </a:prstGeom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83461F16-1A1C-CA6C-055E-D14A7FE74F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7" t="18593" r="9333" b="20370"/>
          <a:stretch/>
        </p:blipFill>
        <p:spPr bwMode="auto">
          <a:xfrm>
            <a:off x="9426049" y="2793374"/>
            <a:ext cx="708480" cy="30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51222866-DFC3-842F-C4A8-F1BE91082FE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05325" y="2328247"/>
            <a:ext cx="777240" cy="32385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E970747-4159-2D80-C460-FBA3CD965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1" b="12195"/>
          <a:stretch/>
        </p:blipFill>
        <p:spPr bwMode="auto">
          <a:xfrm>
            <a:off x="10542893" y="3756997"/>
            <a:ext cx="502104" cy="39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 descr="A black and red sign&#10;&#10;AI-generated content may be incorrect.">
            <a:extLst>
              <a:ext uri="{FF2B5EF4-FFF2-40B4-BE49-F238E27FC236}">
                <a16:creationId xmlns:a16="http://schemas.microsoft.com/office/drawing/2014/main" id="{9A926079-DBF7-9CF1-1442-5C7FF927569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345" y="2809407"/>
            <a:ext cx="741200" cy="232243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E4C807E-1B42-F812-C690-A36101198E2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t="15310" b="23448"/>
          <a:stretch/>
        </p:blipFill>
        <p:spPr>
          <a:xfrm>
            <a:off x="138111" y="1866901"/>
            <a:ext cx="4949837" cy="21145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01C84CB8-BF8B-D091-115B-89CF0A71C7F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554348" y="3361674"/>
            <a:ext cx="868363" cy="91907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179D8533-31BE-FDE7-E165-5C09AEF289F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84476" y="2859087"/>
            <a:ext cx="448475" cy="474663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44416227-66F5-B4D0-3F8A-74C58C95BE2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003551" y="2963863"/>
            <a:ext cx="448475" cy="474663"/>
          </a:xfrm>
          <a:prstGeom prst="rect">
            <a:avLst/>
          </a:prstGeom>
        </p:spPr>
      </p:pic>
      <p:pic>
        <p:nvPicPr>
          <p:cNvPr id="1024" name="Graphic 1023">
            <a:extLst>
              <a:ext uri="{FF2B5EF4-FFF2-40B4-BE49-F238E27FC236}">
                <a16:creationId xmlns:a16="http://schemas.microsoft.com/office/drawing/2014/main" id="{A0D98711-A062-CDB4-2DB0-6FF3A5B4249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89137" y="2535238"/>
            <a:ext cx="803954" cy="850900"/>
          </a:xfrm>
          <a:prstGeom prst="rect">
            <a:avLst/>
          </a:prstGeom>
        </p:spPr>
      </p:pic>
      <p:pic>
        <p:nvPicPr>
          <p:cNvPr id="1025" name="Graphic 1024">
            <a:extLst>
              <a:ext uri="{FF2B5EF4-FFF2-40B4-BE49-F238E27FC236}">
                <a16:creationId xmlns:a16="http://schemas.microsoft.com/office/drawing/2014/main" id="{45B5D7F0-4E56-793C-17B4-CFF8B07ABDC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903537" y="3211513"/>
            <a:ext cx="448475" cy="474663"/>
          </a:xfrm>
          <a:prstGeom prst="rect">
            <a:avLst/>
          </a:prstGeom>
        </p:spPr>
      </p:pic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4161D3D3-F2D2-B8C8-3C40-165263931502}"/>
              </a:ext>
            </a:extLst>
          </p:cNvPr>
          <p:cNvGrpSpPr/>
          <p:nvPr/>
        </p:nvGrpSpPr>
        <p:grpSpPr>
          <a:xfrm>
            <a:off x="273589" y="1609725"/>
            <a:ext cx="2075750" cy="416156"/>
            <a:chOff x="3025143" y="4230572"/>
            <a:chExt cx="6141716" cy="416156"/>
          </a:xfrm>
        </p:grpSpPr>
        <p:sp>
          <p:nvSpPr>
            <p:cNvPr id="1029" name="Rectangle: Rounded Corners 1028">
              <a:extLst>
                <a:ext uri="{FF2B5EF4-FFF2-40B4-BE49-F238E27FC236}">
                  <a16:creationId xmlns:a16="http://schemas.microsoft.com/office/drawing/2014/main" id="{E15FDD7C-097B-B632-8D79-08B0B1757959}"/>
                </a:ext>
              </a:extLst>
            </p:cNvPr>
            <p:cNvSpPr/>
            <p:nvPr/>
          </p:nvSpPr>
          <p:spPr>
            <a:xfrm>
              <a:off x="3025143" y="4230572"/>
              <a:ext cx="6141716" cy="4161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67000">
                  <a:schemeClr val="accent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7F5A09E0-48A2-7C03-000F-E581F1A29300}"/>
                </a:ext>
              </a:extLst>
            </p:cNvPr>
            <p:cNvSpPr txBox="1"/>
            <p:nvPr/>
          </p:nvSpPr>
          <p:spPr>
            <a:xfrm>
              <a:off x="3186952" y="4277506"/>
              <a:ext cx="58180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Our Network</a:t>
              </a:r>
            </a:p>
          </p:txBody>
        </p:sp>
      </p:grp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F0E7441D-112A-000D-C128-A2D68996E619}"/>
              </a:ext>
            </a:extLst>
          </p:cNvPr>
          <p:cNvSpPr/>
          <p:nvPr/>
        </p:nvSpPr>
        <p:spPr>
          <a:xfrm>
            <a:off x="8908256" y="5751513"/>
            <a:ext cx="654050" cy="269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3" name="Rectangle: Rounded Corners 1032">
            <a:extLst>
              <a:ext uri="{FF2B5EF4-FFF2-40B4-BE49-F238E27FC236}">
                <a16:creationId xmlns:a16="http://schemas.microsoft.com/office/drawing/2014/main" id="{439356AD-4C7D-308E-14EC-550DBF9532A6}"/>
              </a:ext>
            </a:extLst>
          </p:cNvPr>
          <p:cNvSpPr/>
          <p:nvPr/>
        </p:nvSpPr>
        <p:spPr>
          <a:xfrm>
            <a:off x="9618662" y="5751513"/>
            <a:ext cx="654050" cy="269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F5FCF9E3-AD9D-14BB-C5A9-5346C1E795F1}"/>
              </a:ext>
            </a:extLst>
          </p:cNvPr>
          <p:cNvSpPr/>
          <p:nvPr/>
        </p:nvSpPr>
        <p:spPr>
          <a:xfrm>
            <a:off x="10329068" y="5751513"/>
            <a:ext cx="654050" cy="269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5" name="Rectangle: Rounded Corners 1034">
            <a:extLst>
              <a:ext uri="{FF2B5EF4-FFF2-40B4-BE49-F238E27FC236}">
                <a16:creationId xmlns:a16="http://schemas.microsoft.com/office/drawing/2014/main" id="{B05A5C72-18B1-C8C1-A0A4-832E4F539976}"/>
              </a:ext>
            </a:extLst>
          </p:cNvPr>
          <p:cNvSpPr/>
          <p:nvPr/>
        </p:nvSpPr>
        <p:spPr>
          <a:xfrm>
            <a:off x="11039475" y="5751513"/>
            <a:ext cx="654050" cy="2698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36" name="Picture 103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C9AF6F43-772E-BAFC-3DB1-47A6C1029F90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785" t="12708" r="11456" b="12836"/>
          <a:stretch/>
        </p:blipFill>
        <p:spPr>
          <a:xfrm>
            <a:off x="9808369" y="5822156"/>
            <a:ext cx="261938" cy="145257"/>
          </a:xfrm>
          <a:prstGeom prst="rect">
            <a:avLst/>
          </a:prstGeom>
        </p:spPr>
      </p:pic>
      <p:pic>
        <p:nvPicPr>
          <p:cNvPr id="1037" name="Picture 2">
            <a:extLst>
              <a:ext uri="{FF2B5EF4-FFF2-40B4-BE49-F238E27FC236}">
                <a16:creationId xmlns:a16="http://schemas.microsoft.com/office/drawing/2014/main" id="{E0BE0FF6-7289-03E5-FF8C-7BADEF7CB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53" t="11518" r="5433" b="8043"/>
          <a:stretch/>
        </p:blipFill>
        <p:spPr bwMode="auto">
          <a:xfrm>
            <a:off x="11168062" y="5800725"/>
            <a:ext cx="404813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4" descr="What is ISO 9001 &amp; Why is it Important? | Skillcast">
            <a:extLst>
              <a:ext uri="{FF2B5EF4-FFF2-40B4-BE49-F238E27FC236}">
                <a16:creationId xmlns:a16="http://schemas.microsoft.com/office/drawing/2014/main" id="{EE02184D-ED3A-FB1B-5160-5A97FEDF6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13" t="4018" r="4706" b="8213"/>
          <a:stretch/>
        </p:blipFill>
        <p:spPr bwMode="auto">
          <a:xfrm>
            <a:off x="10448926" y="5779294"/>
            <a:ext cx="411956" cy="20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039" descr="IACC International Anti-Corruption Conference">
            <a:extLst>
              <a:ext uri="{FF2B5EF4-FFF2-40B4-BE49-F238E27FC236}">
                <a16:creationId xmlns:a16="http://schemas.microsoft.com/office/drawing/2014/main" id="{4C89C17E-48F4-B57D-F447-20F6FB2DB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815" b="43778"/>
          <a:stretch/>
        </p:blipFill>
        <p:spPr bwMode="auto">
          <a:xfrm>
            <a:off x="9047955" y="5816020"/>
            <a:ext cx="384176" cy="15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042" descr="A close up of a logo&#10;&#10;AI-generated content may be incorrect.">
            <a:extLst>
              <a:ext uri="{FF2B5EF4-FFF2-40B4-BE49-F238E27FC236}">
                <a16:creationId xmlns:a16="http://schemas.microsoft.com/office/drawing/2014/main" id="{2F2DC746-107C-6675-3D81-DD58934E0041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3608" y="5826294"/>
            <a:ext cx="426053" cy="12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14608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 descr="A group of doctors standing with their arms crossed&#10;&#10;AI-generated content may be incorrect.">
            <a:extLst>
              <a:ext uri="{FF2B5EF4-FFF2-40B4-BE49-F238E27FC236}">
                <a16:creationId xmlns:a16="http://schemas.microsoft.com/office/drawing/2014/main" id="{0A59FDC3-D75B-7E6B-F9C4-10E179136C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460CAA-B7A0-B366-09DB-97B1B11D52E5}"/>
              </a:ext>
            </a:extLst>
          </p:cNvPr>
          <p:cNvSpPr txBox="1"/>
          <p:nvPr/>
        </p:nvSpPr>
        <p:spPr>
          <a:xfrm>
            <a:off x="6200775" y="1385981"/>
            <a:ext cx="5638800" cy="14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 Medshield, our Subject Matter Experts (SMEs) are integral to delivering unparalleled service in maritime healthcare and claims management. Representing a range of specialized disciplines, each team brings a wealth of knowledge and expertise to address the unique challenges faced by the marine and cruise industries.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17B936-4448-42D0-6D32-5184A734634B}"/>
              </a:ext>
            </a:extLst>
          </p:cNvPr>
          <p:cNvGrpSpPr/>
          <p:nvPr/>
        </p:nvGrpSpPr>
        <p:grpSpPr>
          <a:xfrm>
            <a:off x="800100" y="925038"/>
            <a:ext cx="5562600" cy="2719384"/>
            <a:chOff x="800100" y="978143"/>
            <a:chExt cx="5562600" cy="27193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89A3FE-589B-AEB4-D77D-09358E346F37}"/>
                </a:ext>
              </a:extLst>
            </p:cNvPr>
            <p:cNvSpPr txBox="1"/>
            <p:nvPr/>
          </p:nvSpPr>
          <p:spPr>
            <a:xfrm>
              <a:off x="800100" y="1243603"/>
              <a:ext cx="55626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00B6AB"/>
                  </a:solidFill>
                </a:rPr>
                <a:t>Meet the Experts: </a:t>
              </a:r>
              <a:r>
                <a:rPr lang="en-US" sz="3200" dirty="0"/>
                <a:t>Medshield’s SME Panel</a:t>
              </a:r>
              <a:endParaRPr lang="en-US" sz="3200" dirty="0">
                <a:latin typeface="+mj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273556-6725-A6CD-50AA-49F706ADFCDF}"/>
                </a:ext>
              </a:extLst>
            </p:cNvPr>
            <p:cNvSpPr txBox="1"/>
            <p:nvPr/>
          </p:nvSpPr>
          <p:spPr>
            <a:xfrm>
              <a:off x="838200" y="978143"/>
              <a:ext cx="1631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>
                  <a:solidFill>
                    <a:schemeClr val="accent1"/>
                  </a:solidFill>
                  <a:latin typeface="+mj-lt"/>
                </a:rPr>
                <a:t>Maritime Healthcare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EA23A5-EF72-5EE8-A01A-68FDED206273}"/>
                </a:ext>
              </a:extLst>
            </p:cNvPr>
            <p:cNvGrpSpPr/>
            <p:nvPr/>
          </p:nvGrpSpPr>
          <p:grpSpPr>
            <a:xfrm>
              <a:off x="932975" y="3634794"/>
              <a:ext cx="335756" cy="62733"/>
              <a:chOff x="1092994" y="337482"/>
              <a:chExt cx="646047" cy="12070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25FB88-A1EB-3B8E-26D2-6ECDFA9CF2DA}"/>
                  </a:ext>
                </a:extLst>
              </p:cNvPr>
              <p:cNvSpPr/>
              <p:nvPr/>
            </p:nvSpPr>
            <p:spPr>
              <a:xfrm>
                <a:off x="1092994" y="337482"/>
                <a:ext cx="120709" cy="12070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A39F722-22E4-FCD4-A95E-4B1AF0BF0738}"/>
                  </a:ext>
                </a:extLst>
              </p:cNvPr>
              <p:cNvSpPr/>
              <p:nvPr/>
            </p:nvSpPr>
            <p:spPr>
              <a:xfrm>
                <a:off x="1355663" y="337482"/>
                <a:ext cx="120709" cy="120709"/>
              </a:xfrm>
              <a:prstGeom prst="rect">
                <a:avLst/>
              </a:prstGeom>
              <a:solidFill>
                <a:schemeClr val="accent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00138B-BCAC-F410-B4D8-60A09BDC71AF}"/>
                  </a:ext>
                </a:extLst>
              </p:cNvPr>
              <p:cNvSpPr/>
              <p:nvPr/>
            </p:nvSpPr>
            <p:spPr>
              <a:xfrm>
                <a:off x="1618332" y="337482"/>
                <a:ext cx="120709" cy="120709"/>
              </a:xfrm>
              <a:prstGeom prst="rect">
                <a:avLst/>
              </a:prstGeom>
              <a:solidFill>
                <a:schemeClr val="accent1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F9D2EC-12FE-1496-E3AB-29A54E9E73A4}"/>
              </a:ext>
            </a:extLst>
          </p:cNvPr>
          <p:cNvSpPr/>
          <p:nvPr/>
        </p:nvSpPr>
        <p:spPr>
          <a:xfrm>
            <a:off x="3263742" y="4004493"/>
            <a:ext cx="1743075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841141-8154-0B41-B37A-5D390485806F}"/>
              </a:ext>
            </a:extLst>
          </p:cNvPr>
          <p:cNvSpPr txBox="1"/>
          <p:nvPr/>
        </p:nvSpPr>
        <p:spPr>
          <a:xfrm>
            <a:off x="3366298" y="4248003"/>
            <a:ext cx="14824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id-ID" sz="1400" dirty="0">
                <a:solidFill>
                  <a:schemeClr val="bg1"/>
                </a:solidFill>
                <a:latin typeface="Manrope" pitchFamily="2" charset="0"/>
              </a:rPr>
              <a:t>Telemedicine Team</a:t>
            </a:r>
            <a:endParaRPr lang="en-US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EB99937-F1EA-E6FE-3986-A0600591306B}"/>
              </a:ext>
            </a:extLst>
          </p:cNvPr>
          <p:cNvSpPr/>
          <p:nvPr/>
        </p:nvSpPr>
        <p:spPr>
          <a:xfrm>
            <a:off x="819151" y="4004493"/>
            <a:ext cx="2301240" cy="1010240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03C42F-2CE5-C8EB-E021-C9E4DBEFC0C0}"/>
              </a:ext>
            </a:extLst>
          </p:cNvPr>
          <p:cNvSpPr txBox="1"/>
          <p:nvPr/>
        </p:nvSpPr>
        <p:spPr>
          <a:xfrm>
            <a:off x="955996" y="4140281"/>
            <a:ext cx="206342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Maritime Medical Specialist and Super Specialist 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A484976-5D8C-B20A-F72A-94A9221FDF6B}"/>
              </a:ext>
            </a:extLst>
          </p:cNvPr>
          <p:cNvSpPr/>
          <p:nvPr/>
        </p:nvSpPr>
        <p:spPr>
          <a:xfrm>
            <a:off x="5150168" y="4004493"/>
            <a:ext cx="2032635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6285DF-BCD6-7BB6-8699-22ACBA6FE4E6}"/>
              </a:ext>
            </a:extLst>
          </p:cNvPr>
          <p:cNvSpPr txBox="1"/>
          <p:nvPr/>
        </p:nvSpPr>
        <p:spPr>
          <a:xfrm>
            <a:off x="5269759" y="4140281"/>
            <a:ext cx="178419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Maritime Healthcare and Claims Specialists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892C374-1C40-3230-A5CA-BC94300A67F7}"/>
              </a:ext>
            </a:extLst>
          </p:cNvPr>
          <p:cNvSpPr/>
          <p:nvPr/>
        </p:nvSpPr>
        <p:spPr>
          <a:xfrm>
            <a:off x="7326154" y="4004493"/>
            <a:ext cx="2032635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2DE967-C3AA-A5F1-4017-B8AA968E2B1B}"/>
              </a:ext>
            </a:extLst>
          </p:cNvPr>
          <p:cNvSpPr txBox="1"/>
          <p:nvPr/>
        </p:nvSpPr>
        <p:spPr>
          <a:xfrm>
            <a:off x="7445745" y="4248003"/>
            <a:ext cx="17841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Clinical Findings Correlation Team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0F6D3454-2FB0-70D7-7B59-4E82C1E1C43B}"/>
              </a:ext>
            </a:extLst>
          </p:cNvPr>
          <p:cNvSpPr/>
          <p:nvPr/>
        </p:nvSpPr>
        <p:spPr>
          <a:xfrm>
            <a:off x="9502140" y="4004493"/>
            <a:ext cx="2032635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596ABE-35FF-3499-2264-78A9D9653DF1}"/>
              </a:ext>
            </a:extLst>
          </p:cNvPr>
          <p:cNvSpPr txBox="1"/>
          <p:nvPr/>
        </p:nvSpPr>
        <p:spPr>
          <a:xfrm>
            <a:off x="9621731" y="4248003"/>
            <a:ext cx="17841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Treatment Plan Analysis Team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A8D6B0A-49D4-507C-8B14-DDB2C215E229}"/>
              </a:ext>
            </a:extLst>
          </p:cNvPr>
          <p:cNvSpPr/>
          <p:nvPr/>
        </p:nvSpPr>
        <p:spPr>
          <a:xfrm>
            <a:off x="1834515" y="5176066"/>
            <a:ext cx="1743075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3A9CADF-FC30-27C1-F603-EC5681B088D2}"/>
              </a:ext>
            </a:extLst>
          </p:cNvPr>
          <p:cNvSpPr txBox="1"/>
          <p:nvPr/>
        </p:nvSpPr>
        <p:spPr>
          <a:xfrm>
            <a:off x="1937071" y="5311853"/>
            <a:ext cx="1482404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id-ID" sz="1400" dirty="0">
                <a:solidFill>
                  <a:schemeClr val="bg1"/>
                </a:solidFill>
                <a:latin typeface="Manrope" pitchFamily="2" charset="0"/>
              </a:rPr>
              <a:t>Global Pharmacology Experts</a:t>
            </a:r>
            <a:endParaRPr lang="en-US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FF58926F-CD13-3E13-0FB0-5235DB362112}"/>
              </a:ext>
            </a:extLst>
          </p:cNvPr>
          <p:cNvSpPr/>
          <p:nvPr/>
        </p:nvSpPr>
        <p:spPr>
          <a:xfrm>
            <a:off x="3737292" y="5176066"/>
            <a:ext cx="2032635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79A69D8-2644-E510-2A6A-B8BC90513EA3}"/>
              </a:ext>
            </a:extLst>
          </p:cNvPr>
          <p:cNvSpPr txBox="1"/>
          <p:nvPr/>
        </p:nvSpPr>
        <p:spPr>
          <a:xfrm>
            <a:off x="3856883" y="5311853"/>
            <a:ext cx="178419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Occupational Preventive Healthcare Experts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DA16596-535D-1A13-F8F7-775671ABBDCB}"/>
              </a:ext>
            </a:extLst>
          </p:cNvPr>
          <p:cNvSpPr/>
          <p:nvPr/>
        </p:nvSpPr>
        <p:spPr>
          <a:xfrm>
            <a:off x="5929629" y="5176066"/>
            <a:ext cx="1847850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14740E9-F16D-E88C-6703-AA69B213B686}"/>
              </a:ext>
            </a:extLst>
          </p:cNvPr>
          <p:cNvSpPr txBox="1"/>
          <p:nvPr/>
        </p:nvSpPr>
        <p:spPr>
          <a:xfrm>
            <a:off x="6038348" y="5419575"/>
            <a:ext cx="16219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Medico-Legal Team 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61F025B-BF9A-CB00-2D77-634DC27D2C0C}"/>
              </a:ext>
            </a:extLst>
          </p:cNvPr>
          <p:cNvSpPr/>
          <p:nvPr/>
        </p:nvSpPr>
        <p:spPr>
          <a:xfrm>
            <a:off x="7937182" y="5176066"/>
            <a:ext cx="1847850" cy="1010239"/>
          </a:xfrm>
          <a:prstGeom prst="roundRect">
            <a:avLst>
              <a:gd name="adj" fmla="val 13051"/>
            </a:avLst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7E2FE32-3D97-12E4-99CF-899D837443B2}"/>
              </a:ext>
            </a:extLst>
          </p:cNvPr>
          <p:cNvSpPr txBox="1"/>
          <p:nvPr/>
        </p:nvSpPr>
        <p:spPr>
          <a:xfrm>
            <a:off x="8045901" y="5419575"/>
            <a:ext cx="16219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 algn="ctr"/>
            <a:r>
              <a:rPr lang="en-US" sz="1400" dirty="0">
                <a:solidFill>
                  <a:schemeClr val="bg1"/>
                </a:solidFill>
                <a:latin typeface="Manrope" pitchFamily="2" charset="0"/>
              </a:rPr>
              <a:t>Technology Team </a:t>
            </a:r>
          </a:p>
        </p:txBody>
      </p:sp>
      <p:pic>
        <p:nvPicPr>
          <p:cNvPr id="107" name="Graphic 106">
            <a:extLst>
              <a:ext uri="{FF2B5EF4-FFF2-40B4-BE49-F238E27FC236}">
                <a16:creationId xmlns:a16="http://schemas.microsoft.com/office/drawing/2014/main" id="{A4C5A0BE-37B4-8D16-E3E1-6CF9D9DF9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7103" y="327569"/>
            <a:ext cx="1828800" cy="463459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B02019A-40CD-5E3A-8FE3-91DECC623DFE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5FE9E7-1A92-45FD-9CBA-52B7C49E9D40}" type="slidenum">
              <a:rPr lang="en-US" sz="1000" smtClean="0"/>
              <a:pPr algn="ctr"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8316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A763DC94-6B6F-CC05-6496-FE89AD15DB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865830" cy="6858000"/>
          </a:xfrm>
          <a:custGeom>
            <a:avLst/>
            <a:gdLst>
              <a:gd name="connsiteX0" fmla="*/ 0 w 3865830"/>
              <a:gd name="connsiteY0" fmla="*/ 0 h 6858000"/>
              <a:gd name="connsiteX1" fmla="*/ 1804740 w 3865830"/>
              <a:gd name="connsiteY1" fmla="*/ 0 h 6858000"/>
              <a:gd name="connsiteX2" fmla="*/ 1842684 w 3865830"/>
              <a:gd name="connsiteY2" fmla="*/ 19434 h 6858000"/>
              <a:gd name="connsiteX3" fmla="*/ 3865830 w 3865830"/>
              <a:gd name="connsiteY3" fmla="*/ 3418679 h 6858000"/>
              <a:gd name="connsiteX4" fmla="*/ 1842684 w 3865830"/>
              <a:gd name="connsiteY4" fmla="*/ 6817924 h 6858000"/>
              <a:gd name="connsiteX5" fmla="*/ 1764437 w 3865830"/>
              <a:gd name="connsiteY5" fmla="*/ 6858000 h 6858000"/>
              <a:gd name="connsiteX6" fmla="*/ 0 w 38658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5830" h="6858000">
                <a:moveTo>
                  <a:pt x="0" y="0"/>
                </a:moveTo>
                <a:lnTo>
                  <a:pt x="1804740" y="0"/>
                </a:lnTo>
                <a:lnTo>
                  <a:pt x="1842684" y="19434"/>
                </a:lnTo>
                <a:cubicBezTo>
                  <a:pt x="3047761" y="674071"/>
                  <a:pt x="3865830" y="1950840"/>
                  <a:pt x="3865830" y="3418679"/>
                </a:cubicBezTo>
                <a:cubicBezTo>
                  <a:pt x="3865830" y="4886519"/>
                  <a:pt x="3047761" y="6163288"/>
                  <a:pt x="1842684" y="6817924"/>
                </a:cubicBezTo>
                <a:lnTo>
                  <a:pt x="176443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F0F198-9528-2A92-4928-BA4E113F5D48}"/>
              </a:ext>
            </a:extLst>
          </p:cNvPr>
          <p:cNvSpPr/>
          <p:nvPr/>
        </p:nvSpPr>
        <p:spPr>
          <a:xfrm>
            <a:off x="0" y="0"/>
            <a:ext cx="3865830" cy="6858000"/>
          </a:xfrm>
          <a:custGeom>
            <a:avLst/>
            <a:gdLst>
              <a:gd name="connsiteX0" fmla="*/ 0 w 3865830"/>
              <a:gd name="connsiteY0" fmla="*/ 0 h 6858000"/>
              <a:gd name="connsiteX1" fmla="*/ 1804740 w 3865830"/>
              <a:gd name="connsiteY1" fmla="*/ 0 h 6858000"/>
              <a:gd name="connsiteX2" fmla="*/ 1842684 w 3865830"/>
              <a:gd name="connsiteY2" fmla="*/ 19434 h 6858000"/>
              <a:gd name="connsiteX3" fmla="*/ 3865830 w 3865830"/>
              <a:gd name="connsiteY3" fmla="*/ 3418679 h 6858000"/>
              <a:gd name="connsiteX4" fmla="*/ 1842684 w 3865830"/>
              <a:gd name="connsiteY4" fmla="*/ 6817924 h 6858000"/>
              <a:gd name="connsiteX5" fmla="*/ 1764437 w 3865830"/>
              <a:gd name="connsiteY5" fmla="*/ 6858000 h 6858000"/>
              <a:gd name="connsiteX6" fmla="*/ 0 w 38658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5830" h="6858000">
                <a:moveTo>
                  <a:pt x="0" y="0"/>
                </a:moveTo>
                <a:lnTo>
                  <a:pt x="1804740" y="0"/>
                </a:lnTo>
                <a:lnTo>
                  <a:pt x="1842684" y="19434"/>
                </a:lnTo>
                <a:cubicBezTo>
                  <a:pt x="3047761" y="674071"/>
                  <a:pt x="3865830" y="1950840"/>
                  <a:pt x="3865830" y="3418679"/>
                </a:cubicBezTo>
                <a:cubicBezTo>
                  <a:pt x="3865830" y="4886519"/>
                  <a:pt x="3047761" y="6163288"/>
                  <a:pt x="1842684" y="6817924"/>
                </a:cubicBezTo>
                <a:lnTo>
                  <a:pt x="1764437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6700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  <a:gs pos="15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965B3F7-C0C3-4768-8F78-610427323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907" y="2788749"/>
            <a:ext cx="2371725" cy="45720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6DB7E5-C1F4-E3BE-955B-4C9807902C64}"/>
              </a:ext>
            </a:extLst>
          </p:cNvPr>
          <p:cNvGrpSpPr/>
          <p:nvPr/>
        </p:nvGrpSpPr>
        <p:grpSpPr>
          <a:xfrm>
            <a:off x="1789671" y="2056478"/>
            <a:ext cx="547833" cy="547833"/>
            <a:chOff x="612721" y="2137960"/>
            <a:chExt cx="547833" cy="54783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E9537AE-1BD6-4E1D-B63A-393D31E7BDF7}"/>
                </a:ext>
              </a:extLst>
            </p:cNvPr>
            <p:cNvSpPr/>
            <p:nvPr/>
          </p:nvSpPr>
          <p:spPr>
            <a:xfrm>
              <a:off x="612721" y="2137960"/>
              <a:ext cx="547833" cy="547833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ts val="1000"/>
                </a:spcBef>
              </a:pPr>
              <a:endParaRPr lang="en-US" sz="1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564F089-321A-4D84-ACE7-392B60D6DA80}"/>
                </a:ext>
              </a:extLst>
            </p:cNvPr>
            <p:cNvGrpSpPr/>
            <p:nvPr/>
          </p:nvGrpSpPr>
          <p:grpSpPr>
            <a:xfrm>
              <a:off x="776080" y="2301838"/>
              <a:ext cx="221114" cy="220076"/>
              <a:chOff x="9682163" y="3494088"/>
              <a:chExt cx="338137" cy="336551"/>
            </a:xfrm>
            <a:solidFill>
              <a:schemeClr val="accent1"/>
            </a:solidFill>
          </p:grpSpPr>
          <p:sp>
            <p:nvSpPr>
              <p:cNvPr id="42" name="Rectangle 18">
                <a:extLst>
                  <a:ext uri="{FF2B5EF4-FFF2-40B4-BE49-F238E27FC236}">
                    <a16:creationId xmlns:a16="http://schemas.microsoft.com/office/drawing/2014/main" id="{BB0FF581-4A37-4534-8924-F82E15EB7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0" y="3687763"/>
                <a:ext cx="30162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19">
                <a:extLst>
                  <a:ext uri="{FF2B5EF4-FFF2-40B4-BE49-F238E27FC236}">
                    <a16:creationId xmlns:a16="http://schemas.microsoft.com/office/drawing/2014/main" id="{A07FF602-6F2A-4B86-8BB0-1D503C820D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82163" y="3494088"/>
                <a:ext cx="338137" cy="163513"/>
              </a:xfrm>
              <a:custGeom>
                <a:avLst/>
                <a:gdLst>
                  <a:gd name="T0" fmla="*/ 1955 w 2048"/>
                  <a:gd name="T1" fmla="*/ 372 h 993"/>
                  <a:gd name="T2" fmla="*/ 1427 w 2048"/>
                  <a:gd name="T3" fmla="*/ 372 h 993"/>
                  <a:gd name="T4" fmla="*/ 1427 w 2048"/>
                  <a:gd name="T5" fmla="*/ 93 h 993"/>
                  <a:gd name="T6" fmla="*/ 1334 w 2048"/>
                  <a:gd name="T7" fmla="*/ 0 h 993"/>
                  <a:gd name="T8" fmla="*/ 714 w 2048"/>
                  <a:gd name="T9" fmla="*/ 0 h 993"/>
                  <a:gd name="T10" fmla="*/ 621 w 2048"/>
                  <a:gd name="T11" fmla="*/ 93 h 993"/>
                  <a:gd name="T12" fmla="*/ 621 w 2048"/>
                  <a:gd name="T13" fmla="*/ 372 h 993"/>
                  <a:gd name="T14" fmla="*/ 93 w 2048"/>
                  <a:gd name="T15" fmla="*/ 372 h 993"/>
                  <a:gd name="T16" fmla="*/ 0 w 2048"/>
                  <a:gd name="T17" fmla="*/ 465 h 993"/>
                  <a:gd name="T18" fmla="*/ 0 w 2048"/>
                  <a:gd name="T19" fmla="*/ 781 h 993"/>
                  <a:gd name="T20" fmla="*/ 93 w 2048"/>
                  <a:gd name="T21" fmla="*/ 804 h 993"/>
                  <a:gd name="T22" fmla="*/ 186 w 2048"/>
                  <a:gd name="T23" fmla="*/ 827 h 993"/>
                  <a:gd name="T24" fmla="*/ 849 w 2048"/>
                  <a:gd name="T25" fmla="*/ 993 h 993"/>
                  <a:gd name="T26" fmla="*/ 1199 w 2048"/>
                  <a:gd name="T27" fmla="*/ 993 h 993"/>
                  <a:gd name="T28" fmla="*/ 1862 w 2048"/>
                  <a:gd name="T29" fmla="*/ 827 h 993"/>
                  <a:gd name="T30" fmla="*/ 1955 w 2048"/>
                  <a:gd name="T31" fmla="*/ 804 h 993"/>
                  <a:gd name="T32" fmla="*/ 2048 w 2048"/>
                  <a:gd name="T33" fmla="*/ 781 h 993"/>
                  <a:gd name="T34" fmla="*/ 2048 w 2048"/>
                  <a:gd name="T35" fmla="*/ 465 h 993"/>
                  <a:gd name="T36" fmla="*/ 1955 w 2048"/>
                  <a:gd name="T37" fmla="*/ 372 h 993"/>
                  <a:gd name="T38" fmla="*/ 1241 w 2048"/>
                  <a:gd name="T39" fmla="*/ 372 h 993"/>
                  <a:gd name="T40" fmla="*/ 807 w 2048"/>
                  <a:gd name="T41" fmla="*/ 372 h 993"/>
                  <a:gd name="T42" fmla="*/ 807 w 2048"/>
                  <a:gd name="T43" fmla="*/ 186 h 993"/>
                  <a:gd name="T44" fmla="*/ 1241 w 2048"/>
                  <a:gd name="T45" fmla="*/ 186 h 993"/>
                  <a:gd name="T46" fmla="*/ 1241 w 2048"/>
                  <a:gd name="T47" fmla="*/ 372 h 9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48" h="993">
                    <a:moveTo>
                      <a:pt x="1955" y="372"/>
                    </a:moveTo>
                    <a:cubicBezTo>
                      <a:pt x="1427" y="372"/>
                      <a:pt x="1427" y="372"/>
                      <a:pt x="1427" y="372"/>
                    </a:cubicBezTo>
                    <a:cubicBezTo>
                      <a:pt x="1427" y="93"/>
                      <a:pt x="1427" y="93"/>
                      <a:pt x="1427" y="93"/>
                    </a:cubicBezTo>
                    <a:cubicBezTo>
                      <a:pt x="1427" y="42"/>
                      <a:pt x="1386" y="0"/>
                      <a:pt x="1334" y="0"/>
                    </a:cubicBezTo>
                    <a:cubicBezTo>
                      <a:pt x="714" y="0"/>
                      <a:pt x="714" y="0"/>
                      <a:pt x="714" y="0"/>
                    </a:cubicBezTo>
                    <a:cubicBezTo>
                      <a:pt x="662" y="0"/>
                      <a:pt x="621" y="42"/>
                      <a:pt x="621" y="93"/>
                    </a:cubicBezTo>
                    <a:cubicBezTo>
                      <a:pt x="621" y="372"/>
                      <a:pt x="621" y="372"/>
                      <a:pt x="621" y="372"/>
                    </a:cubicBezTo>
                    <a:cubicBezTo>
                      <a:pt x="93" y="372"/>
                      <a:pt x="93" y="372"/>
                      <a:pt x="93" y="372"/>
                    </a:cubicBezTo>
                    <a:cubicBezTo>
                      <a:pt x="42" y="372"/>
                      <a:pt x="0" y="414"/>
                      <a:pt x="0" y="465"/>
                    </a:cubicBezTo>
                    <a:cubicBezTo>
                      <a:pt x="0" y="781"/>
                      <a:pt x="0" y="781"/>
                      <a:pt x="0" y="781"/>
                    </a:cubicBezTo>
                    <a:cubicBezTo>
                      <a:pt x="93" y="804"/>
                      <a:pt x="93" y="804"/>
                      <a:pt x="93" y="804"/>
                    </a:cubicBezTo>
                    <a:cubicBezTo>
                      <a:pt x="186" y="827"/>
                      <a:pt x="186" y="827"/>
                      <a:pt x="186" y="827"/>
                    </a:cubicBezTo>
                    <a:cubicBezTo>
                      <a:pt x="849" y="993"/>
                      <a:pt x="849" y="993"/>
                      <a:pt x="849" y="993"/>
                    </a:cubicBezTo>
                    <a:cubicBezTo>
                      <a:pt x="1199" y="993"/>
                      <a:pt x="1199" y="993"/>
                      <a:pt x="1199" y="993"/>
                    </a:cubicBezTo>
                    <a:cubicBezTo>
                      <a:pt x="1862" y="827"/>
                      <a:pt x="1862" y="827"/>
                      <a:pt x="1862" y="827"/>
                    </a:cubicBezTo>
                    <a:cubicBezTo>
                      <a:pt x="1955" y="804"/>
                      <a:pt x="1955" y="804"/>
                      <a:pt x="1955" y="804"/>
                    </a:cubicBezTo>
                    <a:cubicBezTo>
                      <a:pt x="2048" y="781"/>
                      <a:pt x="2048" y="781"/>
                      <a:pt x="2048" y="781"/>
                    </a:cubicBezTo>
                    <a:cubicBezTo>
                      <a:pt x="2048" y="465"/>
                      <a:pt x="2048" y="465"/>
                      <a:pt x="2048" y="465"/>
                    </a:cubicBezTo>
                    <a:cubicBezTo>
                      <a:pt x="2048" y="414"/>
                      <a:pt x="2006" y="372"/>
                      <a:pt x="1955" y="372"/>
                    </a:cubicBezTo>
                    <a:close/>
                    <a:moveTo>
                      <a:pt x="1241" y="372"/>
                    </a:moveTo>
                    <a:cubicBezTo>
                      <a:pt x="807" y="372"/>
                      <a:pt x="807" y="372"/>
                      <a:pt x="807" y="372"/>
                    </a:cubicBezTo>
                    <a:cubicBezTo>
                      <a:pt x="807" y="186"/>
                      <a:pt x="807" y="186"/>
                      <a:pt x="807" y="186"/>
                    </a:cubicBezTo>
                    <a:cubicBezTo>
                      <a:pt x="1241" y="186"/>
                      <a:pt x="1241" y="186"/>
                      <a:pt x="1241" y="186"/>
                    </a:cubicBezTo>
                    <a:lnTo>
                      <a:pt x="1241" y="3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20">
                <a:extLst>
                  <a:ext uri="{FF2B5EF4-FFF2-40B4-BE49-F238E27FC236}">
                    <a16:creationId xmlns:a16="http://schemas.microsoft.com/office/drawing/2014/main" id="{D48B3862-EA81-4134-8092-D6C96813E2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2163" y="3654426"/>
                <a:ext cx="338137" cy="176213"/>
              </a:xfrm>
              <a:custGeom>
                <a:avLst/>
                <a:gdLst>
                  <a:gd name="T0" fmla="*/ 1955 w 2048"/>
                  <a:gd name="T1" fmla="*/ 23 h 1075"/>
                  <a:gd name="T2" fmla="*/ 1862 w 2048"/>
                  <a:gd name="T3" fmla="*/ 46 h 1075"/>
                  <a:gd name="T4" fmla="*/ 1303 w 2048"/>
                  <a:gd name="T5" fmla="*/ 186 h 1075"/>
                  <a:gd name="T6" fmla="*/ 1303 w 2048"/>
                  <a:gd name="T7" fmla="*/ 485 h 1075"/>
                  <a:gd name="T8" fmla="*/ 1210 w 2048"/>
                  <a:gd name="T9" fmla="*/ 579 h 1075"/>
                  <a:gd name="T10" fmla="*/ 838 w 2048"/>
                  <a:gd name="T11" fmla="*/ 579 h 1075"/>
                  <a:gd name="T12" fmla="*/ 745 w 2048"/>
                  <a:gd name="T13" fmla="*/ 485 h 1075"/>
                  <a:gd name="T14" fmla="*/ 745 w 2048"/>
                  <a:gd name="T15" fmla="*/ 186 h 1075"/>
                  <a:gd name="T16" fmla="*/ 186 w 2048"/>
                  <a:gd name="T17" fmla="*/ 46 h 1075"/>
                  <a:gd name="T18" fmla="*/ 93 w 2048"/>
                  <a:gd name="T19" fmla="*/ 23 h 1075"/>
                  <a:gd name="T20" fmla="*/ 0 w 2048"/>
                  <a:gd name="T21" fmla="*/ 0 h 1075"/>
                  <a:gd name="T22" fmla="*/ 0 w 2048"/>
                  <a:gd name="T23" fmla="*/ 982 h 1075"/>
                  <a:gd name="T24" fmla="*/ 93 w 2048"/>
                  <a:gd name="T25" fmla="*/ 1075 h 1075"/>
                  <a:gd name="T26" fmla="*/ 1955 w 2048"/>
                  <a:gd name="T27" fmla="*/ 1075 h 1075"/>
                  <a:gd name="T28" fmla="*/ 2048 w 2048"/>
                  <a:gd name="T29" fmla="*/ 982 h 1075"/>
                  <a:gd name="T30" fmla="*/ 2048 w 2048"/>
                  <a:gd name="T31" fmla="*/ 0 h 1075"/>
                  <a:gd name="T32" fmla="*/ 1955 w 2048"/>
                  <a:gd name="T33" fmla="*/ 23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48" h="1075">
                    <a:moveTo>
                      <a:pt x="1955" y="23"/>
                    </a:moveTo>
                    <a:cubicBezTo>
                      <a:pt x="1862" y="46"/>
                      <a:pt x="1862" y="46"/>
                      <a:pt x="1862" y="46"/>
                    </a:cubicBezTo>
                    <a:cubicBezTo>
                      <a:pt x="1303" y="186"/>
                      <a:pt x="1303" y="186"/>
                      <a:pt x="1303" y="186"/>
                    </a:cubicBezTo>
                    <a:cubicBezTo>
                      <a:pt x="1303" y="485"/>
                      <a:pt x="1303" y="485"/>
                      <a:pt x="1303" y="485"/>
                    </a:cubicBezTo>
                    <a:cubicBezTo>
                      <a:pt x="1303" y="537"/>
                      <a:pt x="1262" y="579"/>
                      <a:pt x="1210" y="579"/>
                    </a:cubicBezTo>
                    <a:cubicBezTo>
                      <a:pt x="838" y="579"/>
                      <a:pt x="838" y="579"/>
                      <a:pt x="838" y="579"/>
                    </a:cubicBezTo>
                    <a:cubicBezTo>
                      <a:pt x="786" y="579"/>
                      <a:pt x="745" y="537"/>
                      <a:pt x="745" y="485"/>
                    </a:cubicBezTo>
                    <a:cubicBezTo>
                      <a:pt x="745" y="186"/>
                      <a:pt x="745" y="186"/>
                      <a:pt x="745" y="186"/>
                    </a:cubicBezTo>
                    <a:cubicBezTo>
                      <a:pt x="186" y="46"/>
                      <a:pt x="186" y="46"/>
                      <a:pt x="186" y="46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82"/>
                      <a:pt x="0" y="982"/>
                      <a:pt x="0" y="982"/>
                    </a:cubicBezTo>
                    <a:cubicBezTo>
                      <a:pt x="0" y="1033"/>
                      <a:pt x="42" y="1075"/>
                      <a:pt x="93" y="1075"/>
                    </a:cubicBezTo>
                    <a:cubicBezTo>
                      <a:pt x="1955" y="1075"/>
                      <a:pt x="1955" y="1075"/>
                      <a:pt x="1955" y="1075"/>
                    </a:cubicBezTo>
                    <a:cubicBezTo>
                      <a:pt x="2006" y="1075"/>
                      <a:pt x="2048" y="1033"/>
                      <a:pt x="2048" y="982"/>
                    </a:cubicBezTo>
                    <a:cubicBezTo>
                      <a:pt x="2048" y="0"/>
                      <a:pt x="2048" y="0"/>
                      <a:pt x="2048" y="0"/>
                    </a:cubicBezTo>
                    <a:lnTo>
                      <a:pt x="1955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AD653AB-7048-4500-880A-A8317B4843B9}"/>
              </a:ext>
            </a:extLst>
          </p:cNvPr>
          <p:cNvSpPr txBox="1"/>
          <p:nvPr/>
        </p:nvSpPr>
        <p:spPr>
          <a:xfrm>
            <a:off x="5105658" y="2144903"/>
            <a:ext cx="461665" cy="2941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latin typeface="+mj-lt"/>
              </a:rPr>
              <a:t>CMS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66AD47-813D-4DA5-998F-E5469FE0D559}"/>
              </a:ext>
            </a:extLst>
          </p:cNvPr>
          <p:cNvSpPr txBox="1"/>
          <p:nvPr/>
        </p:nvSpPr>
        <p:spPr>
          <a:xfrm>
            <a:off x="7730608" y="2144903"/>
            <a:ext cx="540212" cy="2941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latin typeface="+mj-lt"/>
              </a:rPr>
              <a:t>SMEs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AF416E-806E-4B3D-9F84-799851877019}"/>
              </a:ext>
            </a:extLst>
          </p:cNvPr>
          <p:cNvSpPr txBox="1"/>
          <p:nvPr/>
        </p:nvSpPr>
        <p:spPr>
          <a:xfrm>
            <a:off x="10167406" y="2144903"/>
            <a:ext cx="907301" cy="2941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latin typeface="+mj-lt"/>
              </a:rPr>
              <a:t>Advisors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FFA75F-1990-403B-920B-20C5C9AD7BA9}"/>
              </a:ext>
            </a:extLst>
          </p:cNvPr>
          <p:cNvSpPr txBox="1"/>
          <p:nvPr/>
        </p:nvSpPr>
        <p:spPr>
          <a:xfrm>
            <a:off x="10223605" y="5011001"/>
            <a:ext cx="775853" cy="2941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latin typeface="+mj-lt"/>
              </a:rPr>
              <a:t>IT Team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54405C-DAE6-4769-97FE-2F6773474844}"/>
              </a:ext>
            </a:extLst>
          </p:cNvPr>
          <p:cNvSpPr txBox="1"/>
          <p:nvPr/>
        </p:nvSpPr>
        <p:spPr>
          <a:xfrm>
            <a:off x="7148975" y="5011001"/>
            <a:ext cx="1686359" cy="2941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latin typeface="+mj-lt"/>
              </a:rPr>
              <a:t>Pharmacologists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2F79E-D1A8-4452-A1A8-8A71E2AE7C50}"/>
              </a:ext>
            </a:extLst>
          </p:cNvPr>
          <p:cNvSpPr txBox="1"/>
          <p:nvPr/>
        </p:nvSpPr>
        <p:spPr>
          <a:xfrm>
            <a:off x="4626674" y="5011001"/>
            <a:ext cx="1473160" cy="2941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latin typeface="+mj-lt"/>
              </a:rPr>
              <a:t>Medical Expert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78FDE9-ED58-4DB5-A3DD-A69943EEA04B}"/>
              </a:ext>
            </a:extLst>
          </p:cNvPr>
          <p:cNvSpPr/>
          <p:nvPr/>
        </p:nvSpPr>
        <p:spPr>
          <a:xfrm>
            <a:off x="1516454" y="3193775"/>
            <a:ext cx="1076325" cy="373856"/>
          </a:xfrm>
          <a:prstGeom prst="roundRect">
            <a:avLst>
              <a:gd name="adj" fmla="val 10785"/>
            </a:avLst>
          </a:prstGeom>
          <a:gradFill flip="none" rotWithShape="1">
            <a:gsLst>
              <a:gs pos="0">
                <a:srgbClr val="014EA1"/>
              </a:gs>
              <a:gs pos="100000">
                <a:srgbClr val="00B6AB"/>
              </a:gs>
            </a:gsLst>
            <a:lin ang="2700000" scaled="1"/>
            <a:tileRect/>
          </a:gradFill>
          <a:ln>
            <a:noFill/>
          </a:ln>
          <a:effectLst>
            <a:outerShdw blurRad="190500" dist="88900" dir="5400000" algn="t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 dirty="0">
                <a:latin typeface="+mj-lt"/>
              </a:rPr>
              <a:t>TEAM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F36C47-DC7D-6A51-C214-03B2E7C01CFC}"/>
              </a:ext>
            </a:extLst>
          </p:cNvPr>
          <p:cNvSpPr txBox="1"/>
          <p:nvPr/>
        </p:nvSpPr>
        <p:spPr>
          <a:xfrm>
            <a:off x="4105275" y="2513022"/>
            <a:ext cx="247650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spcAft>
                <a:spcPts val="600"/>
              </a:spcAft>
              <a:buClr>
                <a:schemeClr val="accent2"/>
              </a:buClr>
              <a:buSzPts val="1200"/>
            </a:pPr>
            <a:r>
              <a:rPr lang="en-US" sz="1100" u="none" strike="noStrike" dirty="0"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Coordinating between all stakeholders, our Case Managers keep operations on track, ensuring timely updates and decisions.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0A1A8C-8E7C-4B06-2625-3F57D03D484C}"/>
              </a:ext>
            </a:extLst>
          </p:cNvPr>
          <p:cNvSpPr txBox="1"/>
          <p:nvPr/>
        </p:nvSpPr>
        <p:spPr>
          <a:xfrm>
            <a:off x="6725943" y="2493972"/>
            <a:ext cx="2599031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spcAft>
                <a:spcPts val="600"/>
              </a:spcAft>
              <a:buClr>
                <a:schemeClr val="accent2"/>
              </a:buClr>
              <a:buSzPts val="1200"/>
            </a:pPr>
            <a:r>
              <a:rPr lang="en-US" sz="1100" u="none" strike="noStrike" dirty="0"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MedShield’s SMEs provide the deep industry-specific knowledge that allows us to stay at the cutting edge of maritime healthcare services.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BEADE-A891-BCF4-9245-5814CFDA52E4}"/>
              </a:ext>
            </a:extLst>
          </p:cNvPr>
          <p:cNvSpPr txBox="1"/>
          <p:nvPr/>
        </p:nvSpPr>
        <p:spPr>
          <a:xfrm>
            <a:off x="9486900" y="2493972"/>
            <a:ext cx="230504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spcAft>
                <a:spcPts val="600"/>
              </a:spcAft>
              <a:buClr>
                <a:schemeClr val="accent2"/>
              </a:buClr>
              <a:buSzPts val="1200"/>
            </a:pPr>
            <a:r>
              <a:rPr lang="en-US" sz="1100" u="none" strike="noStrike" dirty="0"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Specializing in complex maritime claims, this team ensures fair, compliant resolutions based on global regulatory standards.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65AFAB-266E-DA97-154F-206B6E6402DA}"/>
              </a:ext>
            </a:extLst>
          </p:cNvPr>
          <p:cNvSpPr txBox="1"/>
          <p:nvPr/>
        </p:nvSpPr>
        <p:spPr>
          <a:xfrm>
            <a:off x="4199748" y="5475297"/>
            <a:ext cx="2286778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spcAft>
                <a:spcPts val="600"/>
              </a:spcAft>
              <a:buClr>
                <a:schemeClr val="accent2"/>
              </a:buClr>
              <a:buSzPts val="1200"/>
            </a:pPr>
            <a:r>
              <a:rPr lang="en-US" sz="1100" u="none" strike="noStrike" dirty="0"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Our panel of maritime medical specialists, doctors, and nurses provide continuous care from emergency interventions to ongoing treatment.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D4F329-7AE3-DDEC-7558-2321CFB2E4FD}"/>
              </a:ext>
            </a:extLst>
          </p:cNvPr>
          <p:cNvSpPr txBox="1"/>
          <p:nvPr/>
        </p:nvSpPr>
        <p:spPr>
          <a:xfrm>
            <a:off x="6868168" y="5447407"/>
            <a:ext cx="2237732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spcAft>
                <a:spcPts val="600"/>
              </a:spcAft>
              <a:buClr>
                <a:schemeClr val="accent2"/>
              </a:buClr>
              <a:buSzPts val="1200"/>
            </a:pPr>
            <a:r>
              <a:rPr lang="en-US" sz="1100" u="none" strike="noStrike" dirty="0"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Our pharmacologists ensure safe and compliant medication use, while our healthcare strategists focus on improving the overall health and operational efficiency of maritime personnel.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2B81C9-6393-7A2E-0861-B0B31F2DA71E}"/>
              </a:ext>
            </a:extLst>
          </p:cNvPr>
          <p:cNvSpPr txBox="1"/>
          <p:nvPr/>
        </p:nvSpPr>
        <p:spPr>
          <a:xfrm>
            <a:off x="9384803" y="5447407"/>
            <a:ext cx="244524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spcAft>
                <a:spcPts val="600"/>
              </a:spcAft>
              <a:buClr>
                <a:schemeClr val="accent2"/>
              </a:buClr>
              <a:buSzPts val="1200"/>
            </a:pPr>
            <a:r>
              <a:rPr lang="en-US" sz="1100" u="none" strike="noStrike" dirty="0"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Our 24/7/365 tech enablement team ensures that MedShield’s digital infrastructure is always running smoothly, supporting seamless operations and enhancing client satisfaction.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2F835F1-20F3-2EFF-6EB7-B3AB57F37BB2}"/>
              </a:ext>
            </a:extLst>
          </p:cNvPr>
          <p:cNvGrpSpPr/>
          <p:nvPr/>
        </p:nvGrpSpPr>
        <p:grpSpPr>
          <a:xfrm>
            <a:off x="4093369" y="3326629"/>
            <a:ext cx="2450305" cy="1564018"/>
            <a:chOff x="4093369" y="3326629"/>
            <a:chExt cx="2450305" cy="1564018"/>
          </a:xfrm>
        </p:grpSpPr>
        <p:sp>
          <p:nvSpPr>
            <p:cNvPr id="24" name="Picture Placeholder 2">
              <a:extLst>
                <a:ext uri="{FF2B5EF4-FFF2-40B4-BE49-F238E27FC236}">
                  <a16:creationId xmlns:a16="http://schemas.microsoft.com/office/drawing/2014/main" id="{F9A02DBB-35D3-2DFC-8C5F-70E87ABD9CBD}"/>
                </a:ext>
              </a:extLst>
            </p:cNvPr>
            <p:cNvSpPr txBox="1">
              <a:spLocks/>
            </p:cNvSpPr>
            <p:nvPr/>
          </p:nvSpPr>
          <p:spPr>
            <a:xfrm>
              <a:off x="4095750" y="3326629"/>
              <a:ext cx="2445203" cy="1564018"/>
            </a:xfrm>
            <a:prstGeom prst="roundRect">
              <a:avLst>
                <a:gd name="adj" fmla="val 711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00B6AB"/>
                </a:gs>
              </a:gsLst>
              <a:lin ang="2700000" scaled="1"/>
            </a:gradFill>
          </p:spPr>
          <p:txBody>
            <a:bodyPr anchor="ctr" anchorCtr="1">
              <a:normAutofit/>
            </a:bodyPr>
            <a:lstStyle>
              <a:lvl1pPr marL="228600" indent="-22860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0D12F6C-C4EF-CD25-3D86-7FF6B1E3CE93}"/>
                </a:ext>
              </a:extLst>
            </p:cNvPr>
            <p:cNvSpPr/>
            <p:nvPr/>
          </p:nvSpPr>
          <p:spPr>
            <a:xfrm>
              <a:off x="4093369" y="3327187"/>
              <a:ext cx="2450305" cy="1507732"/>
            </a:xfrm>
            <a:prstGeom prst="roundRect">
              <a:avLst>
                <a:gd name="adj" fmla="val 6571"/>
              </a:avLst>
            </a:prstGeom>
            <a:blipFill dpi="0" rotWithShape="1">
              <a:blip r:embed="rId3" cstate="print">
                <a:alphaModFix amt="8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1D718C3-6AC0-D45C-6102-9CE3FDFA1AC4}"/>
              </a:ext>
            </a:extLst>
          </p:cNvPr>
          <p:cNvGrpSpPr/>
          <p:nvPr/>
        </p:nvGrpSpPr>
        <p:grpSpPr>
          <a:xfrm>
            <a:off x="9350070" y="476410"/>
            <a:ext cx="2449024" cy="1566262"/>
            <a:chOff x="9350070" y="476410"/>
            <a:chExt cx="2449024" cy="1566262"/>
          </a:xfrm>
        </p:grpSpPr>
        <p:sp>
          <p:nvSpPr>
            <p:cNvPr id="35" name="Picture Placeholder 6">
              <a:extLst>
                <a:ext uri="{FF2B5EF4-FFF2-40B4-BE49-F238E27FC236}">
                  <a16:creationId xmlns:a16="http://schemas.microsoft.com/office/drawing/2014/main" id="{1E8DE576-4BE9-675D-AB00-5BB17453D171}"/>
                </a:ext>
              </a:extLst>
            </p:cNvPr>
            <p:cNvSpPr txBox="1">
              <a:spLocks/>
            </p:cNvSpPr>
            <p:nvPr/>
          </p:nvSpPr>
          <p:spPr>
            <a:xfrm>
              <a:off x="9353550" y="478654"/>
              <a:ext cx="2445203" cy="1564018"/>
            </a:xfrm>
            <a:prstGeom prst="roundRect">
              <a:avLst>
                <a:gd name="adj" fmla="val 711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00B6AB"/>
                </a:gs>
              </a:gsLst>
              <a:lin ang="2700000" scaled="1"/>
            </a:gradFill>
          </p:spPr>
          <p:txBody>
            <a:bodyPr anchor="ctr" anchorCtr="1">
              <a:normAutofit/>
            </a:bodyPr>
            <a:lstStyle>
              <a:lvl1pPr marL="228600" indent="-22860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2502C5E-2B53-621E-652B-5A6D11008C41}"/>
                </a:ext>
              </a:extLst>
            </p:cNvPr>
            <p:cNvSpPr/>
            <p:nvPr/>
          </p:nvSpPr>
          <p:spPr>
            <a:xfrm>
              <a:off x="9350070" y="476410"/>
              <a:ext cx="2449024" cy="1510533"/>
            </a:xfrm>
            <a:prstGeom prst="roundRect">
              <a:avLst>
                <a:gd name="adj" fmla="val 5986"/>
              </a:avLst>
            </a:prstGeom>
            <a:blipFill>
              <a:blip r:embed="rId4" cstate="print">
                <a:alphaModFix amt="8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6000" contrast="5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 t="167"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7D7EBEE-E245-2A7B-E046-F6EFC7E4EA62}"/>
              </a:ext>
            </a:extLst>
          </p:cNvPr>
          <p:cNvGrpSpPr/>
          <p:nvPr/>
        </p:nvGrpSpPr>
        <p:grpSpPr>
          <a:xfrm>
            <a:off x="6737112" y="495893"/>
            <a:ext cx="2445203" cy="1565651"/>
            <a:chOff x="6737112" y="495893"/>
            <a:chExt cx="2445203" cy="1565651"/>
          </a:xfrm>
        </p:grpSpPr>
        <p:sp>
          <p:nvSpPr>
            <p:cNvPr id="51" name="Picture Placeholder 6">
              <a:extLst>
                <a:ext uri="{FF2B5EF4-FFF2-40B4-BE49-F238E27FC236}">
                  <a16:creationId xmlns:a16="http://schemas.microsoft.com/office/drawing/2014/main" id="{308C74FF-5D3B-8D63-2FBE-28A3473B7C5F}"/>
                </a:ext>
              </a:extLst>
            </p:cNvPr>
            <p:cNvSpPr txBox="1">
              <a:spLocks/>
            </p:cNvSpPr>
            <p:nvPr/>
          </p:nvSpPr>
          <p:spPr>
            <a:xfrm>
              <a:off x="6737112" y="497526"/>
              <a:ext cx="2445203" cy="1564018"/>
            </a:xfrm>
            <a:prstGeom prst="roundRect">
              <a:avLst>
                <a:gd name="adj" fmla="val 711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00B6AB"/>
                </a:gs>
              </a:gsLst>
              <a:lin ang="2700000" scaled="1"/>
            </a:gradFill>
          </p:spPr>
          <p:txBody>
            <a:bodyPr anchor="ctr" anchorCtr="1">
              <a:normAutofit/>
            </a:bodyPr>
            <a:lstStyle>
              <a:lvl1pPr marL="228600" indent="-22860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1F8717F-5F3A-DB23-3041-B684B0D88AF2}"/>
                </a:ext>
              </a:extLst>
            </p:cNvPr>
            <p:cNvSpPr/>
            <p:nvPr/>
          </p:nvSpPr>
          <p:spPr>
            <a:xfrm>
              <a:off x="6741112" y="495893"/>
              <a:ext cx="2438400" cy="1515858"/>
            </a:xfrm>
            <a:prstGeom prst="roundRect">
              <a:avLst>
                <a:gd name="adj" fmla="val 6648"/>
              </a:avLst>
            </a:prstGeom>
            <a:blipFill>
              <a:blip r:embed="rId6" cstate="print">
                <a:alphaModFix amt="8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9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7833058-C1D9-A050-F321-86EB5615060E}"/>
              </a:ext>
            </a:extLst>
          </p:cNvPr>
          <p:cNvGrpSpPr/>
          <p:nvPr/>
        </p:nvGrpSpPr>
        <p:grpSpPr>
          <a:xfrm>
            <a:off x="4098687" y="488817"/>
            <a:ext cx="2445547" cy="1572727"/>
            <a:chOff x="4098687" y="488817"/>
            <a:chExt cx="2445547" cy="1572727"/>
          </a:xfrm>
        </p:grpSpPr>
        <p:sp>
          <p:nvSpPr>
            <p:cNvPr id="40" name="Picture Placeholder 4">
              <a:extLst>
                <a:ext uri="{FF2B5EF4-FFF2-40B4-BE49-F238E27FC236}">
                  <a16:creationId xmlns:a16="http://schemas.microsoft.com/office/drawing/2014/main" id="{1DC98C80-074E-509E-5B24-F88C8589B7A4}"/>
                </a:ext>
              </a:extLst>
            </p:cNvPr>
            <p:cNvSpPr txBox="1">
              <a:spLocks/>
            </p:cNvSpPr>
            <p:nvPr/>
          </p:nvSpPr>
          <p:spPr>
            <a:xfrm>
              <a:off x="4098687" y="497526"/>
              <a:ext cx="2445203" cy="1564018"/>
            </a:xfrm>
            <a:prstGeom prst="roundRect">
              <a:avLst>
                <a:gd name="adj" fmla="val 711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00B6AB"/>
                </a:gs>
              </a:gsLst>
              <a:lin ang="2700000" scaled="1"/>
            </a:gradFill>
          </p:spPr>
          <p:txBody>
            <a:bodyPr anchor="ctr" anchorCtr="1">
              <a:normAutofit/>
            </a:bodyPr>
            <a:lstStyle>
              <a:lvl1pPr marL="228600" indent="-22860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42DF98E-0E08-236C-E92E-A9F4E2F09168}"/>
                </a:ext>
              </a:extLst>
            </p:cNvPr>
            <p:cNvSpPr/>
            <p:nvPr/>
          </p:nvSpPr>
          <p:spPr>
            <a:xfrm>
              <a:off x="4101413" y="488817"/>
              <a:ext cx="2442821" cy="1519278"/>
            </a:xfrm>
            <a:prstGeom prst="roundRect">
              <a:avLst>
                <a:gd name="adj" fmla="val 7203"/>
              </a:avLst>
            </a:prstGeom>
            <a:blipFill>
              <a:blip r:embed="rId8" cstate="print">
                <a:alphaModFix amt="8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09D6CA-EF04-9315-7D11-48EB4FA59765}"/>
              </a:ext>
            </a:extLst>
          </p:cNvPr>
          <p:cNvGrpSpPr/>
          <p:nvPr/>
        </p:nvGrpSpPr>
        <p:grpSpPr>
          <a:xfrm>
            <a:off x="6700896" y="3317662"/>
            <a:ext cx="2473840" cy="1582510"/>
            <a:chOff x="6700896" y="3317662"/>
            <a:chExt cx="2473840" cy="1582510"/>
          </a:xfrm>
        </p:grpSpPr>
        <p:sp>
          <p:nvSpPr>
            <p:cNvPr id="25" name="Picture Placeholder 4">
              <a:extLst>
                <a:ext uri="{FF2B5EF4-FFF2-40B4-BE49-F238E27FC236}">
                  <a16:creationId xmlns:a16="http://schemas.microsoft.com/office/drawing/2014/main" id="{A558070C-EDB2-6162-1867-6B14F5209C3C}"/>
                </a:ext>
              </a:extLst>
            </p:cNvPr>
            <p:cNvSpPr txBox="1">
              <a:spLocks/>
            </p:cNvSpPr>
            <p:nvPr/>
          </p:nvSpPr>
          <p:spPr>
            <a:xfrm>
              <a:off x="6715125" y="3336154"/>
              <a:ext cx="2445203" cy="1564018"/>
            </a:xfrm>
            <a:prstGeom prst="roundRect">
              <a:avLst>
                <a:gd name="adj" fmla="val 711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00B6AB"/>
                </a:gs>
              </a:gsLst>
              <a:lin ang="2700000" scaled="1"/>
            </a:gradFill>
          </p:spPr>
          <p:txBody>
            <a:bodyPr anchor="ctr" anchorCtr="1">
              <a:normAutofit/>
            </a:bodyPr>
            <a:lstStyle>
              <a:lvl1pPr marL="228600" indent="-22860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4A5B0E4-C895-984E-D64B-F9A7473E9F8B}"/>
                </a:ext>
              </a:extLst>
            </p:cNvPr>
            <p:cNvSpPr/>
            <p:nvPr/>
          </p:nvSpPr>
          <p:spPr>
            <a:xfrm>
              <a:off x="6700896" y="3317662"/>
              <a:ext cx="2473840" cy="1536805"/>
            </a:xfrm>
            <a:prstGeom prst="roundRect">
              <a:avLst>
                <a:gd name="adj" fmla="val 11365"/>
              </a:avLst>
            </a:prstGeom>
            <a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0271C8D-1F5B-5101-F256-864A2AC3143A}"/>
              </a:ext>
            </a:extLst>
          </p:cNvPr>
          <p:cNvGrpSpPr/>
          <p:nvPr/>
        </p:nvGrpSpPr>
        <p:grpSpPr>
          <a:xfrm>
            <a:off x="9343785" y="3334872"/>
            <a:ext cx="2454968" cy="1565300"/>
            <a:chOff x="9343785" y="3334872"/>
            <a:chExt cx="2454968" cy="1565300"/>
          </a:xfrm>
        </p:grpSpPr>
        <p:sp>
          <p:nvSpPr>
            <p:cNvPr id="26" name="Picture Placeholder 6">
              <a:extLst>
                <a:ext uri="{FF2B5EF4-FFF2-40B4-BE49-F238E27FC236}">
                  <a16:creationId xmlns:a16="http://schemas.microsoft.com/office/drawing/2014/main" id="{3C09F4A3-4C9A-D7F2-B694-76F2ADD812D0}"/>
                </a:ext>
              </a:extLst>
            </p:cNvPr>
            <p:cNvSpPr txBox="1">
              <a:spLocks/>
            </p:cNvSpPr>
            <p:nvPr/>
          </p:nvSpPr>
          <p:spPr>
            <a:xfrm>
              <a:off x="9353550" y="3336154"/>
              <a:ext cx="2445203" cy="1564018"/>
            </a:xfrm>
            <a:prstGeom prst="roundRect">
              <a:avLst>
                <a:gd name="adj" fmla="val 711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00B6AB"/>
                </a:gs>
              </a:gsLst>
              <a:lin ang="2700000" scaled="1"/>
            </a:gradFill>
          </p:spPr>
          <p:txBody>
            <a:bodyPr anchor="ctr" anchorCtr="1">
              <a:normAutofit/>
            </a:bodyPr>
            <a:lstStyle>
              <a:lvl1pPr marL="228600" indent="-228600" algn="ct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48451A1-44A4-C7D1-EB4A-BFB348890525}"/>
                </a:ext>
              </a:extLst>
            </p:cNvPr>
            <p:cNvSpPr/>
            <p:nvPr/>
          </p:nvSpPr>
          <p:spPr>
            <a:xfrm>
              <a:off x="9343785" y="3334872"/>
              <a:ext cx="2451207" cy="1521438"/>
            </a:xfrm>
            <a:prstGeom prst="roundRect">
              <a:avLst>
                <a:gd name="adj" fmla="val 6861"/>
              </a:avLst>
            </a:prstGeom>
            <a:blipFill>
              <a:blip r:embed="rId10" cstate="print">
                <a:alphaModFix amt="8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DD1F499-83CC-D5EE-DE9E-310451E09409}"/>
              </a:ext>
            </a:extLst>
          </p:cNvPr>
          <p:cNvSpPr/>
          <p:nvPr/>
        </p:nvSpPr>
        <p:spPr>
          <a:xfrm>
            <a:off x="12115800" y="1"/>
            <a:ext cx="76200" cy="6857999"/>
          </a:xfrm>
          <a:prstGeom prst="rect">
            <a:avLst/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2335D-17E6-3D75-14AF-1A2A0CEE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9994" y="6557230"/>
            <a:ext cx="381004" cy="195650"/>
          </a:xfrm>
        </p:spPr>
        <p:txBody>
          <a:bodyPr/>
          <a:lstStyle/>
          <a:p>
            <a:pPr algn="ctr"/>
            <a:fld id="{E65FE9E7-1A92-45FD-9CBA-52B7C49E9D40}" type="slidenum">
              <a:rPr lang="en-US" sz="1000" smtClean="0"/>
              <a:pPr algn="ctr"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9877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0" grpId="0"/>
      <p:bldP spid="2" grpId="0" animBg="1"/>
      <p:bldP spid="15" grpId="0"/>
      <p:bldP spid="18" grpId="0"/>
      <p:bldP spid="20" grpId="0"/>
      <p:bldP spid="22" grpId="0"/>
      <p:bldP spid="27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B06489-2AC1-6BE3-B1A4-E50429FD582E}"/>
              </a:ext>
            </a:extLst>
          </p:cNvPr>
          <p:cNvGrpSpPr/>
          <p:nvPr/>
        </p:nvGrpSpPr>
        <p:grpSpPr>
          <a:xfrm>
            <a:off x="1287018" y="1133474"/>
            <a:ext cx="3675507" cy="1419987"/>
            <a:chOff x="1820418" y="371475"/>
            <a:chExt cx="4489109" cy="173431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5207ED-C45A-9B36-5C10-41C16F06259C}"/>
                </a:ext>
              </a:extLst>
            </p:cNvPr>
            <p:cNvSpPr txBox="1"/>
            <p:nvPr/>
          </p:nvSpPr>
          <p:spPr>
            <a:xfrm>
              <a:off x="3949701" y="894175"/>
              <a:ext cx="2359826" cy="862938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000"/>
                </a:spcBef>
              </a:pPr>
              <a:r>
                <a:rPr lang="en-US" sz="1600" b="1" dirty="0">
                  <a:solidFill>
                    <a:schemeClr val="accent1"/>
                  </a:solidFill>
                  <a:latin typeface="+mj-lt"/>
                </a:rPr>
                <a:t>Dr.Desikan Setlur</a:t>
              </a:r>
              <a:br>
                <a:rPr lang="en-US" sz="1600" dirty="0">
                  <a:latin typeface="+mj-lt"/>
                </a:rPr>
              </a:br>
              <a:r>
                <a:rPr lang="en-US" sz="1600" dirty="0">
                  <a:latin typeface="+mj-lt"/>
                </a:rPr>
                <a:t>Founder | CEO 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DAA08F0-578C-EDD6-0911-A4A750423B05}"/>
                </a:ext>
              </a:extLst>
            </p:cNvPr>
            <p:cNvGrpSpPr/>
            <p:nvPr/>
          </p:nvGrpSpPr>
          <p:grpSpPr>
            <a:xfrm>
              <a:off x="1820418" y="371475"/>
              <a:ext cx="1827656" cy="1734312"/>
              <a:chOff x="2087118" y="952500"/>
              <a:chExt cx="1827656" cy="1734312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E709828-45D5-3D65-421E-10946860872C}"/>
                  </a:ext>
                </a:extLst>
              </p:cNvPr>
              <p:cNvSpPr/>
              <p:nvPr/>
            </p:nvSpPr>
            <p:spPr>
              <a:xfrm>
                <a:off x="2087118" y="963930"/>
                <a:ext cx="1722882" cy="1722882"/>
              </a:xfrm>
              <a:prstGeom prst="roundRect">
                <a:avLst>
                  <a:gd name="adj" fmla="val 50000"/>
                </a:avLst>
              </a:prstGeom>
              <a:blipFill>
                <a:blip r:embed="rId2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 w="6350">
                <a:solidFill>
                  <a:schemeClr val="bg1"/>
                </a:solidFill>
              </a:ln>
              <a:effectLst>
                <a:outerShdw blurRad="254000" algn="ctr" rotWithShape="0">
                  <a:prstClr val="black">
                    <a:alpha val="23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9007540-961D-193B-DA73-DC3011BF290C}"/>
                  </a:ext>
                </a:extLst>
              </p:cNvPr>
              <p:cNvSpPr/>
              <p:nvPr/>
            </p:nvSpPr>
            <p:spPr>
              <a:xfrm>
                <a:off x="2095499" y="952500"/>
                <a:ext cx="1819275" cy="172402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68">
              <a:extLst>
                <a:ext uri="{FF2B5EF4-FFF2-40B4-BE49-F238E27FC236}">
                  <a16:creationId xmlns:a16="http://schemas.microsoft.com/office/drawing/2014/main" id="{6E6C5448-1820-EA92-9CE8-5E86793FC0FB}"/>
                </a:ext>
              </a:extLst>
            </p:cNvPr>
            <p:cNvGrpSpPr/>
            <p:nvPr/>
          </p:nvGrpSpPr>
          <p:grpSpPr>
            <a:xfrm>
              <a:off x="3495028" y="1032703"/>
              <a:ext cx="407953" cy="407953"/>
              <a:chOff x="7458434" y="3546838"/>
              <a:chExt cx="360000" cy="360000"/>
            </a:xfrm>
          </p:grpSpPr>
          <p:sp>
            <p:nvSpPr>
              <p:cNvPr id="31" name="Freeform: Shape 47146">
                <a:extLst>
                  <a:ext uri="{FF2B5EF4-FFF2-40B4-BE49-F238E27FC236}">
                    <a16:creationId xmlns:a16="http://schemas.microsoft.com/office/drawing/2014/main" id="{56BE1E82-5BAB-E77A-0092-B576A24FF1D0}"/>
                  </a:ext>
                </a:extLst>
              </p:cNvPr>
              <p:cNvSpPr/>
              <p:nvPr/>
            </p:nvSpPr>
            <p:spPr>
              <a:xfrm>
                <a:off x="7586569" y="3599252"/>
                <a:ext cx="103729" cy="255172"/>
              </a:xfrm>
              <a:custGeom>
                <a:avLst/>
                <a:gdLst/>
                <a:ahLst/>
                <a:cxnLst/>
                <a:rect l="0" t="0" r="0" b="0"/>
                <a:pathLst>
                  <a:path w="226696" h="2303781">
                    <a:moveTo>
                      <a:pt x="0" y="0"/>
                    </a:moveTo>
                    <a:lnTo>
                      <a:pt x="0" y="2303780"/>
                    </a:lnTo>
                    <a:lnTo>
                      <a:pt x="226695" y="1134745"/>
                    </a:lnTo>
                    <a:close/>
                  </a:path>
                </a:pathLst>
              </a:custGeom>
              <a:solidFill>
                <a:srgbClr val="175DC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Oval 85">
                <a:extLst>
                  <a:ext uri="{FF2B5EF4-FFF2-40B4-BE49-F238E27FC236}">
                    <a16:creationId xmlns:a16="http://schemas.microsoft.com/office/drawing/2014/main" id="{4C0A1A26-9B0F-BE0E-2567-44D3A780D1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58434" y="3546838"/>
                <a:ext cx="360000" cy="36000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568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ea typeface="Roboto black" panose="02000000000000000000" pitchFamily="2" charset="0"/>
                  <a:cs typeface="Roboto black" panose="02000000000000000000" pitchFamily="2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10D7786-445E-7DE0-32B5-4B0548ACD16B}"/>
              </a:ext>
            </a:extLst>
          </p:cNvPr>
          <p:cNvGrpSpPr/>
          <p:nvPr/>
        </p:nvGrpSpPr>
        <p:grpSpPr>
          <a:xfrm>
            <a:off x="1257300" y="4305300"/>
            <a:ext cx="4124325" cy="1442527"/>
            <a:chOff x="12192000" y="409575"/>
            <a:chExt cx="5094732" cy="178193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D9B9AC-3BF3-D49F-FF80-DAAE597979A3}"/>
                </a:ext>
              </a:extLst>
            </p:cNvPr>
            <p:cNvSpPr txBox="1"/>
            <p:nvPr/>
          </p:nvSpPr>
          <p:spPr>
            <a:xfrm>
              <a:off x="14330808" y="779875"/>
              <a:ext cx="2955924" cy="83099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spcBef>
                  <a:spcPts val="1000"/>
                </a:spcBef>
              </a:pPr>
              <a:r>
                <a:rPr lang="en-US" sz="1600" b="1" dirty="0">
                  <a:solidFill>
                    <a:schemeClr val="accent1"/>
                  </a:solidFill>
                  <a:latin typeface="+mj-lt"/>
                </a:rPr>
                <a:t>Dr. </a:t>
              </a:r>
              <a:r>
                <a:rPr lang="en-US" sz="1600" b="1" dirty="0" err="1">
                  <a:solidFill>
                    <a:schemeClr val="accent1"/>
                  </a:solidFill>
                  <a:latin typeface="+mj-lt"/>
                </a:rPr>
                <a:t>Princi</a:t>
              </a:r>
              <a:r>
                <a:rPr lang="en-US" sz="1600" b="1" dirty="0">
                  <a:solidFill>
                    <a:schemeClr val="accent1"/>
                  </a:solidFill>
                  <a:latin typeface="+mj-lt"/>
                </a:rPr>
                <a:t> Singh</a:t>
              </a:r>
              <a:br>
                <a:rPr lang="en-US" sz="1600" dirty="0">
                  <a:latin typeface="+mj-lt"/>
                </a:rPr>
              </a:br>
              <a:r>
                <a:rPr lang="en-US" sz="1600" dirty="0">
                  <a:latin typeface="+mj-lt"/>
                </a:rPr>
                <a:t>BDS | Certified Hospital Management Specialist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485DD87-9F09-857E-019C-38D7E0A5DC48}"/>
                </a:ext>
              </a:extLst>
            </p:cNvPr>
            <p:cNvGrpSpPr/>
            <p:nvPr/>
          </p:nvGrpSpPr>
          <p:grpSpPr>
            <a:xfrm>
              <a:off x="12192000" y="409575"/>
              <a:ext cx="1884806" cy="1781937"/>
              <a:chOff x="2020443" y="3905250"/>
              <a:chExt cx="1884806" cy="1781937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A5FE558-14ED-1CE1-E3A0-C6D69F372F89}"/>
                  </a:ext>
                </a:extLst>
              </p:cNvPr>
              <p:cNvSpPr/>
              <p:nvPr/>
            </p:nvSpPr>
            <p:spPr>
              <a:xfrm>
                <a:off x="2020443" y="3907155"/>
                <a:ext cx="1780032" cy="1780032"/>
              </a:xfrm>
              <a:prstGeom prst="roundRect">
                <a:avLst>
                  <a:gd name="adj" fmla="val 50000"/>
                </a:avLst>
              </a:prstGeom>
              <a:blipFill>
                <a:blip r:embed="rId3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 w="6350">
                <a:solidFill>
                  <a:schemeClr val="bg1"/>
                </a:solidFill>
              </a:ln>
              <a:effectLst>
                <a:outerShdw blurRad="254000" algn="ctr" rotWithShape="0">
                  <a:prstClr val="black">
                    <a:alpha val="23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6FEE0BC-AD7B-FBF8-420E-F1D6B5E6930C}"/>
                  </a:ext>
                </a:extLst>
              </p:cNvPr>
              <p:cNvSpPr/>
              <p:nvPr/>
            </p:nvSpPr>
            <p:spPr>
              <a:xfrm>
                <a:off x="2028824" y="3905250"/>
                <a:ext cx="1876425" cy="178117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68">
              <a:extLst>
                <a:ext uri="{FF2B5EF4-FFF2-40B4-BE49-F238E27FC236}">
                  <a16:creationId xmlns:a16="http://schemas.microsoft.com/office/drawing/2014/main" id="{5023FA56-29E5-B76F-CA97-464D27BE637B}"/>
                </a:ext>
              </a:extLst>
            </p:cNvPr>
            <p:cNvGrpSpPr/>
            <p:nvPr/>
          </p:nvGrpSpPr>
          <p:grpSpPr>
            <a:xfrm>
              <a:off x="13925217" y="1096073"/>
              <a:ext cx="407953" cy="407953"/>
              <a:chOff x="7458434" y="3546838"/>
              <a:chExt cx="360000" cy="360000"/>
            </a:xfrm>
          </p:grpSpPr>
          <p:sp>
            <p:nvSpPr>
              <p:cNvPr id="34" name="Freeform: Shape 47146">
                <a:extLst>
                  <a:ext uri="{FF2B5EF4-FFF2-40B4-BE49-F238E27FC236}">
                    <a16:creationId xmlns:a16="http://schemas.microsoft.com/office/drawing/2014/main" id="{D56A3772-9C9E-A102-F43D-6A83614534AB}"/>
                  </a:ext>
                </a:extLst>
              </p:cNvPr>
              <p:cNvSpPr/>
              <p:nvPr/>
            </p:nvSpPr>
            <p:spPr>
              <a:xfrm>
                <a:off x="7586569" y="3599252"/>
                <a:ext cx="103729" cy="255172"/>
              </a:xfrm>
              <a:custGeom>
                <a:avLst/>
                <a:gdLst/>
                <a:ahLst/>
                <a:cxnLst/>
                <a:rect l="0" t="0" r="0" b="0"/>
                <a:pathLst>
                  <a:path w="226696" h="2303781">
                    <a:moveTo>
                      <a:pt x="0" y="0"/>
                    </a:moveTo>
                    <a:lnTo>
                      <a:pt x="0" y="2303780"/>
                    </a:lnTo>
                    <a:lnTo>
                      <a:pt x="226695" y="1134745"/>
                    </a:lnTo>
                    <a:close/>
                  </a:path>
                </a:pathLst>
              </a:custGeom>
              <a:solidFill>
                <a:srgbClr val="175DC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Oval 85">
                <a:extLst>
                  <a:ext uri="{FF2B5EF4-FFF2-40B4-BE49-F238E27FC236}">
                    <a16:creationId xmlns:a16="http://schemas.microsoft.com/office/drawing/2014/main" id="{11825CEE-0744-46D4-17E8-7813491CD0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58434" y="3546838"/>
                <a:ext cx="360000" cy="36000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568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ea typeface="Roboto black" panose="02000000000000000000" pitchFamily="2" charset="0"/>
                  <a:cs typeface="Roboto black" panose="02000000000000000000" pitchFamily="2" charset="0"/>
                </a:endParaRPr>
              </a:p>
            </p:txBody>
          </p:sp>
        </p:grp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EB6CB41-F309-B0BA-6430-A1F4F40D8762}"/>
              </a:ext>
            </a:extLst>
          </p:cNvPr>
          <p:cNvSpPr/>
          <p:nvPr/>
        </p:nvSpPr>
        <p:spPr>
          <a:xfrm>
            <a:off x="0" y="0"/>
            <a:ext cx="934278" cy="6857999"/>
          </a:xfrm>
          <a:prstGeom prst="rect">
            <a:avLst/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54D6059-7E96-4DF6-0AC2-46A5CDF80E70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5FE9E7-1A92-45FD-9CBA-52B7C49E9D40}" type="slidenum">
              <a:rPr lang="en-US" sz="1000" smtClean="0"/>
              <a:pPr algn="ctr"/>
              <a:t>7</a:t>
            </a:fld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82F28-D8D8-F58C-D39E-B117C76C15C2}"/>
              </a:ext>
            </a:extLst>
          </p:cNvPr>
          <p:cNvSpPr txBox="1"/>
          <p:nvPr/>
        </p:nvSpPr>
        <p:spPr>
          <a:xfrm>
            <a:off x="5343524" y="819150"/>
            <a:ext cx="6600825" cy="214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b="1" dirty="0">
                <a:solidFill>
                  <a:srgbClr val="014EA1"/>
                </a:solidFill>
              </a:rPr>
              <a:t>Dr. </a:t>
            </a:r>
            <a:r>
              <a:rPr lang="en-US" sz="900" b="1" dirty="0" err="1">
                <a:solidFill>
                  <a:srgbClr val="014EA1"/>
                </a:solidFill>
              </a:rPr>
              <a:t>Desikan</a:t>
            </a:r>
            <a:r>
              <a:rPr lang="en-US" sz="900" b="1" dirty="0">
                <a:solidFill>
                  <a:srgbClr val="014EA1"/>
                </a:solidFill>
              </a:rPr>
              <a:t> </a:t>
            </a:r>
            <a:r>
              <a:rPr lang="en-US" sz="900" b="1" dirty="0" err="1">
                <a:solidFill>
                  <a:srgbClr val="014EA1"/>
                </a:solidFill>
              </a:rPr>
              <a:t>Setlur</a:t>
            </a:r>
            <a:r>
              <a:rPr lang="en-US" sz="900" b="1" dirty="0">
                <a:solidFill>
                  <a:srgbClr val="014EA1"/>
                </a:solidFill>
              </a:rPr>
              <a:t> – Visionary Founder of MedShield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Revolutionizing Maritime Healthcare</a:t>
            </a:r>
            <a:r>
              <a:rPr lang="en-US" sz="900" dirty="0"/>
              <a:t>: Transformed the industry with a seafarer-first, innovation-led approach.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Strategic Leadership</a:t>
            </a:r>
            <a:r>
              <a:rPr lang="en-US" sz="900" dirty="0"/>
              <a:t>: Over 20 years of expertise driving operational excellence and healthcare delivery at sea.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Academic Excellence</a:t>
            </a:r>
            <a:r>
              <a:rPr lang="en-US" sz="900" dirty="0"/>
              <a:t>: Ph.D. in Maritime Occupational Health &amp; Safety from Swansea University, U.K.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Specialized Expertise</a:t>
            </a:r>
            <a:r>
              <a:rPr lang="en-US" sz="900" dirty="0"/>
              <a:t>: Mastery in medical evacuations, port operations, and claims management.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Global Reach</a:t>
            </a:r>
            <a:r>
              <a:rPr lang="en-US" sz="900" dirty="0"/>
              <a:t>: Leverages a worldwide network and deep industry insight to provide trusted health solutions.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Tech-Driven Solutions</a:t>
            </a:r>
            <a:r>
              <a:rPr lang="en-US" sz="900" dirty="0"/>
              <a:t>: Pioneers seamless, efficient healthcare using cutting-edge technology.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Customer-First Philosophy</a:t>
            </a:r>
            <a:r>
              <a:rPr lang="en-US" sz="900" dirty="0"/>
              <a:t>: Ensures MedShield bridges the gap between medical need and operational demands.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Industry Trailblazer</a:t>
            </a:r>
            <a:r>
              <a:rPr lang="en-US" sz="900" dirty="0"/>
              <a:t>: Continues to set new benchmarks, shaping the future of maritime healthcare globally.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E0217-6414-0163-1CD7-FB8F6DD1945F}"/>
              </a:ext>
            </a:extLst>
          </p:cNvPr>
          <p:cNvSpPr txBox="1"/>
          <p:nvPr/>
        </p:nvSpPr>
        <p:spPr>
          <a:xfrm>
            <a:off x="5381624" y="3879920"/>
            <a:ext cx="6677025" cy="219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rgbClr val="014EA1"/>
                </a:solidFill>
              </a:rPr>
              <a:t>Dr. </a:t>
            </a:r>
            <a:r>
              <a:rPr lang="en-US" sz="1000" b="1" dirty="0" err="1">
                <a:solidFill>
                  <a:srgbClr val="014EA1"/>
                </a:solidFill>
              </a:rPr>
              <a:t>Princi</a:t>
            </a:r>
            <a:r>
              <a:rPr lang="en-US" sz="1000" b="1" dirty="0">
                <a:solidFill>
                  <a:srgbClr val="014EA1"/>
                </a:solidFill>
              </a:rPr>
              <a:t> Singh – Co-Founder of MedShield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014EA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Clinical &amp; Operational Leader</a:t>
            </a:r>
            <a:r>
              <a:rPr lang="en-US" sz="900" dirty="0"/>
              <a:t>: Combines medical expertise with strategic leadership to redefine maritime healthcare.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Academic Foundation</a:t>
            </a:r>
            <a:r>
              <a:rPr lang="en-US" sz="900" dirty="0"/>
              <a:t>: BDS (Dental Surgery) graduate with specialized training in Hospital Management.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Decade of Experience</a:t>
            </a:r>
            <a:r>
              <a:rPr lang="en-US" sz="900" dirty="0"/>
              <a:t>: Over 10 years in healthcare, with a focus on innovation and service delivery.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Telemedicine Pioneer</a:t>
            </a:r>
            <a:r>
              <a:rPr lang="en-US" sz="900" dirty="0"/>
              <a:t>: Leads advancements in remote care and telemedicine for maritime environments.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Global Care Coordination</a:t>
            </a:r>
            <a:r>
              <a:rPr lang="en-US" sz="900" dirty="0"/>
              <a:t>: Drives seamless integration of medical solutions across international operations.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Operational Excellence</a:t>
            </a:r>
            <a:r>
              <a:rPr lang="en-US" sz="900" dirty="0"/>
              <a:t>: Streamlines healthcare delivery and optimizes systems for efficiency and scalability.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Patient-Centered Vision</a:t>
            </a:r>
            <a:r>
              <a:rPr lang="en-US" sz="900" dirty="0"/>
              <a:t>: Champions accessible, tech-driven care tailored to the needs of seafarers.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Driving Growth</a:t>
            </a:r>
            <a:r>
              <a:rPr lang="en-US" sz="900" dirty="0"/>
              <a:t>: Plays a key role in </a:t>
            </a:r>
            <a:r>
              <a:rPr lang="en-US" sz="900" dirty="0" err="1"/>
              <a:t>MedShield’s</a:t>
            </a:r>
            <a:r>
              <a:rPr lang="en-US" sz="900" dirty="0"/>
              <a:t> global expansion and future-focused healthcare strategies.</a:t>
            </a:r>
          </a:p>
        </p:txBody>
      </p:sp>
    </p:spTree>
    <p:extLst>
      <p:ext uri="{BB962C8B-B14F-4D97-AF65-F5344CB8AC3E}">
        <p14:creationId xmlns:p14="http://schemas.microsoft.com/office/powerpoint/2010/main" val="4248373473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person in a safety vest holding a tablet&#10;&#10;AI-generated content may be incorrect.">
            <a:extLst>
              <a:ext uri="{FF2B5EF4-FFF2-40B4-BE49-F238E27FC236}">
                <a16:creationId xmlns:a16="http://schemas.microsoft.com/office/drawing/2014/main" id="{6CD2CF6A-5BDD-F010-0F5E-79C4347E70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1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7015"/>
          <a:stretch/>
        </p:blipFill>
        <p:spPr>
          <a:xfrm>
            <a:off x="3773715" y="0"/>
            <a:ext cx="8418285" cy="6858000"/>
          </a:xfrm>
          <a:prstGeom prst="rect">
            <a:avLst/>
          </a:prstGeom>
        </p:spPr>
      </p:pic>
      <p:pic>
        <p:nvPicPr>
          <p:cNvPr id="37" name="Picture 36" descr="A person in a safety vest holding a tablet&#10;&#10;AI-generated content may be incorrect.">
            <a:extLst>
              <a:ext uri="{FF2B5EF4-FFF2-40B4-BE49-F238E27FC236}">
                <a16:creationId xmlns:a16="http://schemas.microsoft.com/office/drawing/2014/main" id="{B05689FC-17B4-107B-9E7B-DCB468CA0D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799" y="0"/>
            <a:ext cx="2762251" cy="6858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2D30877-2A37-AE20-D07F-942B80544004}"/>
              </a:ext>
            </a:extLst>
          </p:cNvPr>
          <p:cNvGrpSpPr/>
          <p:nvPr/>
        </p:nvGrpSpPr>
        <p:grpSpPr>
          <a:xfrm>
            <a:off x="4790067" y="296421"/>
            <a:ext cx="4011032" cy="799435"/>
            <a:chOff x="3810000" y="1810863"/>
            <a:chExt cx="3714426" cy="7994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78F70B8-9535-FA3D-72ED-EF1CEDCA4ADF}"/>
                </a:ext>
              </a:extLst>
            </p:cNvPr>
            <p:cNvSpPr txBox="1"/>
            <p:nvPr/>
          </p:nvSpPr>
          <p:spPr>
            <a:xfrm>
              <a:off x="3810000" y="2025523"/>
              <a:ext cx="3714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3200" dirty="0"/>
                <a:t>Valuechain Analysis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93F9538-CDF7-382F-A8DB-49205E648CCD}"/>
                </a:ext>
              </a:extLst>
            </p:cNvPr>
            <p:cNvSpPr txBox="1"/>
            <p:nvPr/>
          </p:nvSpPr>
          <p:spPr>
            <a:xfrm>
              <a:off x="3848100" y="1810863"/>
              <a:ext cx="1631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>
                  <a:solidFill>
                    <a:schemeClr val="accent1"/>
                  </a:solidFill>
                  <a:latin typeface="+mj-lt"/>
                </a:rPr>
                <a:t>Maritime Healthcare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682F83C-3263-4C9E-9F08-CBABAF7C8683}"/>
              </a:ext>
            </a:extLst>
          </p:cNvPr>
          <p:cNvSpPr txBox="1"/>
          <p:nvPr/>
        </p:nvSpPr>
        <p:spPr>
          <a:xfrm>
            <a:off x="4874277" y="1003125"/>
            <a:ext cx="4965047" cy="55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z="1200" dirty="0"/>
              <a:t>We use advanced mobile &amp; administrative dashboards to streamline operations, improving both efficiency and client satisfaction.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B4DF8C9-83D3-80BB-8B0C-5516B20E8329}"/>
              </a:ext>
            </a:extLst>
          </p:cNvPr>
          <p:cNvGrpSpPr/>
          <p:nvPr/>
        </p:nvGrpSpPr>
        <p:grpSpPr>
          <a:xfrm>
            <a:off x="628651" y="1"/>
            <a:ext cx="3687887" cy="7010400"/>
            <a:chOff x="1095375" y="346660"/>
            <a:chExt cx="3086258" cy="586674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34068CC-160D-A81E-0A73-3EED24425729}"/>
                </a:ext>
              </a:extLst>
            </p:cNvPr>
            <p:cNvSpPr/>
            <p:nvPr/>
          </p:nvSpPr>
          <p:spPr>
            <a:xfrm>
              <a:off x="1466851" y="346660"/>
              <a:ext cx="2305049" cy="5739816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014EA1"/>
                </a:gs>
                <a:gs pos="100000">
                  <a:srgbClr val="00B6AB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 dirty="0"/>
            </a:p>
          </p:txBody>
        </p:sp>
        <p:pic>
          <p:nvPicPr>
            <p:cNvPr id="21" name="Picture 20" descr="A screen shot of a phone&#10;&#10;AI-generated content may be incorrect.">
              <a:extLst>
                <a:ext uri="{FF2B5EF4-FFF2-40B4-BE49-F238E27FC236}">
                  <a16:creationId xmlns:a16="http://schemas.microsoft.com/office/drawing/2014/main" id="{1EC69B61-1F22-B502-9DA6-1FC4A534D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5375" y="1676321"/>
              <a:ext cx="1174219" cy="2362279"/>
            </a:xfrm>
            <a:prstGeom prst="rect">
              <a:avLst/>
            </a:prstGeom>
            <a:effectLst>
              <a:outerShdw blurRad="50800" dist="76200" dir="12000000" sx="101000" sy="101000" algn="tr" rotWithShape="0">
                <a:prstClr val="black">
                  <a:alpha val="5000"/>
                </a:prstClr>
              </a:outerShdw>
            </a:effectLst>
          </p:spPr>
        </p:pic>
        <p:pic>
          <p:nvPicPr>
            <p:cNvPr id="25" name="Picture 24" descr="A screen shot of a phone&#10;&#10;AI-generated content may be incorrect.">
              <a:extLst>
                <a:ext uri="{FF2B5EF4-FFF2-40B4-BE49-F238E27FC236}">
                  <a16:creationId xmlns:a16="http://schemas.microsoft.com/office/drawing/2014/main" id="{1CD7C8F1-75E2-3038-2FF8-3ADBC6150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1705" y="1711391"/>
              <a:ext cx="1169928" cy="2381251"/>
            </a:xfrm>
            <a:prstGeom prst="rect">
              <a:avLst/>
            </a:prstGeom>
            <a:effectLst>
              <a:outerShdw blurRad="50800" dist="76200" dir="12000000" sx="101000" sy="101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4" name="Picture Placeholder 30" descr="A hand holding a cell phone&#10;&#10;AI-generated content may be incorrect.">
              <a:extLst>
                <a:ext uri="{FF2B5EF4-FFF2-40B4-BE49-F238E27FC236}">
                  <a16:creationId xmlns:a16="http://schemas.microsoft.com/office/drawing/2014/main" id="{FFAE8525-1CE9-3E39-972C-8C3A6C60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75137" y="1019378"/>
              <a:ext cx="2198535" cy="5194030"/>
            </a:xfrm>
            <a:prstGeom prst="rect">
              <a:avLst/>
            </a:prstGeom>
            <a:effectLst>
              <a:outerShdw blurRad="63500" dist="114300" dir="5400000" algn="t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43" name="Picture 42" descr="A person wearing a safety vest and holding a tablet&#10;&#10;AI-generated content may be incorrect.">
            <a:extLst>
              <a:ext uri="{FF2B5EF4-FFF2-40B4-BE49-F238E27FC236}">
                <a16:creationId xmlns:a16="http://schemas.microsoft.com/office/drawing/2014/main" id="{4C52F6B3-1940-5814-1886-706D7D6EBEF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4500" y="1515718"/>
            <a:ext cx="2857500" cy="5342282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CE8C158C-C117-E076-C8FD-7208CB7162C8}"/>
              </a:ext>
            </a:extLst>
          </p:cNvPr>
          <p:cNvGrpSpPr/>
          <p:nvPr/>
        </p:nvGrpSpPr>
        <p:grpSpPr>
          <a:xfrm>
            <a:off x="4253256" y="593003"/>
            <a:ext cx="490745" cy="490744"/>
            <a:chOff x="4775052" y="3633339"/>
            <a:chExt cx="490745" cy="490744"/>
          </a:xfrm>
        </p:grpSpPr>
        <p:sp>
          <p:nvSpPr>
            <p:cNvPr id="12" name="Graphic 5">
              <a:extLst>
                <a:ext uri="{FF2B5EF4-FFF2-40B4-BE49-F238E27FC236}">
                  <a16:creationId xmlns:a16="http://schemas.microsoft.com/office/drawing/2014/main" id="{E5817C02-9826-6425-D14F-99E5758C9BCB}"/>
                </a:ext>
              </a:extLst>
            </p:cNvPr>
            <p:cNvSpPr/>
            <p:nvPr/>
          </p:nvSpPr>
          <p:spPr>
            <a:xfrm>
              <a:off x="4775052" y="3633339"/>
              <a:ext cx="490745" cy="49074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67000">
                  <a:schemeClr val="accent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sz="1400">
                <a:solidFill>
                  <a:schemeClr val="lt1"/>
                </a:solidFill>
              </a:endParaRPr>
            </a:p>
          </p:txBody>
        </p:sp>
        <p:grpSp>
          <p:nvGrpSpPr>
            <p:cNvPr id="44" name="easyIcon">
              <a:extLst>
                <a:ext uri="{FF2B5EF4-FFF2-40B4-BE49-F238E27FC236}">
                  <a16:creationId xmlns:a16="http://schemas.microsoft.com/office/drawing/2014/main" id="{A9D00925-9AC0-C0E7-5E27-2C850BF0A204}"/>
                </a:ext>
              </a:extLst>
            </p:cNvPr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4792619" y="3663793"/>
              <a:ext cx="427082" cy="427081"/>
              <a:chOff x="6778195" y="2066799"/>
              <a:chExt cx="714051" cy="714050"/>
            </a:xfrm>
          </p:grpSpPr>
          <p:sp>
            <p:nvSpPr>
              <p:cNvPr id="45" name="Background">
                <a:extLst>
                  <a:ext uri="{FF2B5EF4-FFF2-40B4-BE49-F238E27FC236}">
                    <a16:creationId xmlns:a16="http://schemas.microsoft.com/office/drawing/2014/main" id="{2A612560-08A7-3494-B56D-77B034929E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778195" y="2066799"/>
                <a:ext cx="714051" cy="714050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7B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 algn="ctr">
                    <a:solidFill>
                      <a:srgbClr val="0067B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3987" tIns="73987" rIns="73987" bIns="73987" rtlCol="0" anchor="ctr"/>
              <a:lstStyle/>
              <a:p>
                <a:pPr algn="ctr" defTabSz="1036198">
                  <a:defRPr/>
                </a:pPr>
                <a:endParaRPr lang="en-US" sz="1600" dirty="0" err="1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  <p:grpSp>
            <p:nvGrpSpPr>
              <p:cNvPr id="46" name="Group 1229">
                <a:extLst>
                  <a:ext uri="{FF2B5EF4-FFF2-40B4-BE49-F238E27FC236}">
                    <a16:creationId xmlns:a16="http://schemas.microsoft.com/office/drawing/2014/main" id="{4312F2D1-B1EC-7D90-9DE6-A11825E5BDA9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6928586" y="2135825"/>
                <a:ext cx="413273" cy="576001"/>
                <a:chOff x="4778375" y="4689476"/>
                <a:chExt cx="508000" cy="708025"/>
              </a:xfrm>
              <a:solidFill>
                <a:schemeClr val="accent2"/>
              </a:solidFill>
            </p:grpSpPr>
            <p:sp>
              <p:nvSpPr>
                <p:cNvPr id="47" name="CLR 0">
                  <a:extLst>
                    <a:ext uri="{FF2B5EF4-FFF2-40B4-BE49-F238E27FC236}">
                      <a16:creationId xmlns:a16="http://schemas.microsoft.com/office/drawing/2014/main" id="{21563665-CB1F-1AB3-7C47-4B6FC3E29E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789488" y="4778376"/>
                  <a:ext cx="485775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" name="CLR 0">
                  <a:extLst>
                    <a:ext uri="{FF2B5EF4-FFF2-40B4-BE49-F238E27FC236}">
                      <a16:creationId xmlns:a16="http://schemas.microsoft.com/office/drawing/2014/main" id="{7CE70B57-A348-8F1B-3A58-98363005FA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789488" y="5286376"/>
                  <a:ext cx="485775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" name="CLR 0">
                  <a:extLst>
                    <a:ext uri="{FF2B5EF4-FFF2-40B4-BE49-F238E27FC236}">
                      <a16:creationId xmlns:a16="http://schemas.microsoft.com/office/drawing/2014/main" id="{21C1E39F-4EDF-D0DA-5903-669491C8CF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778375" y="4689476"/>
                  <a:ext cx="508000" cy="708025"/>
                </a:xfrm>
                <a:custGeom>
                  <a:avLst/>
                  <a:gdLst>
                    <a:gd name="T0" fmla="*/ 160 w 184"/>
                    <a:gd name="T1" fmla="*/ 256 h 256"/>
                    <a:gd name="T2" fmla="*/ 24 w 184"/>
                    <a:gd name="T3" fmla="*/ 256 h 256"/>
                    <a:gd name="T4" fmla="*/ 0 w 184"/>
                    <a:gd name="T5" fmla="*/ 232 h 256"/>
                    <a:gd name="T6" fmla="*/ 0 w 184"/>
                    <a:gd name="T7" fmla="*/ 24 h 256"/>
                    <a:gd name="T8" fmla="*/ 24 w 184"/>
                    <a:gd name="T9" fmla="*/ 0 h 256"/>
                    <a:gd name="T10" fmla="*/ 160 w 184"/>
                    <a:gd name="T11" fmla="*/ 0 h 256"/>
                    <a:gd name="T12" fmla="*/ 184 w 184"/>
                    <a:gd name="T13" fmla="*/ 24 h 256"/>
                    <a:gd name="T14" fmla="*/ 184 w 184"/>
                    <a:gd name="T15" fmla="*/ 232 h 256"/>
                    <a:gd name="T16" fmla="*/ 160 w 184"/>
                    <a:gd name="T17" fmla="*/ 256 h 256"/>
                    <a:gd name="T18" fmla="*/ 24 w 184"/>
                    <a:gd name="T19" fmla="*/ 8 h 256"/>
                    <a:gd name="T20" fmla="*/ 8 w 184"/>
                    <a:gd name="T21" fmla="*/ 24 h 256"/>
                    <a:gd name="T22" fmla="*/ 8 w 184"/>
                    <a:gd name="T23" fmla="*/ 232 h 256"/>
                    <a:gd name="T24" fmla="*/ 24 w 184"/>
                    <a:gd name="T25" fmla="*/ 248 h 256"/>
                    <a:gd name="T26" fmla="*/ 160 w 184"/>
                    <a:gd name="T27" fmla="*/ 248 h 256"/>
                    <a:gd name="T28" fmla="*/ 176 w 184"/>
                    <a:gd name="T29" fmla="*/ 232 h 256"/>
                    <a:gd name="T30" fmla="*/ 176 w 184"/>
                    <a:gd name="T31" fmla="*/ 24 h 256"/>
                    <a:gd name="T32" fmla="*/ 160 w 184"/>
                    <a:gd name="T33" fmla="*/ 8 h 256"/>
                    <a:gd name="T34" fmla="*/ 24 w 184"/>
                    <a:gd name="T35" fmla="*/ 8 h 2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84" h="256">
                      <a:moveTo>
                        <a:pt x="160" y="256"/>
                      </a:moveTo>
                      <a:cubicBezTo>
                        <a:pt x="24" y="256"/>
                        <a:pt x="24" y="256"/>
                        <a:pt x="24" y="256"/>
                      </a:cubicBezTo>
                      <a:cubicBezTo>
                        <a:pt x="11" y="256"/>
                        <a:pt x="0" y="245"/>
                        <a:pt x="0" y="232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11"/>
                        <a:pt x="11" y="0"/>
                        <a:pt x="24" y="0"/>
                      </a:cubicBezTo>
                      <a:cubicBezTo>
                        <a:pt x="160" y="0"/>
                        <a:pt x="160" y="0"/>
                        <a:pt x="160" y="0"/>
                      </a:cubicBezTo>
                      <a:cubicBezTo>
                        <a:pt x="173" y="0"/>
                        <a:pt x="184" y="11"/>
                        <a:pt x="184" y="24"/>
                      </a:cubicBezTo>
                      <a:cubicBezTo>
                        <a:pt x="184" y="232"/>
                        <a:pt x="184" y="232"/>
                        <a:pt x="184" y="232"/>
                      </a:cubicBezTo>
                      <a:cubicBezTo>
                        <a:pt x="184" y="245"/>
                        <a:pt x="173" y="256"/>
                        <a:pt x="160" y="256"/>
                      </a:cubicBezTo>
                      <a:close/>
                      <a:moveTo>
                        <a:pt x="24" y="8"/>
                      </a:moveTo>
                      <a:cubicBezTo>
                        <a:pt x="15" y="8"/>
                        <a:pt x="8" y="15"/>
                        <a:pt x="8" y="24"/>
                      </a:cubicBezTo>
                      <a:cubicBezTo>
                        <a:pt x="8" y="232"/>
                        <a:pt x="8" y="232"/>
                        <a:pt x="8" y="232"/>
                      </a:cubicBezTo>
                      <a:cubicBezTo>
                        <a:pt x="8" y="241"/>
                        <a:pt x="15" y="248"/>
                        <a:pt x="24" y="248"/>
                      </a:cubicBezTo>
                      <a:cubicBezTo>
                        <a:pt x="160" y="248"/>
                        <a:pt x="160" y="248"/>
                        <a:pt x="160" y="248"/>
                      </a:cubicBezTo>
                      <a:cubicBezTo>
                        <a:pt x="169" y="248"/>
                        <a:pt x="176" y="241"/>
                        <a:pt x="176" y="232"/>
                      </a:cubicBezTo>
                      <a:cubicBezTo>
                        <a:pt x="176" y="24"/>
                        <a:pt x="176" y="24"/>
                        <a:pt x="176" y="24"/>
                      </a:cubicBezTo>
                      <a:cubicBezTo>
                        <a:pt x="176" y="15"/>
                        <a:pt x="169" y="8"/>
                        <a:pt x="160" y="8"/>
                      </a:cubicBezTo>
                      <a:lnTo>
                        <a:pt x="24" y="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" name="CLR 0">
                  <a:extLst>
                    <a:ext uri="{FF2B5EF4-FFF2-40B4-BE49-F238E27FC236}">
                      <a16:creationId xmlns:a16="http://schemas.microsoft.com/office/drawing/2014/main" id="{27209CAA-3B78-7DDE-E0DF-682F91EC9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967288" y="4733926"/>
                  <a:ext cx="131763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1" name="CLR 0">
                  <a:extLst>
                    <a:ext uri="{FF2B5EF4-FFF2-40B4-BE49-F238E27FC236}">
                      <a16:creationId xmlns:a16="http://schemas.microsoft.com/office/drawing/2014/main" id="{4BF40DA3-8093-47CF-A4BA-7DBDC6990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010150" y="5330826"/>
                  <a:ext cx="44450" cy="22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" name="CLR 0">
                  <a:extLst>
                    <a:ext uri="{FF2B5EF4-FFF2-40B4-BE49-F238E27FC236}">
                      <a16:creationId xmlns:a16="http://schemas.microsoft.com/office/drawing/2014/main" id="{18995D15-C576-4F1A-D39B-A19424CA597A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4822825" y="4822826"/>
                  <a:ext cx="420688" cy="442913"/>
                </a:xfrm>
                <a:custGeom>
                  <a:avLst/>
                  <a:gdLst>
                    <a:gd name="T0" fmla="*/ 265 w 265"/>
                    <a:gd name="T1" fmla="*/ 279 h 279"/>
                    <a:gd name="T2" fmla="*/ 0 w 265"/>
                    <a:gd name="T3" fmla="*/ 279 h 279"/>
                    <a:gd name="T4" fmla="*/ 0 w 265"/>
                    <a:gd name="T5" fmla="*/ 0 h 279"/>
                    <a:gd name="T6" fmla="*/ 265 w 265"/>
                    <a:gd name="T7" fmla="*/ 0 h 279"/>
                    <a:gd name="T8" fmla="*/ 265 w 265"/>
                    <a:gd name="T9" fmla="*/ 279 h 279"/>
                    <a:gd name="T10" fmla="*/ 14 w 265"/>
                    <a:gd name="T11" fmla="*/ 265 h 279"/>
                    <a:gd name="T12" fmla="*/ 251 w 265"/>
                    <a:gd name="T13" fmla="*/ 265 h 279"/>
                    <a:gd name="T14" fmla="*/ 251 w 265"/>
                    <a:gd name="T15" fmla="*/ 14 h 279"/>
                    <a:gd name="T16" fmla="*/ 14 w 265"/>
                    <a:gd name="T17" fmla="*/ 14 h 279"/>
                    <a:gd name="T18" fmla="*/ 14 w 265"/>
                    <a:gd name="T19" fmla="*/ 265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5" h="279">
                      <a:moveTo>
                        <a:pt x="265" y="279"/>
                      </a:moveTo>
                      <a:lnTo>
                        <a:pt x="0" y="279"/>
                      </a:lnTo>
                      <a:lnTo>
                        <a:pt x="0" y="0"/>
                      </a:lnTo>
                      <a:lnTo>
                        <a:pt x="265" y="0"/>
                      </a:lnTo>
                      <a:lnTo>
                        <a:pt x="265" y="279"/>
                      </a:lnTo>
                      <a:close/>
                      <a:moveTo>
                        <a:pt x="14" y="265"/>
                      </a:moveTo>
                      <a:lnTo>
                        <a:pt x="251" y="265"/>
                      </a:lnTo>
                      <a:lnTo>
                        <a:pt x="251" y="14"/>
                      </a:lnTo>
                      <a:lnTo>
                        <a:pt x="14" y="14"/>
                      </a:lnTo>
                      <a:lnTo>
                        <a:pt x="14" y="2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" name="CLR 1">
                  <a:extLst>
                    <a:ext uri="{FF2B5EF4-FFF2-40B4-BE49-F238E27FC236}">
                      <a16:creationId xmlns:a16="http://schemas.microsoft.com/office/drawing/2014/main" id="{89CECE5D-D6FF-5374-53AA-C2E98BFC78BA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4983163" y="5040313"/>
                  <a:ext cx="100013" cy="36513"/>
                </a:xfrm>
                <a:custGeom>
                  <a:avLst/>
                  <a:gdLst>
                    <a:gd name="T0" fmla="*/ 32 w 36"/>
                    <a:gd name="T1" fmla="*/ 13 h 13"/>
                    <a:gd name="T2" fmla="*/ 4 w 36"/>
                    <a:gd name="T3" fmla="*/ 13 h 13"/>
                    <a:gd name="T4" fmla="*/ 0 w 36"/>
                    <a:gd name="T5" fmla="*/ 6 h 13"/>
                    <a:gd name="T6" fmla="*/ 36 w 36"/>
                    <a:gd name="T7" fmla="*/ 6 h 13"/>
                    <a:gd name="T8" fmla="*/ 32 w 36"/>
                    <a:gd name="T9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3">
                      <a:moveTo>
                        <a:pt x="32" y="13"/>
                      </a:moveTo>
                      <a:cubicBezTo>
                        <a:pt x="24" y="8"/>
                        <a:pt x="12" y="8"/>
                        <a:pt x="4" y="13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11" y="0"/>
                        <a:pt x="25" y="0"/>
                        <a:pt x="36" y="6"/>
                      </a:cubicBezTo>
                      <a:lnTo>
                        <a:pt x="32" y="13"/>
                      </a:ln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" name="CLR 1">
                  <a:extLst>
                    <a:ext uri="{FF2B5EF4-FFF2-40B4-BE49-F238E27FC236}">
                      <a16:creationId xmlns:a16="http://schemas.microsoft.com/office/drawing/2014/main" id="{32F3AD9D-D206-F170-A307-10DA30EDBBCF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4949825" y="4987926"/>
                  <a:ext cx="166688" cy="44450"/>
                </a:xfrm>
                <a:custGeom>
                  <a:avLst/>
                  <a:gdLst>
                    <a:gd name="T0" fmla="*/ 4 w 60"/>
                    <a:gd name="T1" fmla="*/ 16 h 16"/>
                    <a:gd name="T2" fmla="*/ 0 w 60"/>
                    <a:gd name="T3" fmla="*/ 9 h 16"/>
                    <a:gd name="T4" fmla="*/ 30 w 60"/>
                    <a:gd name="T5" fmla="*/ 0 h 16"/>
                    <a:gd name="T6" fmla="*/ 60 w 60"/>
                    <a:gd name="T7" fmla="*/ 9 h 16"/>
                    <a:gd name="T8" fmla="*/ 56 w 60"/>
                    <a:gd name="T9" fmla="*/ 16 h 16"/>
                    <a:gd name="T10" fmla="*/ 4 w 60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16">
                      <a:moveTo>
                        <a:pt x="4" y="16"/>
                      </a:move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9" y="3"/>
                        <a:pt x="19" y="0"/>
                        <a:pt x="30" y="0"/>
                      </a:cubicBezTo>
                      <a:cubicBezTo>
                        <a:pt x="41" y="0"/>
                        <a:pt x="51" y="3"/>
                        <a:pt x="60" y="9"/>
                      </a:cubicBezTo>
                      <a:cubicBezTo>
                        <a:pt x="56" y="16"/>
                        <a:pt x="56" y="16"/>
                        <a:pt x="56" y="16"/>
                      </a:cubicBezTo>
                      <a:cubicBezTo>
                        <a:pt x="40" y="6"/>
                        <a:pt x="20" y="6"/>
                        <a:pt x="4" y="16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5" name="CLR 1">
                  <a:extLst>
                    <a:ext uri="{FF2B5EF4-FFF2-40B4-BE49-F238E27FC236}">
                      <a16:creationId xmlns:a16="http://schemas.microsoft.com/office/drawing/2014/main" id="{463D9A79-9B0A-8D3D-AD36-2CC48D488EFD}"/>
                    </a:ext>
                  </a:extLst>
                </p:cNvPr>
                <p:cNvSpPr>
                  <a:spLocks/>
                </p:cNvSpPr>
                <p:nvPr/>
              </p:nvSpPr>
              <p:spPr bwMode="gray">
                <a:xfrm>
                  <a:off x="4916488" y="4933951"/>
                  <a:ext cx="231775" cy="52388"/>
                </a:xfrm>
                <a:custGeom>
                  <a:avLst/>
                  <a:gdLst>
                    <a:gd name="T0" fmla="*/ 80 w 84"/>
                    <a:gd name="T1" fmla="*/ 19 h 19"/>
                    <a:gd name="T2" fmla="*/ 42 w 84"/>
                    <a:gd name="T3" fmla="*/ 8 h 19"/>
                    <a:gd name="T4" fmla="*/ 4 w 84"/>
                    <a:gd name="T5" fmla="*/ 19 h 19"/>
                    <a:gd name="T6" fmla="*/ 0 w 84"/>
                    <a:gd name="T7" fmla="*/ 13 h 19"/>
                    <a:gd name="T8" fmla="*/ 42 w 84"/>
                    <a:gd name="T9" fmla="*/ 0 h 19"/>
                    <a:gd name="T10" fmla="*/ 42 w 84"/>
                    <a:gd name="T11" fmla="*/ 0 h 19"/>
                    <a:gd name="T12" fmla="*/ 84 w 84"/>
                    <a:gd name="T13" fmla="*/ 13 h 19"/>
                    <a:gd name="T14" fmla="*/ 80 w 84"/>
                    <a:gd name="T15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4" h="19">
                      <a:moveTo>
                        <a:pt x="80" y="19"/>
                      </a:moveTo>
                      <a:cubicBezTo>
                        <a:pt x="69" y="12"/>
                        <a:pt x="56" y="8"/>
                        <a:pt x="42" y="8"/>
                      </a:cubicBezTo>
                      <a:cubicBezTo>
                        <a:pt x="28" y="8"/>
                        <a:pt x="15" y="12"/>
                        <a:pt x="4" y="19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2" y="4"/>
                        <a:pt x="27" y="0"/>
                        <a:pt x="42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57" y="0"/>
                        <a:pt x="72" y="4"/>
                        <a:pt x="84" y="13"/>
                      </a:cubicBezTo>
                      <a:lnTo>
                        <a:pt x="80" y="19"/>
                      </a:ln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" name="CLR 1">
                  <a:extLst>
                    <a:ext uri="{FF2B5EF4-FFF2-40B4-BE49-F238E27FC236}">
                      <a16:creationId xmlns:a16="http://schemas.microsoft.com/office/drawing/2014/main" id="{33532176-719A-C835-6179-3CA3A6A1ECC2}"/>
                    </a:ext>
                  </a:extLst>
                </p:cNvPr>
                <p:cNvSpPr>
                  <a:spLocks noEditPoints="1"/>
                </p:cNvSpPr>
                <p:nvPr/>
              </p:nvSpPr>
              <p:spPr bwMode="gray">
                <a:xfrm>
                  <a:off x="5000625" y="5099051"/>
                  <a:ext cx="65088" cy="66675"/>
                </a:xfrm>
                <a:custGeom>
                  <a:avLst/>
                  <a:gdLst>
                    <a:gd name="T0" fmla="*/ 12 w 24"/>
                    <a:gd name="T1" fmla="*/ 24 h 24"/>
                    <a:gd name="T2" fmla="*/ 0 w 24"/>
                    <a:gd name="T3" fmla="*/ 12 h 24"/>
                    <a:gd name="T4" fmla="*/ 12 w 24"/>
                    <a:gd name="T5" fmla="*/ 0 h 24"/>
                    <a:gd name="T6" fmla="*/ 24 w 24"/>
                    <a:gd name="T7" fmla="*/ 12 h 24"/>
                    <a:gd name="T8" fmla="*/ 12 w 24"/>
                    <a:gd name="T9" fmla="*/ 24 h 24"/>
                    <a:gd name="T10" fmla="*/ 12 w 24"/>
                    <a:gd name="T11" fmla="*/ 8 h 24"/>
                    <a:gd name="T12" fmla="*/ 8 w 24"/>
                    <a:gd name="T13" fmla="*/ 12 h 24"/>
                    <a:gd name="T14" fmla="*/ 12 w 24"/>
                    <a:gd name="T15" fmla="*/ 16 h 24"/>
                    <a:gd name="T16" fmla="*/ 16 w 24"/>
                    <a:gd name="T17" fmla="*/ 12 h 24"/>
                    <a:gd name="T18" fmla="*/ 12 w 24"/>
                    <a:gd name="T19" fmla="*/ 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" h="24">
                      <a:moveTo>
                        <a:pt x="12" y="24"/>
                      </a:moveTo>
                      <a:cubicBezTo>
                        <a:pt x="5" y="24"/>
                        <a:pt x="0" y="19"/>
                        <a:pt x="0" y="12"/>
                      </a:cubicBezTo>
                      <a:cubicBezTo>
                        <a:pt x="0" y="5"/>
                        <a:pt x="5" y="0"/>
                        <a:pt x="12" y="0"/>
                      </a:cubicBezTo>
                      <a:cubicBezTo>
                        <a:pt x="19" y="0"/>
                        <a:pt x="24" y="5"/>
                        <a:pt x="24" y="12"/>
                      </a:cubicBezTo>
                      <a:cubicBezTo>
                        <a:pt x="24" y="19"/>
                        <a:pt x="19" y="24"/>
                        <a:pt x="12" y="24"/>
                      </a:cubicBezTo>
                      <a:close/>
                      <a:moveTo>
                        <a:pt x="12" y="8"/>
                      </a:moveTo>
                      <a:cubicBezTo>
                        <a:pt x="10" y="8"/>
                        <a:pt x="8" y="10"/>
                        <a:pt x="8" y="12"/>
                      </a:cubicBezTo>
                      <a:cubicBezTo>
                        <a:pt x="8" y="14"/>
                        <a:pt x="10" y="16"/>
                        <a:pt x="12" y="16"/>
                      </a:cubicBezTo>
                      <a:cubicBezTo>
                        <a:pt x="14" y="16"/>
                        <a:pt x="16" y="14"/>
                        <a:pt x="16" y="12"/>
                      </a:cubicBezTo>
                      <a:cubicBezTo>
                        <a:pt x="16" y="10"/>
                        <a:pt x="14" y="8"/>
                        <a:pt x="12" y="8"/>
                      </a:cubicBezTo>
                      <a:close/>
                    </a:path>
                  </a:pathLst>
                </a:custGeom>
                <a:solidFill>
                  <a:srgbClr val="1BB6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556" tIns="46777" rIns="93556" bIns="46777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457127">
                    <a:defRPr/>
                  </a:pPr>
                  <a:endPara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44B26976-9F83-4D20-A690-018D2245F0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47103" y="327569"/>
            <a:ext cx="1828800" cy="46345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37E91B2-1137-AC46-8A21-DBD50B354BB2}"/>
              </a:ext>
            </a:extLst>
          </p:cNvPr>
          <p:cNvGrpSpPr/>
          <p:nvPr/>
        </p:nvGrpSpPr>
        <p:grpSpPr>
          <a:xfrm>
            <a:off x="8873399" y="910693"/>
            <a:ext cx="362567" cy="62733"/>
            <a:chOff x="4698603" y="2314262"/>
            <a:chExt cx="362567" cy="6273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11EB9F-91E1-8729-05D7-544CA0B451D5}"/>
                </a:ext>
              </a:extLst>
            </p:cNvPr>
            <p:cNvSpPr/>
            <p:nvPr/>
          </p:nvSpPr>
          <p:spPr>
            <a:xfrm>
              <a:off x="4698603" y="2314262"/>
              <a:ext cx="67743" cy="627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016E57-E6A3-1D81-4550-A656CE24F260}"/>
                </a:ext>
              </a:extLst>
            </p:cNvPr>
            <p:cNvSpPr/>
            <p:nvPr/>
          </p:nvSpPr>
          <p:spPr>
            <a:xfrm>
              <a:off x="4846015" y="2314262"/>
              <a:ext cx="67743" cy="62733"/>
            </a:xfrm>
            <a:prstGeom prst="rect">
              <a:avLst/>
            </a:prstGeom>
            <a:solidFill>
              <a:schemeClr val="accent1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EDB403-0ACE-689C-CFAA-3D98C146B632}"/>
                </a:ext>
              </a:extLst>
            </p:cNvPr>
            <p:cNvSpPr/>
            <p:nvPr/>
          </p:nvSpPr>
          <p:spPr>
            <a:xfrm>
              <a:off x="4993427" y="2314262"/>
              <a:ext cx="67743" cy="62733"/>
            </a:xfrm>
            <a:prstGeom prst="rect">
              <a:avLst/>
            </a:prstGeom>
            <a:solidFill>
              <a:schemeClr val="accent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5A98D4B-8D0D-FEE8-46FD-8803BD3F5C5A}"/>
              </a:ext>
            </a:extLst>
          </p:cNvPr>
          <p:cNvGrpSpPr/>
          <p:nvPr/>
        </p:nvGrpSpPr>
        <p:grpSpPr>
          <a:xfrm>
            <a:off x="4280243" y="5631367"/>
            <a:ext cx="4333861" cy="764978"/>
            <a:chOff x="4337393" y="4920167"/>
            <a:chExt cx="4333861" cy="76497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7CAEBC9-B417-43B0-C800-CC8F61DFC57A}"/>
                </a:ext>
              </a:extLst>
            </p:cNvPr>
            <p:cNvSpPr txBox="1"/>
            <p:nvPr/>
          </p:nvSpPr>
          <p:spPr>
            <a:xfrm>
              <a:off x="4913784" y="4920167"/>
              <a:ext cx="34809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Technology Infrastructure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E2C5EF-38E7-1CD8-431B-834EAB6A1EA5}"/>
                </a:ext>
              </a:extLst>
            </p:cNvPr>
            <p:cNvSpPr txBox="1"/>
            <p:nvPr/>
          </p:nvSpPr>
          <p:spPr>
            <a:xfrm>
              <a:off x="4928912" y="5247333"/>
              <a:ext cx="3742342" cy="437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r>
                <a:rPr lang="en-US" sz="900" dirty="0"/>
                <a:t>Features leveraging AI, OCR, Data Encryption &amp; Seamless Automation.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B154EA0-16F1-CD78-049F-C954DFF49980}"/>
                </a:ext>
              </a:extLst>
            </p:cNvPr>
            <p:cNvGrpSpPr/>
            <p:nvPr/>
          </p:nvGrpSpPr>
          <p:grpSpPr>
            <a:xfrm>
              <a:off x="4337393" y="4976090"/>
              <a:ext cx="490745" cy="490744"/>
              <a:chOff x="4570756" y="3348902"/>
              <a:chExt cx="490745" cy="490744"/>
            </a:xfrm>
          </p:grpSpPr>
          <p:sp>
            <p:nvSpPr>
              <p:cNvPr id="36" name="Graphic 5">
                <a:extLst>
                  <a:ext uri="{FF2B5EF4-FFF2-40B4-BE49-F238E27FC236}">
                    <a16:creationId xmlns:a16="http://schemas.microsoft.com/office/drawing/2014/main" id="{96D9C18B-C470-2D8A-8EDF-126CE7C6E70C}"/>
                  </a:ext>
                </a:extLst>
              </p:cNvPr>
              <p:cNvSpPr/>
              <p:nvPr/>
            </p:nvSpPr>
            <p:spPr>
              <a:xfrm>
                <a:off x="4570756" y="3348902"/>
                <a:ext cx="490745" cy="4907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67000">
                    <a:schemeClr val="accent1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sz="90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38" name="easyIcon">
                <a:extLst>
                  <a:ext uri="{FF2B5EF4-FFF2-40B4-BE49-F238E27FC236}">
                    <a16:creationId xmlns:a16="http://schemas.microsoft.com/office/drawing/2014/main" id="{B4716DA5-1643-3FAA-31C1-2B0EAD3AF667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1"/>
                </p:custDataLst>
              </p:nvPr>
            </p:nvGrpSpPr>
            <p:grpSpPr>
              <a:xfrm>
                <a:off x="4595880" y="3367088"/>
                <a:ext cx="424190" cy="424190"/>
                <a:chOff x="3951549" y="4585997"/>
                <a:chExt cx="714050" cy="714050"/>
              </a:xfrm>
            </p:grpSpPr>
            <p:sp>
              <p:nvSpPr>
                <p:cNvPr id="39" name="Background">
                  <a:extLst>
                    <a:ext uri="{FF2B5EF4-FFF2-40B4-BE49-F238E27FC236}">
                      <a16:creationId xmlns:a16="http://schemas.microsoft.com/office/drawing/2014/main" id="{02EF2489-E23E-845B-ABAE-F8CEF47F3C9C}"/>
                    </a:ext>
                  </a:extLst>
                </p:cNvPr>
                <p:cNvSpPr/>
                <p:nvPr/>
              </p:nvSpPr>
              <p:spPr>
                <a:xfrm>
                  <a:off x="3951549" y="4585997"/>
                  <a:ext cx="714050" cy="714050"/>
                </a:xfrm>
                <a:prstGeom prst="rect">
                  <a:avLst/>
                </a:prstGeom>
                <a:noFill/>
                <a:ln w="1905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BB68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 algn="ctr">
                      <a:solidFill>
                        <a:srgbClr val="1BB68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3987" tIns="73987" rIns="73987" bIns="73987" rtlCol="0" anchor="ctr"/>
                <a:lstStyle/>
                <a:p>
                  <a:pPr algn="ctr" defTabSz="1036198"/>
                  <a:endParaRPr lang="en-US" sz="1000" dirty="0" err="1">
                    <a:solidFill>
                      <a:srgbClr val="000000"/>
                    </a:solidFill>
                    <a:latin typeface="Calibri" panose="020F0502020204030204" pitchFamily="34" charset="0"/>
                  </a:endParaRPr>
                </a:p>
              </p:txBody>
            </p:sp>
            <p:grpSp>
              <p:nvGrpSpPr>
                <p:cNvPr id="40" name="Group 3921">
                  <a:extLst>
                    <a:ext uri="{FF2B5EF4-FFF2-40B4-BE49-F238E27FC236}">
                      <a16:creationId xmlns:a16="http://schemas.microsoft.com/office/drawing/2014/main" id="{40343059-1626-1863-97F0-82A3E13D33E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020574" y="4664082"/>
                  <a:ext cx="576001" cy="557880"/>
                  <a:chOff x="11485563" y="3516313"/>
                  <a:chExt cx="706438" cy="684213"/>
                </a:xfrm>
                <a:solidFill>
                  <a:schemeClr val="accent2"/>
                </a:solidFill>
              </p:grpSpPr>
              <p:sp>
                <p:nvSpPr>
                  <p:cNvPr id="42" name="CLR 0">
                    <a:extLst>
                      <a:ext uri="{FF2B5EF4-FFF2-40B4-BE49-F238E27FC236}">
                        <a16:creationId xmlns:a16="http://schemas.microsoft.com/office/drawing/2014/main" id="{B6E0741E-2216-E1E6-C33B-403FB7D6EFE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11485563" y="4113213"/>
                    <a:ext cx="706438" cy="87313"/>
                  </a:xfrm>
                  <a:custGeom>
                    <a:avLst/>
                    <a:gdLst>
                      <a:gd name="T0" fmla="*/ 413 w 445"/>
                      <a:gd name="T1" fmla="*/ 55 h 55"/>
                      <a:gd name="T2" fmla="*/ 32 w 445"/>
                      <a:gd name="T3" fmla="*/ 55 h 55"/>
                      <a:gd name="T4" fmla="*/ 0 w 445"/>
                      <a:gd name="T5" fmla="*/ 23 h 55"/>
                      <a:gd name="T6" fmla="*/ 0 w 445"/>
                      <a:gd name="T7" fmla="*/ 0 h 55"/>
                      <a:gd name="T8" fmla="*/ 177 w 445"/>
                      <a:gd name="T9" fmla="*/ 0 h 55"/>
                      <a:gd name="T10" fmla="*/ 191 w 445"/>
                      <a:gd name="T11" fmla="*/ 14 h 55"/>
                      <a:gd name="T12" fmla="*/ 255 w 445"/>
                      <a:gd name="T13" fmla="*/ 14 h 55"/>
                      <a:gd name="T14" fmla="*/ 268 w 445"/>
                      <a:gd name="T15" fmla="*/ 0 h 55"/>
                      <a:gd name="T16" fmla="*/ 445 w 445"/>
                      <a:gd name="T17" fmla="*/ 0 h 55"/>
                      <a:gd name="T18" fmla="*/ 445 w 445"/>
                      <a:gd name="T19" fmla="*/ 23 h 55"/>
                      <a:gd name="T20" fmla="*/ 413 w 445"/>
                      <a:gd name="T21" fmla="*/ 55 h 55"/>
                      <a:gd name="T22" fmla="*/ 38 w 445"/>
                      <a:gd name="T23" fmla="*/ 41 h 55"/>
                      <a:gd name="T24" fmla="*/ 407 w 445"/>
                      <a:gd name="T25" fmla="*/ 41 h 55"/>
                      <a:gd name="T26" fmla="*/ 431 w 445"/>
                      <a:gd name="T27" fmla="*/ 18 h 55"/>
                      <a:gd name="T28" fmla="*/ 431 w 445"/>
                      <a:gd name="T29" fmla="*/ 14 h 55"/>
                      <a:gd name="T30" fmla="*/ 274 w 445"/>
                      <a:gd name="T31" fmla="*/ 14 h 55"/>
                      <a:gd name="T32" fmla="*/ 260 w 445"/>
                      <a:gd name="T33" fmla="*/ 28 h 55"/>
                      <a:gd name="T34" fmla="*/ 185 w 445"/>
                      <a:gd name="T35" fmla="*/ 28 h 55"/>
                      <a:gd name="T36" fmla="*/ 171 w 445"/>
                      <a:gd name="T37" fmla="*/ 14 h 55"/>
                      <a:gd name="T38" fmla="*/ 14 w 445"/>
                      <a:gd name="T39" fmla="*/ 14 h 55"/>
                      <a:gd name="T40" fmla="*/ 14 w 445"/>
                      <a:gd name="T41" fmla="*/ 18 h 55"/>
                      <a:gd name="T42" fmla="*/ 38 w 445"/>
                      <a:gd name="T43" fmla="*/ 41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445" h="55">
                        <a:moveTo>
                          <a:pt x="413" y="55"/>
                        </a:moveTo>
                        <a:lnTo>
                          <a:pt x="32" y="55"/>
                        </a:lnTo>
                        <a:lnTo>
                          <a:pt x="0" y="23"/>
                        </a:lnTo>
                        <a:lnTo>
                          <a:pt x="0" y="0"/>
                        </a:lnTo>
                        <a:lnTo>
                          <a:pt x="177" y="0"/>
                        </a:lnTo>
                        <a:lnTo>
                          <a:pt x="191" y="14"/>
                        </a:lnTo>
                        <a:lnTo>
                          <a:pt x="255" y="14"/>
                        </a:lnTo>
                        <a:lnTo>
                          <a:pt x="268" y="0"/>
                        </a:lnTo>
                        <a:lnTo>
                          <a:pt x="445" y="0"/>
                        </a:lnTo>
                        <a:lnTo>
                          <a:pt x="445" y="23"/>
                        </a:lnTo>
                        <a:lnTo>
                          <a:pt x="413" y="55"/>
                        </a:lnTo>
                        <a:close/>
                        <a:moveTo>
                          <a:pt x="38" y="41"/>
                        </a:moveTo>
                        <a:lnTo>
                          <a:pt x="407" y="41"/>
                        </a:lnTo>
                        <a:lnTo>
                          <a:pt x="431" y="18"/>
                        </a:lnTo>
                        <a:lnTo>
                          <a:pt x="431" y="14"/>
                        </a:lnTo>
                        <a:lnTo>
                          <a:pt x="274" y="14"/>
                        </a:lnTo>
                        <a:lnTo>
                          <a:pt x="260" y="28"/>
                        </a:lnTo>
                        <a:lnTo>
                          <a:pt x="185" y="28"/>
                        </a:lnTo>
                        <a:lnTo>
                          <a:pt x="171" y="14"/>
                        </a:lnTo>
                        <a:lnTo>
                          <a:pt x="14" y="14"/>
                        </a:lnTo>
                        <a:lnTo>
                          <a:pt x="14" y="18"/>
                        </a:lnTo>
                        <a:lnTo>
                          <a:pt x="38" y="4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8" name="CLR 0">
                    <a:extLst>
                      <a:ext uri="{FF2B5EF4-FFF2-40B4-BE49-F238E27FC236}">
                        <a16:creationId xmlns:a16="http://schemas.microsoft.com/office/drawing/2014/main" id="{454B21B7-A7DA-E1E0-8A35-069B85CEB6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1552238" y="3736976"/>
                    <a:ext cx="573088" cy="354013"/>
                  </a:xfrm>
                  <a:custGeom>
                    <a:avLst/>
                    <a:gdLst>
                      <a:gd name="T0" fmla="*/ 624 w 624"/>
                      <a:gd name="T1" fmla="*/ 384 h 384"/>
                      <a:gd name="T2" fmla="*/ 600 w 624"/>
                      <a:gd name="T3" fmla="*/ 384 h 384"/>
                      <a:gd name="T4" fmla="*/ 600 w 624"/>
                      <a:gd name="T5" fmla="*/ 48 h 384"/>
                      <a:gd name="T6" fmla="*/ 576 w 624"/>
                      <a:gd name="T7" fmla="*/ 24 h 384"/>
                      <a:gd name="T8" fmla="*/ 48 w 624"/>
                      <a:gd name="T9" fmla="*/ 24 h 384"/>
                      <a:gd name="T10" fmla="*/ 24 w 624"/>
                      <a:gd name="T11" fmla="*/ 48 h 384"/>
                      <a:gd name="T12" fmla="*/ 24 w 624"/>
                      <a:gd name="T13" fmla="*/ 384 h 384"/>
                      <a:gd name="T14" fmla="*/ 0 w 624"/>
                      <a:gd name="T15" fmla="*/ 384 h 384"/>
                      <a:gd name="T16" fmla="*/ 0 w 624"/>
                      <a:gd name="T17" fmla="*/ 48 h 384"/>
                      <a:gd name="T18" fmla="*/ 48 w 624"/>
                      <a:gd name="T19" fmla="*/ 0 h 384"/>
                      <a:gd name="T20" fmla="*/ 576 w 624"/>
                      <a:gd name="T21" fmla="*/ 0 h 384"/>
                      <a:gd name="T22" fmla="*/ 624 w 624"/>
                      <a:gd name="T23" fmla="*/ 48 h 384"/>
                      <a:gd name="T24" fmla="*/ 624 w 624"/>
                      <a:gd name="T25" fmla="*/ 384 h 3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624" h="384">
                        <a:moveTo>
                          <a:pt x="624" y="384"/>
                        </a:moveTo>
                        <a:cubicBezTo>
                          <a:pt x="600" y="384"/>
                          <a:pt x="600" y="384"/>
                          <a:pt x="600" y="384"/>
                        </a:cubicBezTo>
                        <a:cubicBezTo>
                          <a:pt x="600" y="48"/>
                          <a:pt x="600" y="48"/>
                          <a:pt x="600" y="48"/>
                        </a:cubicBezTo>
                        <a:cubicBezTo>
                          <a:pt x="600" y="34"/>
                          <a:pt x="589" y="24"/>
                          <a:pt x="576" y="24"/>
                        </a:cubicBezTo>
                        <a:cubicBezTo>
                          <a:pt x="48" y="24"/>
                          <a:pt x="48" y="24"/>
                          <a:pt x="48" y="24"/>
                        </a:cubicBezTo>
                        <a:cubicBezTo>
                          <a:pt x="35" y="24"/>
                          <a:pt x="24" y="34"/>
                          <a:pt x="24" y="48"/>
                        </a:cubicBezTo>
                        <a:cubicBezTo>
                          <a:pt x="24" y="384"/>
                          <a:pt x="24" y="384"/>
                          <a:pt x="24" y="384"/>
                        </a:cubicBezTo>
                        <a:cubicBezTo>
                          <a:pt x="0" y="384"/>
                          <a:pt x="0" y="384"/>
                          <a:pt x="0" y="384"/>
                        </a:cubicBezTo>
                        <a:cubicBezTo>
                          <a:pt x="0" y="48"/>
                          <a:pt x="0" y="48"/>
                          <a:pt x="0" y="48"/>
                        </a:cubicBezTo>
                        <a:cubicBezTo>
                          <a:pt x="0" y="21"/>
                          <a:pt x="21" y="0"/>
                          <a:pt x="48" y="0"/>
                        </a:cubicBezTo>
                        <a:cubicBezTo>
                          <a:pt x="576" y="0"/>
                          <a:pt x="576" y="0"/>
                          <a:pt x="576" y="0"/>
                        </a:cubicBezTo>
                        <a:cubicBezTo>
                          <a:pt x="602" y="0"/>
                          <a:pt x="624" y="21"/>
                          <a:pt x="624" y="48"/>
                        </a:cubicBezTo>
                        <a:lnTo>
                          <a:pt x="624" y="38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9" name="CLR 1">
                    <a:extLst>
                      <a:ext uri="{FF2B5EF4-FFF2-40B4-BE49-F238E27FC236}">
                        <a16:creationId xmlns:a16="http://schemas.microsoft.com/office/drawing/2014/main" id="{78101C7E-C6B1-52AC-783A-698092F601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1641138" y="3851276"/>
                    <a:ext cx="396875" cy="169863"/>
                  </a:xfrm>
                  <a:custGeom>
                    <a:avLst/>
                    <a:gdLst>
                      <a:gd name="T0" fmla="*/ 97 w 250"/>
                      <a:gd name="T1" fmla="*/ 107 h 107"/>
                      <a:gd name="T2" fmla="*/ 41 w 250"/>
                      <a:gd name="T3" fmla="*/ 36 h 107"/>
                      <a:gd name="T4" fmla="*/ 16 w 250"/>
                      <a:gd name="T5" fmla="*/ 60 h 107"/>
                      <a:gd name="T6" fmla="*/ 0 w 250"/>
                      <a:gd name="T7" fmla="*/ 60 h 107"/>
                      <a:gd name="T8" fmla="*/ 0 w 250"/>
                      <a:gd name="T9" fmla="*/ 47 h 107"/>
                      <a:gd name="T10" fmla="*/ 11 w 250"/>
                      <a:gd name="T11" fmla="*/ 47 h 107"/>
                      <a:gd name="T12" fmla="*/ 42 w 250"/>
                      <a:gd name="T13" fmla="*/ 15 h 107"/>
                      <a:gd name="T14" fmla="*/ 96 w 250"/>
                      <a:gd name="T15" fmla="*/ 83 h 107"/>
                      <a:gd name="T16" fmla="*/ 152 w 250"/>
                      <a:gd name="T17" fmla="*/ 0 h 107"/>
                      <a:gd name="T18" fmla="*/ 209 w 250"/>
                      <a:gd name="T19" fmla="*/ 71 h 107"/>
                      <a:gd name="T20" fmla="*/ 233 w 250"/>
                      <a:gd name="T21" fmla="*/ 47 h 107"/>
                      <a:gd name="T22" fmla="*/ 250 w 250"/>
                      <a:gd name="T23" fmla="*/ 47 h 107"/>
                      <a:gd name="T24" fmla="*/ 250 w 250"/>
                      <a:gd name="T25" fmla="*/ 60 h 107"/>
                      <a:gd name="T26" fmla="*/ 239 w 250"/>
                      <a:gd name="T27" fmla="*/ 60 h 107"/>
                      <a:gd name="T28" fmla="*/ 207 w 250"/>
                      <a:gd name="T29" fmla="*/ 92 h 107"/>
                      <a:gd name="T30" fmla="*/ 153 w 250"/>
                      <a:gd name="T31" fmla="*/ 23 h 107"/>
                      <a:gd name="T32" fmla="*/ 97 w 250"/>
                      <a:gd name="T33" fmla="*/ 107 h 1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50" h="107">
                        <a:moveTo>
                          <a:pt x="97" y="107"/>
                        </a:moveTo>
                        <a:lnTo>
                          <a:pt x="41" y="36"/>
                        </a:lnTo>
                        <a:lnTo>
                          <a:pt x="16" y="60"/>
                        </a:lnTo>
                        <a:lnTo>
                          <a:pt x="0" y="60"/>
                        </a:lnTo>
                        <a:lnTo>
                          <a:pt x="0" y="47"/>
                        </a:lnTo>
                        <a:lnTo>
                          <a:pt x="11" y="47"/>
                        </a:lnTo>
                        <a:lnTo>
                          <a:pt x="42" y="15"/>
                        </a:lnTo>
                        <a:lnTo>
                          <a:pt x="96" y="83"/>
                        </a:lnTo>
                        <a:lnTo>
                          <a:pt x="152" y="0"/>
                        </a:lnTo>
                        <a:lnTo>
                          <a:pt x="209" y="71"/>
                        </a:lnTo>
                        <a:lnTo>
                          <a:pt x="233" y="47"/>
                        </a:lnTo>
                        <a:lnTo>
                          <a:pt x="250" y="47"/>
                        </a:lnTo>
                        <a:lnTo>
                          <a:pt x="250" y="60"/>
                        </a:lnTo>
                        <a:lnTo>
                          <a:pt x="239" y="60"/>
                        </a:lnTo>
                        <a:lnTo>
                          <a:pt x="207" y="92"/>
                        </a:lnTo>
                        <a:lnTo>
                          <a:pt x="153" y="23"/>
                        </a:lnTo>
                        <a:lnTo>
                          <a:pt x="97" y="107"/>
                        </a:lnTo>
                        <a:close/>
                      </a:path>
                    </a:pathLst>
                  </a:custGeom>
                  <a:solidFill>
                    <a:srgbClr val="1BB6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0" name="CLR 0">
                    <a:extLst>
                      <a:ext uri="{FF2B5EF4-FFF2-40B4-BE49-F238E27FC236}">
                        <a16:creationId xmlns:a16="http://schemas.microsoft.com/office/drawing/2014/main" id="{0DC576D5-F189-7B0E-E911-35ECE8C059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1641138" y="3516313"/>
                    <a:ext cx="396875" cy="198438"/>
                  </a:xfrm>
                  <a:custGeom>
                    <a:avLst/>
                    <a:gdLst>
                      <a:gd name="T0" fmla="*/ 432 w 432"/>
                      <a:gd name="T1" fmla="*/ 217 h 217"/>
                      <a:gd name="T2" fmla="*/ 408 w 432"/>
                      <a:gd name="T3" fmla="*/ 217 h 217"/>
                      <a:gd name="T4" fmla="*/ 407 w 432"/>
                      <a:gd name="T5" fmla="*/ 203 h 217"/>
                      <a:gd name="T6" fmla="*/ 396 w 432"/>
                      <a:gd name="T7" fmla="*/ 205 h 217"/>
                      <a:gd name="T8" fmla="*/ 336 w 432"/>
                      <a:gd name="T9" fmla="*/ 145 h 217"/>
                      <a:gd name="T10" fmla="*/ 364 w 432"/>
                      <a:gd name="T11" fmla="*/ 94 h 217"/>
                      <a:gd name="T12" fmla="*/ 338 w 432"/>
                      <a:gd name="T13" fmla="*/ 69 h 217"/>
                      <a:gd name="T14" fmla="*/ 288 w 432"/>
                      <a:gd name="T15" fmla="*/ 97 h 217"/>
                      <a:gd name="T16" fmla="*/ 228 w 432"/>
                      <a:gd name="T17" fmla="*/ 37 h 217"/>
                      <a:gd name="T18" fmla="*/ 229 w 432"/>
                      <a:gd name="T19" fmla="*/ 25 h 217"/>
                      <a:gd name="T20" fmla="*/ 203 w 432"/>
                      <a:gd name="T21" fmla="*/ 25 h 217"/>
                      <a:gd name="T22" fmla="*/ 204 w 432"/>
                      <a:gd name="T23" fmla="*/ 37 h 217"/>
                      <a:gd name="T24" fmla="*/ 144 w 432"/>
                      <a:gd name="T25" fmla="*/ 97 h 217"/>
                      <a:gd name="T26" fmla="*/ 93 w 432"/>
                      <a:gd name="T27" fmla="*/ 69 h 217"/>
                      <a:gd name="T28" fmla="*/ 68 w 432"/>
                      <a:gd name="T29" fmla="*/ 94 h 217"/>
                      <a:gd name="T30" fmla="*/ 96 w 432"/>
                      <a:gd name="T31" fmla="*/ 145 h 217"/>
                      <a:gd name="T32" fmla="*/ 36 w 432"/>
                      <a:gd name="T33" fmla="*/ 205 h 217"/>
                      <a:gd name="T34" fmla="*/ 24 w 432"/>
                      <a:gd name="T35" fmla="*/ 203 h 217"/>
                      <a:gd name="T36" fmla="*/ 24 w 432"/>
                      <a:gd name="T37" fmla="*/ 217 h 217"/>
                      <a:gd name="T38" fmla="*/ 0 w 432"/>
                      <a:gd name="T39" fmla="*/ 217 h 217"/>
                      <a:gd name="T40" fmla="*/ 2 w 432"/>
                      <a:gd name="T41" fmla="*/ 185 h 217"/>
                      <a:gd name="T42" fmla="*/ 9 w 432"/>
                      <a:gd name="T43" fmla="*/ 177 h 217"/>
                      <a:gd name="T44" fmla="*/ 20 w 432"/>
                      <a:gd name="T45" fmla="*/ 176 h 217"/>
                      <a:gd name="T46" fmla="*/ 36 w 432"/>
                      <a:gd name="T47" fmla="*/ 181 h 217"/>
                      <a:gd name="T48" fmla="*/ 72 w 432"/>
                      <a:gd name="T49" fmla="*/ 145 h 217"/>
                      <a:gd name="T50" fmla="*/ 46 w 432"/>
                      <a:gd name="T51" fmla="*/ 110 h 217"/>
                      <a:gd name="T52" fmla="*/ 38 w 432"/>
                      <a:gd name="T53" fmla="*/ 103 h 217"/>
                      <a:gd name="T54" fmla="*/ 40 w 432"/>
                      <a:gd name="T55" fmla="*/ 92 h 217"/>
                      <a:gd name="T56" fmla="*/ 91 w 432"/>
                      <a:gd name="T57" fmla="*/ 40 h 217"/>
                      <a:gd name="T58" fmla="*/ 102 w 432"/>
                      <a:gd name="T59" fmla="*/ 39 h 217"/>
                      <a:gd name="T60" fmla="*/ 110 w 432"/>
                      <a:gd name="T61" fmla="*/ 47 h 217"/>
                      <a:gd name="T62" fmla="*/ 144 w 432"/>
                      <a:gd name="T63" fmla="*/ 73 h 217"/>
                      <a:gd name="T64" fmla="*/ 180 w 432"/>
                      <a:gd name="T65" fmla="*/ 37 h 217"/>
                      <a:gd name="T66" fmla="*/ 176 w 432"/>
                      <a:gd name="T67" fmla="*/ 20 h 217"/>
                      <a:gd name="T68" fmla="*/ 176 w 432"/>
                      <a:gd name="T69" fmla="*/ 9 h 217"/>
                      <a:gd name="T70" fmla="*/ 185 w 432"/>
                      <a:gd name="T71" fmla="*/ 3 h 217"/>
                      <a:gd name="T72" fmla="*/ 247 w 432"/>
                      <a:gd name="T73" fmla="*/ 3 h 217"/>
                      <a:gd name="T74" fmla="*/ 256 w 432"/>
                      <a:gd name="T75" fmla="*/ 9 h 217"/>
                      <a:gd name="T76" fmla="*/ 256 w 432"/>
                      <a:gd name="T77" fmla="*/ 20 h 217"/>
                      <a:gd name="T78" fmla="*/ 252 w 432"/>
                      <a:gd name="T79" fmla="*/ 37 h 217"/>
                      <a:gd name="T80" fmla="*/ 288 w 432"/>
                      <a:gd name="T81" fmla="*/ 73 h 217"/>
                      <a:gd name="T82" fmla="*/ 322 w 432"/>
                      <a:gd name="T83" fmla="*/ 47 h 217"/>
                      <a:gd name="T84" fmla="*/ 330 w 432"/>
                      <a:gd name="T85" fmla="*/ 39 h 217"/>
                      <a:gd name="T86" fmla="*/ 341 w 432"/>
                      <a:gd name="T87" fmla="*/ 40 h 217"/>
                      <a:gd name="T88" fmla="*/ 392 w 432"/>
                      <a:gd name="T89" fmla="*/ 92 h 217"/>
                      <a:gd name="T90" fmla="*/ 394 w 432"/>
                      <a:gd name="T91" fmla="*/ 103 h 217"/>
                      <a:gd name="T92" fmla="*/ 386 w 432"/>
                      <a:gd name="T93" fmla="*/ 110 h 217"/>
                      <a:gd name="T94" fmla="*/ 360 w 432"/>
                      <a:gd name="T95" fmla="*/ 145 h 217"/>
                      <a:gd name="T96" fmla="*/ 396 w 432"/>
                      <a:gd name="T97" fmla="*/ 181 h 217"/>
                      <a:gd name="T98" fmla="*/ 412 w 432"/>
                      <a:gd name="T99" fmla="*/ 176 h 217"/>
                      <a:gd name="T100" fmla="*/ 423 w 432"/>
                      <a:gd name="T101" fmla="*/ 177 h 217"/>
                      <a:gd name="T102" fmla="*/ 429 w 432"/>
                      <a:gd name="T103" fmla="*/ 185 h 217"/>
                      <a:gd name="T104" fmla="*/ 432 w 432"/>
                      <a:gd name="T105" fmla="*/ 217 h 2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432" h="217">
                        <a:moveTo>
                          <a:pt x="432" y="217"/>
                        </a:moveTo>
                        <a:cubicBezTo>
                          <a:pt x="408" y="217"/>
                          <a:pt x="408" y="217"/>
                          <a:pt x="408" y="217"/>
                        </a:cubicBezTo>
                        <a:cubicBezTo>
                          <a:pt x="408" y="212"/>
                          <a:pt x="408" y="208"/>
                          <a:pt x="407" y="203"/>
                        </a:cubicBezTo>
                        <a:cubicBezTo>
                          <a:pt x="404" y="204"/>
                          <a:pt x="400" y="205"/>
                          <a:pt x="396" y="205"/>
                        </a:cubicBezTo>
                        <a:cubicBezTo>
                          <a:pt x="363" y="205"/>
                          <a:pt x="336" y="178"/>
                          <a:pt x="336" y="145"/>
                        </a:cubicBezTo>
                        <a:cubicBezTo>
                          <a:pt x="336" y="124"/>
                          <a:pt x="347" y="105"/>
                          <a:pt x="364" y="94"/>
                        </a:cubicBezTo>
                        <a:cubicBezTo>
                          <a:pt x="356" y="85"/>
                          <a:pt x="347" y="76"/>
                          <a:pt x="338" y="69"/>
                        </a:cubicBezTo>
                        <a:cubicBezTo>
                          <a:pt x="327" y="86"/>
                          <a:pt x="309" y="97"/>
                          <a:pt x="288" y="97"/>
                        </a:cubicBezTo>
                        <a:cubicBezTo>
                          <a:pt x="255" y="97"/>
                          <a:pt x="228" y="70"/>
                          <a:pt x="228" y="37"/>
                        </a:cubicBezTo>
                        <a:cubicBezTo>
                          <a:pt x="228" y="33"/>
                          <a:pt x="228" y="29"/>
                          <a:pt x="229" y="25"/>
                        </a:cubicBezTo>
                        <a:cubicBezTo>
                          <a:pt x="220" y="24"/>
                          <a:pt x="212" y="24"/>
                          <a:pt x="203" y="25"/>
                        </a:cubicBezTo>
                        <a:cubicBezTo>
                          <a:pt x="203" y="29"/>
                          <a:pt x="204" y="33"/>
                          <a:pt x="204" y="37"/>
                        </a:cubicBezTo>
                        <a:cubicBezTo>
                          <a:pt x="204" y="70"/>
                          <a:pt x="177" y="97"/>
                          <a:pt x="144" y="97"/>
                        </a:cubicBezTo>
                        <a:cubicBezTo>
                          <a:pt x="123" y="97"/>
                          <a:pt x="104" y="86"/>
                          <a:pt x="93" y="69"/>
                        </a:cubicBezTo>
                        <a:cubicBezTo>
                          <a:pt x="84" y="76"/>
                          <a:pt x="76" y="85"/>
                          <a:pt x="68" y="94"/>
                        </a:cubicBezTo>
                        <a:cubicBezTo>
                          <a:pt x="85" y="105"/>
                          <a:pt x="96" y="124"/>
                          <a:pt x="96" y="145"/>
                        </a:cubicBezTo>
                        <a:cubicBezTo>
                          <a:pt x="96" y="178"/>
                          <a:pt x="69" y="205"/>
                          <a:pt x="36" y="205"/>
                        </a:cubicBezTo>
                        <a:cubicBezTo>
                          <a:pt x="32" y="205"/>
                          <a:pt x="28" y="204"/>
                          <a:pt x="24" y="203"/>
                        </a:cubicBezTo>
                        <a:cubicBezTo>
                          <a:pt x="24" y="208"/>
                          <a:pt x="24" y="212"/>
                          <a:pt x="24" y="217"/>
                        </a:cubicBezTo>
                        <a:cubicBezTo>
                          <a:pt x="0" y="217"/>
                          <a:pt x="0" y="217"/>
                          <a:pt x="0" y="217"/>
                        </a:cubicBezTo>
                        <a:cubicBezTo>
                          <a:pt x="0" y="207"/>
                          <a:pt x="1" y="197"/>
                          <a:pt x="2" y="185"/>
                        </a:cubicBezTo>
                        <a:cubicBezTo>
                          <a:pt x="3" y="182"/>
                          <a:pt x="5" y="178"/>
                          <a:pt x="9" y="177"/>
                        </a:cubicBezTo>
                        <a:cubicBezTo>
                          <a:pt x="12" y="175"/>
                          <a:pt x="16" y="175"/>
                          <a:pt x="20" y="176"/>
                        </a:cubicBezTo>
                        <a:cubicBezTo>
                          <a:pt x="25" y="179"/>
                          <a:pt x="30" y="181"/>
                          <a:pt x="36" y="181"/>
                        </a:cubicBezTo>
                        <a:cubicBezTo>
                          <a:pt x="56" y="181"/>
                          <a:pt x="72" y="164"/>
                          <a:pt x="72" y="145"/>
                        </a:cubicBezTo>
                        <a:cubicBezTo>
                          <a:pt x="72" y="129"/>
                          <a:pt x="61" y="115"/>
                          <a:pt x="46" y="110"/>
                        </a:cubicBezTo>
                        <a:cubicBezTo>
                          <a:pt x="42" y="109"/>
                          <a:pt x="39" y="106"/>
                          <a:pt x="38" y="103"/>
                        </a:cubicBezTo>
                        <a:cubicBezTo>
                          <a:pt x="37" y="99"/>
                          <a:pt x="37" y="95"/>
                          <a:pt x="40" y="92"/>
                        </a:cubicBezTo>
                        <a:cubicBezTo>
                          <a:pt x="54" y="72"/>
                          <a:pt x="71" y="55"/>
                          <a:pt x="91" y="40"/>
                        </a:cubicBezTo>
                        <a:cubicBezTo>
                          <a:pt x="94" y="38"/>
                          <a:pt x="98" y="38"/>
                          <a:pt x="102" y="39"/>
                        </a:cubicBezTo>
                        <a:cubicBezTo>
                          <a:pt x="106" y="40"/>
                          <a:pt x="108" y="43"/>
                          <a:pt x="110" y="47"/>
                        </a:cubicBezTo>
                        <a:cubicBezTo>
                          <a:pt x="114" y="62"/>
                          <a:pt x="128" y="73"/>
                          <a:pt x="144" y="73"/>
                        </a:cubicBezTo>
                        <a:cubicBezTo>
                          <a:pt x="164" y="73"/>
                          <a:pt x="180" y="56"/>
                          <a:pt x="180" y="37"/>
                        </a:cubicBezTo>
                        <a:cubicBezTo>
                          <a:pt x="180" y="31"/>
                          <a:pt x="178" y="26"/>
                          <a:pt x="176" y="20"/>
                        </a:cubicBezTo>
                        <a:cubicBezTo>
                          <a:pt x="174" y="17"/>
                          <a:pt x="174" y="13"/>
                          <a:pt x="176" y="9"/>
                        </a:cubicBezTo>
                        <a:cubicBezTo>
                          <a:pt x="178" y="6"/>
                          <a:pt x="181" y="4"/>
                          <a:pt x="185" y="3"/>
                        </a:cubicBezTo>
                        <a:cubicBezTo>
                          <a:pt x="208" y="0"/>
                          <a:pt x="224" y="0"/>
                          <a:pt x="247" y="3"/>
                        </a:cubicBezTo>
                        <a:cubicBezTo>
                          <a:pt x="251" y="4"/>
                          <a:pt x="254" y="6"/>
                          <a:pt x="256" y="9"/>
                        </a:cubicBezTo>
                        <a:cubicBezTo>
                          <a:pt x="258" y="13"/>
                          <a:pt x="258" y="17"/>
                          <a:pt x="256" y="20"/>
                        </a:cubicBezTo>
                        <a:cubicBezTo>
                          <a:pt x="253" y="26"/>
                          <a:pt x="252" y="31"/>
                          <a:pt x="252" y="37"/>
                        </a:cubicBezTo>
                        <a:cubicBezTo>
                          <a:pt x="252" y="56"/>
                          <a:pt x="268" y="73"/>
                          <a:pt x="288" y="73"/>
                        </a:cubicBezTo>
                        <a:cubicBezTo>
                          <a:pt x="304" y="73"/>
                          <a:pt x="318" y="62"/>
                          <a:pt x="322" y="47"/>
                        </a:cubicBezTo>
                        <a:cubicBezTo>
                          <a:pt x="323" y="43"/>
                          <a:pt x="326" y="40"/>
                          <a:pt x="330" y="39"/>
                        </a:cubicBezTo>
                        <a:cubicBezTo>
                          <a:pt x="333" y="38"/>
                          <a:pt x="337" y="38"/>
                          <a:pt x="341" y="40"/>
                        </a:cubicBezTo>
                        <a:cubicBezTo>
                          <a:pt x="361" y="55"/>
                          <a:pt x="378" y="72"/>
                          <a:pt x="392" y="92"/>
                        </a:cubicBezTo>
                        <a:cubicBezTo>
                          <a:pt x="394" y="95"/>
                          <a:pt x="395" y="99"/>
                          <a:pt x="394" y="103"/>
                        </a:cubicBezTo>
                        <a:cubicBezTo>
                          <a:pt x="392" y="106"/>
                          <a:pt x="389" y="109"/>
                          <a:pt x="386" y="110"/>
                        </a:cubicBezTo>
                        <a:cubicBezTo>
                          <a:pt x="370" y="115"/>
                          <a:pt x="360" y="129"/>
                          <a:pt x="360" y="145"/>
                        </a:cubicBezTo>
                        <a:cubicBezTo>
                          <a:pt x="360" y="164"/>
                          <a:pt x="376" y="181"/>
                          <a:pt x="396" y="181"/>
                        </a:cubicBezTo>
                        <a:cubicBezTo>
                          <a:pt x="401" y="181"/>
                          <a:pt x="407" y="179"/>
                          <a:pt x="412" y="176"/>
                        </a:cubicBezTo>
                        <a:cubicBezTo>
                          <a:pt x="415" y="175"/>
                          <a:pt x="420" y="175"/>
                          <a:pt x="423" y="177"/>
                        </a:cubicBezTo>
                        <a:cubicBezTo>
                          <a:pt x="426" y="178"/>
                          <a:pt x="429" y="182"/>
                          <a:pt x="429" y="185"/>
                        </a:cubicBezTo>
                        <a:cubicBezTo>
                          <a:pt x="431" y="197"/>
                          <a:pt x="432" y="207"/>
                          <a:pt x="432" y="2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1" name="CLR 0">
                    <a:extLst>
                      <a:ext uri="{FF2B5EF4-FFF2-40B4-BE49-F238E27FC236}">
                        <a16:creationId xmlns:a16="http://schemas.microsoft.com/office/drawing/2014/main" id="{7089839E-987B-523C-112C-DACBE7C702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1795125" y="3671888"/>
                    <a:ext cx="87313" cy="42863"/>
                  </a:xfrm>
                  <a:custGeom>
                    <a:avLst/>
                    <a:gdLst>
                      <a:gd name="T0" fmla="*/ 96 w 96"/>
                      <a:gd name="T1" fmla="*/ 48 h 48"/>
                      <a:gd name="T2" fmla="*/ 72 w 96"/>
                      <a:gd name="T3" fmla="*/ 48 h 48"/>
                      <a:gd name="T4" fmla="*/ 48 w 96"/>
                      <a:gd name="T5" fmla="*/ 24 h 48"/>
                      <a:gd name="T6" fmla="*/ 24 w 96"/>
                      <a:gd name="T7" fmla="*/ 48 h 48"/>
                      <a:gd name="T8" fmla="*/ 0 w 96"/>
                      <a:gd name="T9" fmla="*/ 48 h 48"/>
                      <a:gd name="T10" fmla="*/ 48 w 96"/>
                      <a:gd name="T11" fmla="*/ 0 h 48"/>
                      <a:gd name="T12" fmla="*/ 96 w 96"/>
                      <a:gd name="T13" fmla="*/ 48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6" h="48">
                        <a:moveTo>
                          <a:pt x="96" y="48"/>
                        </a:moveTo>
                        <a:cubicBezTo>
                          <a:pt x="72" y="48"/>
                          <a:pt x="72" y="48"/>
                          <a:pt x="72" y="48"/>
                        </a:cubicBezTo>
                        <a:cubicBezTo>
                          <a:pt x="72" y="34"/>
                          <a:pt x="61" y="24"/>
                          <a:pt x="48" y="24"/>
                        </a:cubicBezTo>
                        <a:cubicBezTo>
                          <a:pt x="35" y="24"/>
                          <a:pt x="24" y="34"/>
                          <a:pt x="24" y="48"/>
                        </a:cubicBezTo>
                        <a:cubicBezTo>
                          <a:pt x="0" y="48"/>
                          <a:pt x="0" y="48"/>
                          <a:pt x="0" y="48"/>
                        </a:cubicBezTo>
                        <a:cubicBezTo>
                          <a:pt x="0" y="21"/>
                          <a:pt x="21" y="0"/>
                          <a:pt x="48" y="0"/>
                        </a:cubicBezTo>
                        <a:cubicBezTo>
                          <a:pt x="74" y="0"/>
                          <a:pt x="96" y="21"/>
                          <a:pt x="96" y="4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2" name="CLR 0">
                    <a:extLst>
                      <a:ext uri="{FF2B5EF4-FFF2-40B4-BE49-F238E27FC236}">
                        <a16:creationId xmlns:a16="http://schemas.microsoft.com/office/drawing/2014/main" id="{3EDA68CE-2DF3-905B-C16F-313B7DE2A5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gray">
                  <a:xfrm>
                    <a:off x="11739563" y="3616326"/>
                    <a:ext cx="198438" cy="98425"/>
                  </a:xfrm>
                  <a:custGeom>
                    <a:avLst/>
                    <a:gdLst>
                      <a:gd name="T0" fmla="*/ 216 w 216"/>
                      <a:gd name="T1" fmla="*/ 108 h 108"/>
                      <a:gd name="T2" fmla="*/ 192 w 216"/>
                      <a:gd name="T3" fmla="*/ 108 h 108"/>
                      <a:gd name="T4" fmla="*/ 108 w 216"/>
                      <a:gd name="T5" fmla="*/ 24 h 108"/>
                      <a:gd name="T6" fmla="*/ 24 w 216"/>
                      <a:gd name="T7" fmla="*/ 108 h 108"/>
                      <a:gd name="T8" fmla="*/ 0 w 216"/>
                      <a:gd name="T9" fmla="*/ 108 h 108"/>
                      <a:gd name="T10" fmla="*/ 108 w 216"/>
                      <a:gd name="T11" fmla="*/ 0 h 108"/>
                      <a:gd name="T12" fmla="*/ 216 w 216"/>
                      <a:gd name="T13" fmla="*/ 108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16" h="108">
                        <a:moveTo>
                          <a:pt x="216" y="108"/>
                        </a:moveTo>
                        <a:cubicBezTo>
                          <a:pt x="192" y="108"/>
                          <a:pt x="192" y="108"/>
                          <a:pt x="192" y="108"/>
                        </a:cubicBezTo>
                        <a:cubicBezTo>
                          <a:pt x="192" y="61"/>
                          <a:pt x="154" y="24"/>
                          <a:pt x="108" y="24"/>
                        </a:cubicBezTo>
                        <a:cubicBezTo>
                          <a:pt x="62" y="24"/>
                          <a:pt x="24" y="61"/>
                          <a:pt x="24" y="108"/>
                        </a:cubicBezTo>
                        <a:cubicBezTo>
                          <a:pt x="0" y="108"/>
                          <a:pt x="0" y="108"/>
                          <a:pt x="0" y="108"/>
                        </a:cubicBezTo>
                        <a:cubicBezTo>
                          <a:pt x="0" y="48"/>
                          <a:pt x="48" y="0"/>
                          <a:pt x="108" y="0"/>
                        </a:cubicBezTo>
                        <a:cubicBezTo>
                          <a:pt x="167" y="0"/>
                          <a:pt x="216" y="48"/>
                          <a:pt x="216" y="10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3" name="CLR 0">
                    <a:extLst>
                      <a:ext uri="{FF2B5EF4-FFF2-40B4-BE49-F238E27FC236}">
                        <a16:creationId xmlns:a16="http://schemas.microsoft.com/office/drawing/2014/main" id="{33BCA567-7930-307B-5D8D-6744987361B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gray">
                  <a:xfrm>
                    <a:off x="11596688" y="3781426"/>
                    <a:ext cx="484188" cy="309563"/>
                  </a:xfrm>
                  <a:custGeom>
                    <a:avLst/>
                    <a:gdLst>
                      <a:gd name="T0" fmla="*/ 305 w 305"/>
                      <a:gd name="T1" fmla="*/ 195 h 195"/>
                      <a:gd name="T2" fmla="*/ 0 w 305"/>
                      <a:gd name="T3" fmla="*/ 195 h 195"/>
                      <a:gd name="T4" fmla="*/ 0 w 305"/>
                      <a:gd name="T5" fmla="*/ 0 h 195"/>
                      <a:gd name="T6" fmla="*/ 305 w 305"/>
                      <a:gd name="T7" fmla="*/ 0 h 195"/>
                      <a:gd name="T8" fmla="*/ 305 w 305"/>
                      <a:gd name="T9" fmla="*/ 195 h 195"/>
                      <a:gd name="T10" fmla="*/ 14 w 305"/>
                      <a:gd name="T11" fmla="*/ 181 h 195"/>
                      <a:gd name="T12" fmla="*/ 292 w 305"/>
                      <a:gd name="T13" fmla="*/ 181 h 195"/>
                      <a:gd name="T14" fmla="*/ 292 w 305"/>
                      <a:gd name="T15" fmla="*/ 14 h 195"/>
                      <a:gd name="T16" fmla="*/ 14 w 305"/>
                      <a:gd name="T17" fmla="*/ 14 h 195"/>
                      <a:gd name="T18" fmla="*/ 14 w 305"/>
                      <a:gd name="T19" fmla="*/ 181 h 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05" h="195">
                        <a:moveTo>
                          <a:pt x="305" y="195"/>
                        </a:moveTo>
                        <a:lnTo>
                          <a:pt x="0" y="195"/>
                        </a:lnTo>
                        <a:lnTo>
                          <a:pt x="0" y="0"/>
                        </a:lnTo>
                        <a:lnTo>
                          <a:pt x="305" y="0"/>
                        </a:lnTo>
                        <a:lnTo>
                          <a:pt x="305" y="195"/>
                        </a:lnTo>
                        <a:close/>
                        <a:moveTo>
                          <a:pt x="14" y="181"/>
                        </a:moveTo>
                        <a:lnTo>
                          <a:pt x="292" y="181"/>
                        </a:lnTo>
                        <a:lnTo>
                          <a:pt x="292" y="14"/>
                        </a:lnTo>
                        <a:lnTo>
                          <a:pt x="14" y="14"/>
                        </a:lnTo>
                        <a:lnTo>
                          <a:pt x="14" y="18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3556" tIns="46777" rIns="93556" bIns="46777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457127">
                      <a:defRPr/>
                    </a:pPr>
                    <a:endParaRPr lang="en-US" sz="1000" dirty="0">
                      <a:solidFill>
                        <a:srgbClr val="FFFFFF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</p:grp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231E8A9-8997-857D-8514-5317389FF090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5FE9E7-1A92-45FD-9CBA-52B7C49E9D40}" type="slidenum">
              <a:rPr lang="en-US" sz="1000" smtClean="0"/>
              <a:pPr algn="ctr"/>
              <a:t>8</a:t>
            </a:fld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298DF-147E-A44D-B9CE-EDDB2EEB6552}"/>
              </a:ext>
            </a:extLst>
          </p:cNvPr>
          <p:cNvSpPr txBox="1"/>
          <p:nvPr/>
        </p:nvSpPr>
        <p:spPr>
          <a:xfrm>
            <a:off x="6086796" y="1881178"/>
            <a:ext cx="3739829" cy="33645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Maritime Healthcare and Claims Specialists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Treatment Plan Analysis Team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Maritime Medical Specialist and Super Specialist</a:t>
            </a:r>
          </a:p>
          <a:p>
            <a:pPr>
              <a:lnSpc>
                <a:spcPct val="200000"/>
              </a:lnSpc>
            </a:pPr>
            <a:r>
              <a:rPr lang="id-ID" sz="1200" dirty="0">
                <a:latin typeface="Manrope" pitchFamily="2" charset="0"/>
              </a:rPr>
              <a:t>Telemedicine Team</a:t>
            </a:r>
            <a:endParaRPr lang="en-US" sz="1200" dirty="0">
              <a:latin typeface="Manrope" pitchFamily="2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Occupational Preventive Healthcare Experts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Clinical Findings Correlation Team</a:t>
            </a:r>
          </a:p>
          <a:p>
            <a:pPr>
              <a:lnSpc>
                <a:spcPct val="200000"/>
              </a:lnSpc>
            </a:pPr>
            <a:r>
              <a:rPr lang="id-ID" sz="1200" dirty="0">
                <a:latin typeface="Manrope" pitchFamily="2" charset="0"/>
              </a:rPr>
              <a:t>Global Pharmacology Experts</a:t>
            </a:r>
            <a:endParaRPr lang="en-US" sz="1200" dirty="0">
              <a:latin typeface="Manrope" pitchFamily="2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Medico-Legal Team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Manrope" pitchFamily="2" charset="0"/>
              </a:rPr>
              <a:t>Technology Team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0EE75D-3910-6BA1-F896-B30E51B0B4A2}"/>
              </a:ext>
            </a:extLst>
          </p:cNvPr>
          <p:cNvSpPr txBox="1"/>
          <p:nvPr/>
        </p:nvSpPr>
        <p:spPr>
          <a:xfrm>
            <a:off x="5453335" y="2775563"/>
            <a:ext cx="405559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200" b="1" dirty="0">
                <a:latin typeface="+mj-lt"/>
              </a:rPr>
              <a:t>SMEs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A5CC9D-E026-4D53-782C-1A7591749A79}"/>
              </a:ext>
            </a:extLst>
          </p:cNvPr>
          <p:cNvSpPr txBox="1"/>
          <p:nvPr/>
        </p:nvSpPr>
        <p:spPr>
          <a:xfrm>
            <a:off x="4385734" y="3862040"/>
            <a:ext cx="1473160" cy="13101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50000"/>
              </a:lnSpc>
              <a:spcBef>
                <a:spcPts val="600"/>
              </a:spcBef>
            </a:pPr>
            <a:r>
              <a:rPr lang="en-US" sz="1200" b="1" dirty="0">
                <a:latin typeface="+mj-lt"/>
              </a:rPr>
              <a:t>Medical Expert</a:t>
            </a:r>
          </a:p>
          <a:p>
            <a:pPr algn="r">
              <a:lnSpc>
                <a:spcPct val="150000"/>
              </a:lnSpc>
              <a:spcBef>
                <a:spcPts val="600"/>
              </a:spcBef>
            </a:pPr>
            <a:r>
              <a:rPr lang="en-US" sz="1200" b="1" dirty="0"/>
              <a:t>Pharmacologists</a:t>
            </a:r>
          </a:p>
          <a:p>
            <a:pPr algn="r">
              <a:lnSpc>
                <a:spcPct val="150000"/>
              </a:lnSpc>
              <a:spcBef>
                <a:spcPts val="600"/>
              </a:spcBef>
            </a:pPr>
            <a:r>
              <a:rPr lang="en-US" sz="1200" b="1" dirty="0"/>
              <a:t>Advisors </a:t>
            </a:r>
          </a:p>
          <a:p>
            <a:pPr algn="r">
              <a:lnSpc>
                <a:spcPct val="150000"/>
              </a:lnSpc>
              <a:spcBef>
                <a:spcPts val="600"/>
              </a:spcBef>
            </a:pPr>
            <a:r>
              <a:rPr lang="en-US" sz="1200" b="1" dirty="0"/>
              <a:t>IT Team</a:t>
            </a:r>
            <a:endParaRPr lang="en-US" sz="1200" b="1" dirty="0">
              <a:latin typeface="+mj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4CB4E6-CD3F-BD5B-E131-C1268502329A}"/>
              </a:ext>
            </a:extLst>
          </p:cNvPr>
          <p:cNvSpPr txBox="1"/>
          <p:nvPr/>
        </p:nvSpPr>
        <p:spPr>
          <a:xfrm>
            <a:off x="5512645" y="2072980"/>
            <a:ext cx="346249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sz="1200" b="1" dirty="0">
                <a:latin typeface="+mj-lt"/>
              </a:rPr>
              <a:t>CMS</a:t>
            </a:r>
            <a:endParaRPr lang="en-US" sz="1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376C85-C315-D117-7986-7802E846D6F2}"/>
              </a:ext>
            </a:extLst>
          </p:cNvPr>
          <p:cNvCxnSpPr>
            <a:cxnSpLocks/>
            <a:stCxn id="22" idx="4"/>
            <a:endCxn id="76" idx="0"/>
          </p:cNvCxnSpPr>
          <p:nvPr/>
        </p:nvCxnSpPr>
        <p:spPr>
          <a:xfrm>
            <a:off x="6002339" y="2257425"/>
            <a:ext cx="0" cy="2737644"/>
          </a:xfrm>
          <a:prstGeom prst="line">
            <a:avLst/>
          </a:prstGeom>
          <a:ln w="15875">
            <a:gradFill>
              <a:gsLst>
                <a:gs pos="0">
                  <a:srgbClr val="014EA1"/>
                </a:gs>
                <a:gs pos="100000">
                  <a:srgbClr val="00B6AB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DF780BD-1E27-BAF5-EB07-624F27F902AD}"/>
              </a:ext>
            </a:extLst>
          </p:cNvPr>
          <p:cNvSpPr/>
          <p:nvPr/>
        </p:nvSpPr>
        <p:spPr>
          <a:xfrm>
            <a:off x="5930901" y="2114550"/>
            <a:ext cx="142875" cy="142875"/>
          </a:xfrm>
          <a:prstGeom prst="ellipse">
            <a:avLst/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F8CA1F1-47A2-9292-5802-0D5C8C95E57C}"/>
              </a:ext>
            </a:extLst>
          </p:cNvPr>
          <p:cNvSpPr/>
          <p:nvPr/>
        </p:nvSpPr>
        <p:spPr>
          <a:xfrm>
            <a:off x="5930901" y="2836069"/>
            <a:ext cx="142875" cy="142875"/>
          </a:xfrm>
          <a:prstGeom prst="ellipse">
            <a:avLst/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65B95A7-63DA-CAF8-EDAC-CBE6DAD05F1E}"/>
              </a:ext>
            </a:extLst>
          </p:cNvPr>
          <p:cNvSpPr/>
          <p:nvPr/>
        </p:nvSpPr>
        <p:spPr>
          <a:xfrm>
            <a:off x="5930901" y="3947319"/>
            <a:ext cx="142875" cy="142875"/>
          </a:xfrm>
          <a:prstGeom prst="ellipse">
            <a:avLst/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3419AA2-57DF-8F18-6FF7-0E5DDFE5C688}"/>
              </a:ext>
            </a:extLst>
          </p:cNvPr>
          <p:cNvSpPr/>
          <p:nvPr/>
        </p:nvSpPr>
        <p:spPr>
          <a:xfrm>
            <a:off x="5930901" y="4302919"/>
            <a:ext cx="142875" cy="142875"/>
          </a:xfrm>
          <a:prstGeom prst="ellipse">
            <a:avLst/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6B9C5AD-7E18-187E-2D10-42A188679B2F}"/>
              </a:ext>
            </a:extLst>
          </p:cNvPr>
          <p:cNvSpPr/>
          <p:nvPr/>
        </p:nvSpPr>
        <p:spPr>
          <a:xfrm>
            <a:off x="5930901" y="4658519"/>
            <a:ext cx="142875" cy="142875"/>
          </a:xfrm>
          <a:prstGeom prst="ellipse">
            <a:avLst/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C4B0AC1-C4E6-502E-3DB9-A12F966B3A62}"/>
              </a:ext>
            </a:extLst>
          </p:cNvPr>
          <p:cNvSpPr/>
          <p:nvPr/>
        </p:nvSpPr>
        <p:spPr>
          <a:xfrm>
            <a:off x="5930901" y="4995069"/>
            <a:ext cx="142875" cy="142875"/>
          </a:xfrm>
          <a:prstGeom prst="ellipse">
            <a:avLst/>
          </a:prstGeom>
          <a:gradFill>
            <a:gsLst>
              <a:gs pos="0">
                <a:srgbClr val="014EA1"/>
              </a:gs>
              <a:gs pos="100000">
                <a:srgbClr val="00B6A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7522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1" grpId="0"/>
      <p:bldP spid="7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6F48826-6C99-4585-4D6C-49400C650FE5}"/>
              </a:ext>
            </a:extLst>
          </p:cNvPr>
          <p:cNvSpPr/>
          <p:nvPr/>
        </p:nvSpPr>
        <p:spPr>
          <a:xfrm>
            <a:off x="0" y="0"/>
            <a:ext cx="12192000" cy="29591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Picture Placeholder 41" descr="A few women wearing scrubs looking at a tablet&#10;&#10;AI-generated content may be incorrect.">
            <a:extLst>
              <a:ext uri="{FF2B5EF4-FFF2-40B4-BE49-F238E27FC236}">
                <a16:creationId xmlns:a16="http://schemas.microsoft.com/office/drawing/2014/main" id="{02564716-035D-0CD7-45D0-61A0927EAB2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5" r="6375"/>
          <a:stretch>
            <a:fillRect/>
          </a:stretch>
        </p:blipFill>
        <p:spPr>
          <a:xfrm>
            <a:off x="4592638" y="1165225"/>
            <a:ext cx="2987675" cy="4565650"/>
          </a:xfr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A19B9AD-B899-17B8-E0B2-A5CDAE18CE9B}"/>
              </a:ext>
            </a:extLst>
          </p:cNvPr>
          <p:cNvSpPr/>
          <p:nvPr/>
        </p:nvSpPr>
        <p:spPr>
          <a:xfrm>
            <a:off x="4602480" y="1146624"/>
            <a:ext cx="2987040" cy="4587425"/>
          </a:xfrm>
          <a:prstGeom prst="roundRect">
            <a:avLst>
              <a:gd name="adj" fmla="val 9929"/>
            </a:avLst>
          </a:prstGeom>
          <a:gradFill flip="none" rotWithShape="1">
            <a:gsLst>
              <a:gs pos="0">
                <a:srgbClr val="014EA1"/>
              </a:gs>
              <a:gs pos="64000">
                <a:srgbClr val="00B6AB">
                  <a:alpha val="86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002B5784-26BE-5F3B-944E-E957646D5873}"/>
              </a:ext>
            </a:extLst>
          </p:cNvPr>
          <p:cNvSpPr/>
          <p:nvPr/>
        </p:nvSpPr>
        <p:spPr>
          <a:xfrm>
            <a:off x="7589520" y="1528640"/>
            <a:ext cx="3927021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01C9A0-C2F2-5A51-65E2-AA796A3EEF29}"/>
              </a:ext>
            </a:extLst>
          </p:cNvPr>
          <p:cNvSpPr txBox="1"/>
          <p:nvPr/>
        </p:nvSpPr>
        <p:spPr>
          <a:xfrm flipH="1">
            <a:off x="10706723" y="1820775"/>
            <a:ext cx="71466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4400" b="1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ea typeface="Adobe Fan Heiti Std B" panose="020B0700000000000000" pitchFamily="34" charset="-128"/>
                <a:cs typeface="Catamaran Bold" panose="00000800000000000000" pitchFamily="2" charset="0"/>
              </a:defRPr>
            </a:lvl1pPr>
          </a:lstStyle>
          <a:p>
            <a:pPr algn="ctr"/>
            <a:r>
              <a:rPr lang="en-US" sz="2400" b="0" dirty="0">
                <a:solidFill>
                  <a:schemeClr val="bg1"/>
                </a:solidFill>
                <a:latin typeface="Manrope ExtraBold" pitchFamily="2" charset="0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61ECA8-9A41-5C3F-5208-134A10A54364}"/>
              </a:ext>
            </a:extLst>
          </p:cNvPr>
          <p:cNvSpPr txBox="1"/>
          <p:nvPr/>
        </p:nvSpPr>
        <p:spPr>
          <a:xfrm flipH="1">
            <a:off x="7974049" y="1698613"/>
            <a:ext cx="2450978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International Transaction Facilitation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C5FE00C6-74C8-64BC-D4CA-E0526EDE1CC2}"/>
              </a:ext>
            </a:extLst>
          </p:cNvPr>
          <p:cNvSpPr/>
          <p:nvPr/>
        </p:nvSpPr>
        <p:spPr>
          <a:xfrm flipH="1">
            <a:off x="675459" y="1528640"/>
            <a:ext cx="3927021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1B99B9-86BE-A19D-1D2A-D06D9877C2B0}"/>
              </a:ext>
            </a:extLst>
          </p:cNvPr>
          <p:cNvSpPr txBox="1"/>
          <p:nvPr/>
        </p:nvSpPr>
        <p:spPr>
          <a:xfrm>
            <a:off x="713466" y="1792200"/>
            <a:ext cx="77828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anrope ExtraBold" pitchFamily="2" charset="0"/>
                <a:ea typeface="Adobe Fan Heiti Std B" panose="020B0700000000000000" pitchFamily="34" charset="-128"/>
                <a:cs typeface="Catamaran Bold" panose="00000800000000000000" pitchFamily="2" charset="0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DC641F-5D98-2382-9284-0418553510DF}"/>
              </a:ext>
            </a:extLst>
          </p:cNvPr>
          <p:cNvSpPr txBox="1"/>
          <p:nvPr/>
        </p:nvSpPr>
        <p:spPr>
          <a:xfrm>
            <a:off x="1447800" y="1698613"/>
            <a:ext cx="2924175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 Assignment of a Dedicated Case Management Specialist (CMS)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635D99-01E1-9433-75FA-519E0AFEC344}"/>
              </a:ext>
            </a:extLst>
          </p:cNvPr>
          <p:cNvSpPr txBox="1"/>
          <p:nvPr/>
        </p:nvSpPr>
        <p:spPr>
          <a:xfrm>
            <a:off x="4652879" y="2886815"/>
            <a:ext cx="2897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>
                <a:latin typeface="+mj-lt"/>
              </a:defRPr>
            </a:lvl1pPr>
          </a:lstStyle>
          <a:p>
            <a:pPr algn="ctr"/>
            <a:r>
              <a:rPr lang="en-US" sz="2400" dirty="0">
                <a:solidFill>
                  <a:schemeClr val="bg1"/>
                </a:solidFill>
              </a:rPr>
              <a:t>Comprehensive Case Management for Medical Welfare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02A002CC-61F0-A718-CDAB-39D14E1C33E1}"/>
              </a:ext>
            </a:extLst>
          </p:cNvPr>
          <p:cNvSpPr/>
          <p:nvPr/>
        </p:nvSpPr>
        <p:spPr>
          <a:xfrm>
            <a:off x="7589521" y="2547815"/>
            <a:ext cx="3592830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C019A7-998A-CCF8-66AB-4C256C37BCE6}"/>
              </a:ext>
            </a:extLst>
          </p:cNvPr>
          <p:cNvSpPr txBox="1"/>
          <p:nvPr/>
        </p:nvSpPr>
        <p:spPr>
          <a:xfrm flipH="1">
            <a:off x="10401923" y="2839950"/>
            <a:ext cx="71466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4400" b="1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ea typeface="Adobe Fan Heiti Std B" panose="020B0700000000000000" pitchFamily="34" charset="-128"/>
                <a:cs typeface="Catamaran Bold" panose="00000800000000000000" pitchFamily="2" charset="0"/>
              </a:defRPr>
            </a:lvl1pPr>
          </a:lstStyle>
          <a:p>
            <a:pPr algn="ctr"/>
            <a:r>
              <a:rPr lang="en-US" sz="2400" b="0" dirty="0">
                <a:solidFill>
                  <a:schemeClr val="bg1"/>
                </a:solidFill>
                <a:latin typeface="Manrope ExtraBold" pitchFamily="2" charset="0"/>
              </a:rPr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BC7B4-1083-568C-5778-9E0836C7326B}"/>
              </a:ext>
            </a:extLst>
          </p:cNvPr>
          <p:cNvSpPr txBox="1"/>
          <p:nvPr/>
        </p:nvSpPr>
        <p:spPr>
          <a:xfrm flipH="1">
            <a:off x="7974049" y="2717788"/>
            <a:ext cx="2450978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Post-Treatment Monitoring and Support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6FA8D42-6A1E-852B-5098-5904B3E6026D}"/>
              </a:ext>
            </a:extLst>
          </p:cNvPr>
          <p:cNvSpPr/>
          <p:nvPr/>
        </p:nvSpPr>
        <p:spPr>
          <a:xfrm flipH="1">
            <a:off x="1057275" y="2547815"/>
            <a:ext cx="3545204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9EE19-DBF1-AA34-9AF1-D02D6D6ED612}"/>
              </a:ext>
            </a:extLst>
          </p:cNvPr>
          <p:cNvSpPr txBox="1"/>
          <p:nvPr/>
        </p:nvSpPr>
        <p:spPr>
          <a:xfrm>
            <a:off x="1018266" y="2839950"/>
            <a:ext cx="77828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anrope ExtraBold" pitchFamily="2" charset="0"/>
                <a:ea typeface="Adobe Fan Heiti Std B" panose="020B0700000000000000" pitchFamily="34" charset="-128"/>
                <a:cs typeface="Catamaran Bold" panose="00000800000000000000" pitchFamily="2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51505-1AD4-2292-86E2-9582B2F396B6}"/>
              </a:ext>
            </a:extLst>
          </p:cNvPr>
          <p:cNvSpPr txBox="1"/>
          <p:nvPr/>
        </p:nvSpPr>
        <p:spPr>
          <a:xfrm>
            <a:off x="1628776" y="2730488"/>
            <a:ext cx="2743199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Consultation with Internal Subject Matter Experts (SMEs)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F7792DC4-CA9D-A308-BC0A-5C6CA5BFF4E3}"/>
              </a:ext>
            </a:extLst>
          </p:cNvPr>
          <p:cNvSpPr/>
          <p:nvPr/>
        </p:nvSpPr>
        <p:spPr>
          <a:xfrm>
            <a:off x="7585075" y="3566990"/>
            <a:ext cx="3940991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21B83-452E-16E0-253A-90F414FFEE64}"/>
              </a:ext>
            </a:extLst>
          </p:cNvPr>
          <p:cNvSpPr txBox="1"/>
          <p:nvPr/>
        </p:nvSpPr>
        <p:spPr>
          <a:xfrm flipH="1">
            <a:off x="7974049" y="3736963"/>
            <a:ext cx="2450978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Treating Doctor’s Fitness Report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960F4CD4-DEFD-300B-7361-BE9857BBBB0B}"/>
              </a:ext>
            </a:extLst>
          </p:cNvPr>
          <p:cNvSpPr/>
          <p:nvPr/>
        </p:nvSpPr>
        <p:spPr>
          <a:xfrm flipH="1">
            <a:off x="684984" y="3566990"/>
            <a:ext cx="3927021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E98EBF-2BCF-1267-6397-F7C260EF72DA}"/>
              </a:ext>
            </a:extLst>
          </p:cNvPr>
          <p:cNvSpPr txBox="1"/>
          <p:nvPr/>
        </p:nvSpPr>
        <p:spPr>
          <a:xfrm>
            <a:off x="703941" y="3868650"/>
            <a:ext cx="77828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anrope ExtraBold" pitchFamily="2" charset="0"/>
                <a:ea typeface="Adobe Fan Heiti Std B" panose="020B0700000000000000" pitchFamily="34" charset="-128"/>
                <a:cs typeface="Catamaran Bold" panose="00000800000000000000" pitchFamily="2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C11BD0-8796-AD06-9A7F-A0B9A1EFC8DE}"/>
              </a:ext>
            </a:extLst>
          </p:cNvPr>
          <p:cNvSpPr txBox="1"/>
          <p:nvPr/>
        </p:nvSpPr>
        <p:spPr>
          <a:xfrm>
            <a:off x="1920997" y="3749663"/>
            <a:ext cx="2450978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Hospital Treatment Facility Selection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84A1C1B2-3598-3124-0886-6AF6B5CB725C}"/>
              </a:ext>
            </a:extLst>
          </p:cNvPr>
          <p:cNvSpPr/>
          <p:nvPr/>
        </p:nvSpPr>
        <p:spPr>
          <a:xfrm>
            <a:off x="7588250" y="4586165"/>
            <a:ext cx="3603626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177296-01D2-5214-BEF4-088D68E039EE}"/>
              </a:ext>
            </a:extLst>
          </p:cNvPr>
          <p:cNvSpPr txBox="1"/>
          <p:nvPr/>
        </p:nvSpPr>
        <p:spPr>
          <a:xfrm flipH="1">
            <a:off x="10401923" y="4868775"/>
            <a:ext cx="71466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4400" b="1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ea typeface="Adobe Fan Heiti Std B" panose="020B0700000000000000" pitchFamily="34" charset="-128"/>
                <a:cs typeface="Catamaran Bold" panose="00000800000000000000" pitchFamily="2" charset="0"/>
              </a:defRPr>
            </a:lvl1pPr>
          </a:lstStyle>
          <a:p>
            <a:pPr algn="ctr"/>
            <a:r>
              <a:rPr lang="en-US" sz="2400" b="0" dirty="0">
                <a:solidFill>
                  <a:schemeClr val="bg1"/>
                </a:solidFill>
                <a:latin typeface="Manrope ExtraBold" pitchFamily="2" charset="0"/>
              </a:rPr>
              <a:t>08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C46357-F0BC-224F-EA66-99E3CA624685}"/>
              </a:ext>
            </a:extLst>
          </p:cNvPr>
          <p:cNvSpPr txBox="1"/>
          <p:nvPr/>
        </p:nvSpPr>
        <p:spPr>
          <a:xfrm flipH="1">
            <a:off x="7974049" y="4756138"/>
            <a:ext cx="2450978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Records and Transaction Management Dashboard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D99F2B30-19DA-4084-94F3-C01A21561244}"/>
              </a:ext>
            </a:extLst>
          </p:cNvPr>
          <p:cNvSpPr/>
          <p:nvPr/>
        </p:nvSpPr>
        <p:spPr>
          <a:xfrm flipH="1">
            <a:off x="1066800" y="4586165"/>
            <a:ext cx="3545204" cy="976436"/>
          </a:xfrm>
          <a:prstGeom prst="homePlate">
            <a:avLst>
              <a:gd name="adj" fmla="val 2292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DDF36D-F04A-7612-0889-C0B6D3BFA72A}"/>
              </a:ext>
            </a:extLst>
          </p:cNvPr>
          <p:cNvSpPr txBox="1"/>
          <p:nvPr/>
        </p:nvSpPr>
        <p:spPr>
          <a:xfrm>
            <a:off x="1027791" y="4878300"/>
            <a:ext cx="77828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anrope ExtraBold" pitchFamily="2" charset="0"/>
                <a:ea typeface="Adobe Fan Heiti Std B" panose="020B0700000000000000" pitchFamily="34" charset="-128"/>
                <a:cs typeface="Catamaran Bold" panose="00000800000000000000" pitchFamily="2" charset="0"/>
              </a:rPr>
              <a:t>04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3BA704-4C6B-48D3-F013-557410AC9ABA}"/>
              </a:ext>
            </a:extLst>
          </p:cNvPr>
          <p:cNvSpPr txBox="1"/>
          <p:nvPr/>
        </p:nvSpPr>
        <p:spPr>
          <a:xfrm>
            <a:off x="1920997" y="4756138"/>
            <a:ext cx="2450978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Treatment Plan Approval Coordination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706ACD-C512-2BAC-D41C-CB581F08FB54}"/>
              </a:ext>
            </a:extLst>
          </p:cNvPr>
          <p:cNvSpPr txBox="1"/>
          <p:nvPr/>
        </p:nvSpPr>
        <p:spPr>
          <a:xfrm flipH="1">
            <a:off x="10744823" y="3859125"/>
            <a:ext cx="714662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4400" b="1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+mj-lt"/>
                <a:ea typeface="Adobe Fan Heiti Std B" panose="020B0700000000000000" pitchFamily="34" charset="-128"/>
                <a:cs typeface="Catamaran Bold" panose="00000800000000000000" pitchFamily="2" charset="0"/>
              </a:defRPr>
            </a:lvl1pPr>
          </a:lstStyle>
          <a:p>
            <a:pPr algn="ctr"/>
            <a:r>
              <a:rPr lang="en-US" sz="2400" b="0" dirty="0">
                <a:solidFill>
                  <a:schemeClr val="bg1"/>
                </a:solidFill>
                <a:latin typeface="Manrope ExtraBold" pitchFamily="2" charset="0"/>
              </a:rPr>
              <a:t>07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C020534-0D73-93E5-C422-4AF6B03AD532}"/>
              </a:ext>
            </a:extLst>
          </p:cNvPr>
          <p:cNvSpPr/>
          <p:nvPr/>
        </p:nvSpPr>
        <p:spPr>
          <a:xfrm>
            <a:off x="368300" y="342900"/>
            <a:ext cx="11493500" cy="6210300"/>
          </a:xfrm>
          <a:prstGeom prst="roundRect">
            <a:avLst>
              <a:gd name="adj" fmla="val 4777"/>
            </a:avLst>
          </a:prstGeom>
          <a:noFill/>
          <a:ln>
            <a:gradFill>
              <a:gsLst>
                <a:gs pos="0">
                  <a:srgbClr val="014EA1"/>
                </a:gs>
                <a:gs pos="100000">
                  <a:srgbClr val="00B6AB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Slide Number Placeholder 3">
            <a:extLst>
              <a:ext uri="{FF2B5EF4-FFF2-40B4-BE49-F238E27FC236}">
                <a16:creationId xmlns:a16="http://schemas.microsoft.com/office/drawing/2014/main" id="{C767D690-57F2-BC78-4D43-D5D1E5BB4DC5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65FE9E7-1A92-45FD-9CBA-52B7C49E9D40}" type="slidenum">
              <a:rPr lang="en-US" sz="1000" smtClean="0"/>
              <a:pPr algn="ctr"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857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2B584D4E-2B9E-7E1B-0F6C-91936FEFE3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57700"/>
          </a:xfrm>
          <a:prstGeom prst="rect">
            <a:avLst/>
          </a:prstGeom>
        </p:spPr>
      </p:pic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6CB8C24E-D50F-1A08-4B42-D85F414AFAEE}"/>
              </a:ext>
            </a:extLst>
          </p:cNvPr>
          <p:cNvSpPr/>
          <p:nvPr/>
        </p:nvSpPr>
        <p:spPr>
          <a:xfrm>
            <a:off x="0" y="0"/>
            <a:ext cx="12192000" cy="4454013"/>
          </a:xfrm>
          <a:prstGeom prst="round2DiagRect">
            <a:avLst>
              <a:gd name="adj1" fmla="val 0"/>
              <a:gd name="adj2" fmla="val 0"/>
            </a:avLst>
          </a:prstGeom>
          <a:gradFill flip="none" rotWithShape="1">
            <a:gsLst>
              <a:gs pos="6700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  <a:gs pos="15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046677-B42F-E4DC-947D-869751948FF9}"/>
              </a:ext>
            </a:extLst>
          </p:cNvPr>
          <p:cNvGrpSpPr/>
          <p:nvPr/>
        </p:nvGrpSpPr>
        <p:grpSpPr>
          <a:xfrm>
            <a:off x="800100" y="842495"/>
            <a:ext cx="5679478" cy="1401137"/>
            <a:chOff x="3810000" y="1810863"/>
            <a:chExt cx="5679478" cy="14011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5C1C47-DB36-6F1C-1AD9-88F6D9F8A209}"/>
                </a:ext>
              </a:extLst>
            </p:cNvPr>
            <p:cNvSpPr txBox="1"/>
            <p:nvPr/>
          </p:nvSpPr>
          <p:spPr>
            <a:xfrm>
              <a:off x="3810000" y="2076323"/>
              <a:ext cx="56794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Our Core Services</a:t>
              </a:r>
              <a:endParaRPr lang="en-US" sz="4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09C41C-EB4E-97B6-806E-77E0E9F28ABA}"/>
                </a:ext>
              </a:extLst>
            </p:cNvPr>
            <p:cNvSpPr txBox="1"/>
            <p:nvPr/>
          </p:nvSpPr>
          <p:spPr>
            <a:xfrm>
              <a:off x="3848100" y="1810863"/>
              <a:ext cx="1631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>
                  <a:solidFill>
                    <a:schemeClr val="bg1"/>
                  </a:solidFill>
                  <a:latin typeface="+mj-lt"/>
                </a:rPr>
                <a:t>Maritime Healthcare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3FF335B-572F-0A5F-2C51-FF8B0EAE56C5}"/>
                </a:ext>
              </a:extLst>
            </p:cNvPr>
            <p:cNvGrpSpPr/>
            <p:nvPr/>
          </p:nvGrpSpPr>
          <p:grpSpPr>
            <a:xfrm>
              <a:off x="3942875" y="3149232"/>
              <a:ext cx="335756" cy="62768"/>
              <a:chOff x="1092994" y="-762201"/>
              <a:chExt cx="646047" cy="12077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B0DBDDD-0129-B167-F489-7B2F19F9CECD}"/>
                  </a:ext>
                </a:extLst>
              </p:cNvPr>
              <p:cNvSpPr/>
              <p:nvPr/>
            </p:nvSpPr>
            <p:spPr>
              <a:xfrm>
                <a:off x="1092994" y="-762201"/>
                <a:ext cx="120708" cy="1207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CFFD316-5407-E876-4A9D-C756C1943644}"/>
                  </a:ext>
                </a:extLst>
              </p:cNvPr>
              <p:cNvSpPr/>
              <p:nvPr/>
            </p:nvSpPr>
            <p:spPr>
              <a:xfrm>
                <a:off x="1355662" y="-762153"/>
                <a:ext cx="120708" cy="120703"/>
              </a:xfrm>
              <a:prstGeom prst="rect">
                <a:avLst/>
              </a:prstGeom>
              <a:solidFill>
                <a:schemeClr val="bg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C194041-2FC2-2E87-82D8-161AEBDD0FDF}"/>
                  </a:ext>
                </a:extLst>
              </p:cNvPr>
              <p:cNvSpPr/>
              <p:nvPr/>
            </p:nvSpPr>
            <p:spPr>
              <a:xfrm>
                <a:off x="1618333" y="-762136"/>
                <a:ext cx="120708" cy="120707"/>
              </a:xfrm>
              <a:prstGeom prst="rect">
                <a:avLst/>
              </a:prstGeom>
              <a:solidFill>
                <a:schemeClr val="bg1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BE5467-FD7B-6072-68B9-B1738573C625}"/>
              </a:ext>
            </a:extLst>
          </p:cNvPr>
          <p:cNvSpPr/>
          <p:nvPr/>
        </p:nvSpPr>
        <p:spPr>
          <a:xfrm>
            <a:off x="1038225" y="2566034"/>
            <a:ext cx="4619625" cy="3968115"/>
          </a:xfrm>
          <a:prstGeom prst="roundRect">
            <a:avLst>
              <a:gd name="adj" fmla="val 5753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F67891-6948-B984-523B-7316FA1DEE9D}"/>
              </a:ext>
            </a:extLst>
          </p:cNvPr>
          <p:cNvGrpSpPr/>
          <p:nvPr/>
        </p:nvGrpSpPr>
        <p:grpSpPr>
          <a:xfrm>
            <a:off x="1957721" y="2817123"/>
            <a:ext cx="3681079" cy="3341484"/>
            <a:chOff x="3583850" y="4143705"/>
            <a:chExt cx="3681079" cy="334148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0344E2-0258-9474-7013-C36C981D96B8}"/>
                </a:ext>
              </a:extLst>
            </p:cNvPr>
            <p:cNvSpPr txBox="1"/>
            <p:nvPr/>
          </p:nvSpPr>
          <p:spPr>
            <a:xfrm>
              <a:off x="3583851" y="4566377"/>
              <a:ext cx="3681078" cy="2918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MedShield specializes in efficient, reliable medical claims management for the maritime industry.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Our structured process ensures accurate validation, cost containment, and seamless reimbursements, minimizing employers' financial risks while protecting seafarers’ health rights.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We focus on fraud prevention, policy compliance, and dispute resolution, following global best practices.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A4211B-138D-208B-D48A-DA719ABA1214}"/>
                </a:ext>
              </a:extLst>
            </p:cNvPr>
            <p:cNvSpPr txBox="1"/>
            <p:nvPr/>
          </p:nvSpPr>
          <p:spPr>
            <a:xfrm>
              <a:off x="3583850" y="4143705"/>
              <a:ext cx="3223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id-ID" dirty="0">
                  <a:solidFill>
                    <a:schemeClr val="accent1"/>
                  </a:solidFill>
                </a:rPr>
                <a:t>Medical Claims Management</a:t>
              </a:r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6CF08DF-A1BD-3E8B-A244-43FC946D975C}"/>
              </a:ext>
            </a:extLst>
          </p:cNvPr>
          <p:cNvSpPr/>
          <p:nvPr/>
        </p:nvSpPr>
        <p:spPr>
          <a:xfrm>
            <a:off x="285751" y="3314130"/>
            <a:ext cx="1190624" cy="2267520"/>
          </a:xfrm>
          <a:prstGeom prst="roundRect">
            <a:avLst>
              <a:gd name="adj" fmla="val 1156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7947B82-7003-F1FE-B3B6-9CCB2FFBE22A}"/>
              </a:ext>
            </a:extLst>
          </p:cNvPr>
          <p:cNvSpPr/>
          <p:nvPr/>
        </p:nvSpPr>
        <p:spPr>
          <a:xfrm>
            <a:off x="6496050" y="2546984"/>
            <a:ext cx="5276850" cy="3968115"/>
          </a:xfrm>
          <a:prstGeom prst="roundRect">
            <a:avLst>
              <a:gd name="adj" fmla="val 5753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2D5F55-E8F4-F605-37EE-73D323A34814}"/>
              </a:ext>
            </a:extLst>
          </p:cNvPr>
          <p:cNvGrpSpPr/>
          <p:nvPr/>
        </p:nvGrpSpPr>
        <p:grpSpPr>
          <a:xfrm>
            <a:off x="7124700" y="2807598"/>
            <a:ext cx="4133849" cy="3581550"/>
            <a:chOff x="3331104" y="4143705"/>
            <a:chExt cx="4133849" cy="358155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8620E4A-BEC9-D4F9-FE33-7D69B94E0F98}"/>
                </a:ext>
              </a:extLst>
            </p:cNvPr>
            <p:cNvSpPr txBox="1"/>
            <p:nvPr/>
          </p:nvSpPr>
          <p:spPr>
            <a:xfrm>
              <a:off x="3331104" y="4566377"/>
              <a:ext cx="4133849" cy="3158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Our advanced telemedicine solutions bridge geographical gaps, providing seafarers with instant access to medical specialists anywhere in the world.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Through secure platforms, we offer real-time consultations, remote diagnostics, and medical advice, ensuring timely intervention and preventing medical complications.</a:t>
              </a:r>
              <a:br>
                <a:rPr lang="en-US" sz="1200" dirty="0"/>
              </a:br>
              <a:br>
                <a:rPr lang="en-US" sz="1200" dirty="0"/>
              </a:br>
              <a:r>
                <a:rPr lang="en-US" sz="1200" dirty="0"/>
                <a:t>|\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This service enhances crew well-being, reduces unnecessary evacuations, and optimizes healthcare costs for maritime employers.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6E5B89-1466-9056-7AE0-CC3E097178EF}"/>
                </a:ext>
              </a:extLst>
            </p:cNvPr>
            <p:cNvSpPr txBox="1"/>
            <p:nvPr/>
          </p:nvSpPr>
          <p:spPr>
            <a:xfrm>
              <a:off x="3583850" y="4143705"/>
              <a:ext cx="3223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id-ID" dirty="0">
                  <a:solidFill>
                    <a:schemeClr val="accent1"/>
                  </a:solidFill>
                </a:rPr>
                <a:t>Tele Medicine </a:t>
              </a:r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425A200-277E-6530-4141-079291A89EA0}"/>
              </a:ext>
            </a:extLst>
          </p:cNvPr>
          <p:cNvSpPr/>
          <p:nvPr/>
        </p:nvSpPr>
        <p:spPr>
          <a:xfrm>
            <a:off x="5829300" y="3361755"/>
            <a:ext cx="1200150" cy="2267520"/>
          </a:xfrm>
          <a:prstGeom prst="roundRect">
            <a:avLst>
              <a:gd name="adj" fmla="val 11563"/>
            </a:avLst>
          </a:pr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46" name="Picture 45" descr="A person in a white coat reading a yellow folder&#10;&#10;AI-generated content may be incorrect.">
            <a:extLst>
              <a:ext uri="{FF2B5EF4-FFF2-40B4-BE49-F238E27FC236}">
                <a16:creationId xmlns:a16="http://schemas.microsoft.com/office/drawing/2014/main" id="{C7E17D66-3FC0-907D-6A09-E7CC9B6CA6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256" y="3057525"/>
            <a:ext cx="2381250" cy="2664521"/>
          </a:xfrm>
          <a:prstGeom prst="rect">
            <a:avLst/>
          </a:prstGeom>
        </p:spPr>
      </p:pic>
      <p:grpSp>
        <p:nvGrpSpPr>
          <p:cNvPr id="52" name="Group 33">
            <a:extLst>
              <a:ext uri="{FF2B5EF4-FFF2-40B4-BE49-F238E27FC236}">
                <a16:creationId xmlns:a16="http://schemas.microsoft.com/office/drawing/2014/main" id="{4AD402CF-EBA1-33B5-75DE-D0C49DE940A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 rot="5400000">
            <a:off x="5919151" y="6347665"/>
            <a:ext cx="363222" cy="363222"/>
            <a:chOff x="4892039" y="1904999"/>
            <a:chExt cx="320527" cy="320527"/>
          </a:xfrm>
        </p:grpSpPr>
        <p:sp>
          <p:nvSpPr>
            <p:cNvPr id="53" name="Freeform: Shape 34">
              <a:extLst>
                <a:ext uri="{FF2B5EF4-FFF2-40B4-BE49-F238E27FC236}">
                  <a16:creationId xmlns:a16="http://schemas.microsoft.com/office/drawing/2014/main" id="{F6DFD139-3385-AAFC-F290-68ED5E0A1701}"/>
                </a:ext>
              </a:extLst>
            </p:cNvPr>
            <p:cNvSpPr/>
            <p:nvPr/>
          </p:nvSpPr>
          <p:spPr>
            <a:xfrm>
              <a:off x="4892039" y="1904999"/>
              <a:ext cx="320527" cy="320527"/>
            </a:xfrm>
            <a:custGeom>
              <a:avLst/>
              <a:gdLst>
                <a:gd name="connsiteX0" fmla="*/ 159354 w 320527"/>
                <a:gd name="connsiteY0" fmla="*/ 320313 h 320527"/>
                <a:gd name="connsiteX1" fmla="*/ -504 w 320527"/>
                <a:gd name="connsiteY1" fmla="*/ 159655 h 320527"/>
                <a:gd name="connsiteX2" fmla="*/ 160155 w 320527"/>
                <a:gd name="connsiteY2" fmla="*/ -213 h 320527"/>
                <a:gd name="connsiteX3" fmla="*/ 320022 w 320527"/>
                <a:gd name="connsiteY3" fmla="*/ 160456 h 320527"/>
                <a:gd name="connsiteX4" fmla="*/ 159354 w 320527"/>
                <a:gd name="connsiteY4" fmla="*/ 320313 h 320527"/>
                <a:gd name="connsiteX5" fmla="*/ 180748 w 320527"/>
                <a:gd name="connsiteY5" fmla="*/ 160055 h 320527"/>
                <a:gd name="connsiteX6" fmla="*/ 176822 w 320527"/>
                <a:gd name="connsiteY6" fmla="*/ 164162 h 320527"/>
                <a:gd name="connsiteX7" fmla="*/ 124487 w 320527"/>
                <a:gd name="connsiteY7" fmla="*/ 216556 h 320527"/>
                <a:gd name="connsiteX8" fmla="*/ 123606 w 320527"/>
                <a:gd name="connsiteY8" fmla="*/ 236138 h 320527"/>
                <a:gd name="connsiteX9" fmla="*/ 143228 w 320527"/>
                <a:gd name="connsiteY9" fmla="*/ 235487 h 320527"/>
                <a:gd name="connsiteX10" fmla="*/ 150670 w 320527"/>
                <a:gd name="connsiteY10" fmla="*/ 228075 h 320527"/>
                <a:gd name="connsiteX11" fmla="*/ 207972 w 320527"/>
                <a:gd name="connsiteY11" fmla="*/ 170742 h 320527"/>
                <a:gd name="connsiteX12" fmla="*/ 208973 w 320527"/>
                <a:gd name="connsiteY12" fmla="*/ 150400 h 320527"/>
                <a:gd name="connsiteX13" fmla="*/ 142456 w 320527"/>
                <a:gd name="connsiteY13" fmla="*/ 83893 h 320527"/>
                <a:gd name="connsiteX14" fmla="*/ 129566 w 320527"/>
                <a:gd name="connsiteY14" fmla="*/ 80487 h 320527"/>
                <a:gd name="connsiteX15" fmla="*/ 124558 w 320527"/>
                <a:gd name="connsiteY15" fmla="*/ 103524 h 320527"/>
                <a:gd name="connsiteX16" fmla="*/ 176882 w 320527"/>
                <a:gd name="connsiteY16" fmla="*/ 155919 h 320527"/>
                <a:gd name="connsiteX17" fmla="*/ 180748 w 320527"/>
                <a:gd name="connsiteY17" fmla="*/ 160065 h 32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0527" h="320527">
                  <a:moveTo>
                    <a:pt x="159354" y="320313"/>
                  </a:moveTo>
                  <a:cubicBezTo>
                    <a:pt x="71021" y="320053"/>
                    <a:pt x="-764" y="247907"/>
                    <a:pt x="-504" y="159655"/>
                  </a:cubicBezTo>
                  <a:cubicBezTo>
                    <a:pt x="-243" y="71403"/>
                    <a:pt x="71903" y="-463"/>
                    <a:pt x="160155" y="-213"/>
                  </a:cubicBezTo>
                  <a:cubicBezTo>
                    <a:pt x="248407" y="38"/>
                    <a:pt x="320283" y="72204"/>
                    <a:pt x="320022" y="160456"/>
                  </a:cubicBezTo>
                  <a:cubicBezTo>
                    <a:pt x="319762" y="248708"/>
                    <a:pt x="247616" y="320574"/>
                    <a:pt x="159354" y="320313"/>
                  </a:cubicBezTo>
                  <a:close/>
                  <a:moveTo>
                    <a:pt x="180748" y="160055"/>
                  </a:moveTo>
                  <a:cubicBezTo>
                    <a:pt x="179316" y="161558"/>
                    <a:pt x="178094" y="162880"/>
                    <a:pt x="176822" y="164162"/>
                  </a:cubicBezTo>
                  <a:cubicBezTo>
                    <a:pt x="159374" y="181623"/>
                    <a:pt x="141929" y="199088"/>
                    <a:pt x="124487" y="216556"/>
                  </a:cubicBezTo>
                  <a:cubicBezTo>
                    <a:pt x="118348" y="222736"/>
                    <a:pt x="118137" y="230639"/>
                    <a:pt x="123606" y="236138"/>
                  </a:cubicBezTo>
                  <a:cubicBezTo>
                    <a:pt x="129075" y="241637"/>
                    <a:pt x="136957" y="241436"/>
                    <a:pt x="143228" y="235487"/>
                  </a:cubicBezTo>
                  <a:cubicBezTo>
                    <a:pt x="145762" y="233073"/>
                    <a:pt x="148236" y="230549"/>
                    <a:pt x="150670" y="228075"/>
                  </a:cubicBezTo>
                  <a:cubicBezTo>
                    <a:pt x="169780" y="208971"/>
                    <a:pt x="188881" y="189860"/>
                    <a:pt x="207972" y="170742"/>
                  </a:cubicBezTo>
                  <a:cubicBezTo>
                    <a:pt x="214613" y="164072"/>
                    <a:pt x="215133" y="156650"/>
                    <a:pt x="208973" y="150400"/>
                  </a:cubicBezTo>
                  <a:cubicBezTo>
                    <a:pt x="186938" y="128124"/>
                    <a:pt x="164765" y="105955"/>
                    <a:pt x="142456" y="83893"/>
                  </a:cubicBezTo>
                  <a:cubicBezTo>
                    <a:pt x="139173" y="80372"/>
                    <a:pt x="134160" y="79047"/>
                    <a:pt x="129566" y="80487"/>
                  </a:cubicBezTo>
                  <a:cubicBezTo>
                    <a:pt x="119189" y="83492"/>
                    <a:pt x="116485" y="95401"/>
                    <a:pt x="124558" y="103524"/>
                  </a:cubicBezTo>
                  <a:cubicBezTo>
                    <a:pt x="141915" y="121072"/>
                    <a:pt x="159434" y="138460"/>
                    <a:pt x="176882" y="155919"/>
                  </a:cubicBezTo>
                  <a:cubicBezTo>
                    <a:pt x="178124" y="157241"/>
                    <a:pt x="179306" y="158603"/>
                    <a:pt x="180748" y="160065"/>
                  </a:cubicBezTo>
                  <a:close/>
                </a:path>
              </a:pathLst>
            </a:custGeom>
            <a:solidFill>
              <a:srgbClr val="00B6AB"/>
            </a:solidFill>
            <a:ln w="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54" name="Freeform: Shape 35">
              <a:extLst>
                <a:ext uri="{FF2B5EF4-FFF2-40B4-BE49-F238E27FC236}">
                  <a16:creationId xmlns:a16="http://schemas.microsoft.com/office/drawing/2014/main" id="{F8EB1094-7612-CC2D-1F20-1AB2D56ECD40}"/>
                </a:ext>
              </a:extLst>
            </p:cNvPr>
            <p:cNvSpPr/>
            <p:nvPr/>
          </p:nvSpPr>
          <p:spPr bwMode="gray">
            <a:xfrm>
              <a:off x="5012185" y="1985176"/>
              <a:ext cx="93632" cy="160208"/>
            </a:xfrm>
            <a:custGeom>
              <a:avLst/>
              <a:gdLst>
                <a:gd name="connsiteX0" fmla="*/ 60602 w 93632"/>
                <a:gd name="connsiteY0" fmla="*/ 79888 h 160208"/>
                <a:gd name="connsiteX1" fmla="*/ 56705 w 93632"/>
                <a:gd name="connsiteY1" fmla="*/ 75791 h 160208"/>
                <a:gd name="connsiteX2" fmla="*/ 4381 w 93632"/>
                <a:gd name="connsiteY2" fmla="*/ 23397 h 160208"/>
                <a:gd name="connsiteX3" fmla="*/ 9389 w 93632"/>
                <a:gd name="connsiteY3" fmla="*/ 360 h 160208"/>
                <a:gd name="connsiteX4" fmla="*/ 22280 w 93632"/>
                <a:gd name="connsiteY4" fmla="*/ 3765 h 160208"/>
                <a:gd name="connsiteX5" fmla="*/ 88797 w 93632"/>
                <a:gd name="connsiteY5" fmla="*/ 70272 h 160208"/>
                <a:gd name="connsiteX6" fmla="*/ 87795 w 93632"/>
                <a:gd name="connsiteY6" fmla="*/ 90615 h 160208"/>
                <a:gd name="connsiteX7" fmla="*/ 30493 w 93632"/>
                <a:gd name="connsiteY7" fmla="*/ 147947 h 160208"/>
                <a:gd name="connsiteX8" fmla="*/ 23051 w 93632"/>
                <a:gd name="connsiteY8" fmla="*/ 155359 h 160208"/>
                <a:gd name="connsiteX9" fmla="*/ 3429 w 93632"/>
                <a:gd name="connsiteY9" fmla="*/ 156010 h 160208"/>
                <a:gd name="connsiteX10" fmla="*/ 4311 w 93632"/>
                <a:gd name="connsiteY10" fmla="*/ 136429 h 160208"/>
                <a:gd name="connsiteX11" fmla="*/ 56645 w 93632"/>
                <a:gd name="connsiteY11" fmla="*/ 84034 h 160208"/>
                <a:gd name="connsiteX12" fmla="*/ 60602 w 93632"/>
                <a:gd name="connsiteY12" fmla="*/ 79888 h 16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3632" h="160208">
                  <a:moveTo>
                    <a:pt x="60602" y="79888"/>
                  </a:moveTo>
                  <a:cubicBezTo>
                    <a:pt x="59189" y="78395"/>
                    <a:pt x="57977" y="77063"/>
                    <a:pt x="56705" y="75791"/>
                  </a:cubicBezTo>
                  <a:cubicBezTo>
                    <a:pt x="39257" y="58333"/>
                    <a:pt x="21739" y="40945"/>
                    <a:pt x="4381" y="23397"/>
                  </a:cubicBezTo>
                  <a:cubicBezTo>
                    <a:pt x="-3632" y="15234"/>
                    <a:pt x="-978" y="3284"/>
                    <a:pt x="9389" y="360"/>
                  </a:cubicBezTo>
                  <a:cubicBezTo>
                    <a:pt x="13983" y="-1081"/>
                    <a:pt x="18997" y="244"/>
                    <a:pt x="22280" y="3765"/>
                  </a:cubicBezTo>
                  <a:cubicBezTo>
                    <a:pt x="44503" y="25868"/>
                    <a:pt x="66674" y="48036"/>
                    <a:pt x="88797" y="70272"/>
                  </a:cubicBezTo>
                  <a:cubicBezTo>
                    <a:pt x="94977" y="76522"/>
                    <a:pt x="94456" y="83944"/>
                    <a:pt x="87795" y="90615"/>
                  </a:cubicBezTo>
                  <a:cubicBezTo>
                    <a:pt x="68738" y="109766"/>
                    <a:pt x="49637" y="128877"/>
                    <a:pt x="30493" y="147947"/>
                  </a:cubicBezTo>
                  <a:cubicBezTo>
                    <a:pt x="28019" y="150421"/>
                    <a:pt x="25585" y="152955"/>
                    <a:pt x="23051" y="155359"/>
                  </a:cubicBezTo>
                  <a:cubicBezTo>
                    <a:pt x="16781" y="161309"/>
                    <a:pt x="8928" y="161539"/>
                    <a:pt x="3429" y="156010"/>
                  </a:cubicBezTo>
                  <a:cubicBezTo>
                    <a:pt x="-2069" y="150481"/>
                    <a:pt x="-1829" y="142609"/>
                    <a:pt x="4311" y="136429"/>
                  </a:cubicBezTo>
                  <a:cubicBezTo>
                    <a:pt x="21672" y="118901"/>
                    <a:pt x="39117" y="101435"/>
                    <a:pt x="56645" y="84034"/>
                  </a:cubicBezTo>
                  <a:cubicBezTo>
                    <a:pt x="57947" y="82712"/>
                    <a:pt x="59159" y="81430"/>
                    <a:pt x="60602" y="79888"/>
                  </a:cubicBezTo>
                  <a:close/>
                </a:path>
              </a:pathLst>
            </a:custGeom>
            <a:solidFill>
              <a:srgbClr val="FFFFFF"/>
            </a:solidFill>
            <a:ln w="9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21572AEA-F52A-D2E9-318A-3A86E57D1D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7103" y="327569"/>
            <a:ext cx="1828800" cy="4634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F72D1-79B0-C0D2-8603-C857E42BA16A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custGeom>
            <a:avLst/>
            <a:gdLst>
              <a:gd name="connsiteX0" fmla="*/ 234960 w 2415541"/>
              <a:gd name="connsiteY0" fmla="*/ 0 h 2415541"/>
              <a:gd name="connsiteX1" fmla="*/ 2415541 w 2415541"/>
              <a:gd name="connsiteY1" fmla="*/ 0 h 2415541"/>
              <a:gd name="connsiteX2" fmla="*/ 2415541 w 2415541"/>
              <a:gd name="connsiteY2" fmla="*/ 2415541 h 2415541"/>
              <a:gd name="connsiteX3" fmla="*/ 234960 w 2415541"/>
              <a:gd name="connsiteY3" fmla="*/ 2415541 h 2415541"/>
              <a:gd name="connsiteX4" fmla="*/ 0 w 2415541"/>
              <a:gd name="connsiteY4" fmla="*/ 2180581 h 2415541"/>
              <a:gd name="connsiteX5" fmla="*/ 0 w 2415541"/>
              <a:gd name="connsiteY5" fmla="*/ 234960 h 2415541"/>
              <a:gd name="connsiteX6" fmla="*/ 234960 w 2415541"/>
              <a:gd name="connsiteY6" fmla="*/ 0 h 241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541" h="2415541">
                <a:moveTo>
                  <a:pt x="234960" y="0"/>
                </a:moveTo>
                <a:lnTo>
                  <a:pt x="2415541" y="0"/>
                </a:lnTo>
                <a:lnTo>
                  <a:pt x="2415541" y="2415541"/>
                </a:lnTo>
                <a:lnTo>
                  <a:pt x="234960" y="2415541"/>
                </a:lnTo>
                <a:cubicBezTo>
                  <a:pt x="105195" y="2415541"/>
                  <a:pt x="0" y="2310346"/>
                  <a:pt x="0" y="2180581"/>
                </a:cubicBezTo>
                <a:lnTo>
                  <a:pt x="0" y="234960"/>
                </a:lnTo>
                <a:cubicBezTo>
                  <a:pt x="0" y="105195"/>
                  <a:pt x="105195" y="0"/>
                  <a:pt x="234960" y="0"/>
                </a:cubicBezTo>
                <a:close/>
              </a:path>
            </a:pathLst>
          </a:cu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 descr="A person wearing a white coat and a headset&#10;&#10;AI-generated content may be incorrect.">
            <a:extLst>
              <a:ext uri="{FF2B5EF4-FFF2-40B4-BE49-F238E27FC236}">
                <a16:creationId xmlns:a16="http://schemas.microsoft.com/office/drawing/2014/main" id="{F27C02A8-DC02-6537-FF88-6EE427D1B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927" b="90023" l="10000" r="90000">
                        <a14:foregroundMark x1="24350" y1="45011" x2="26100" y2="10728"/>
                        <a14:foregroundMark x1="37300" y1="9302" x2="42850" y2="9002"/>
                        <a14:foregroundMark x1="42850" y1="9002" x2="44250" y2="9152"/>
                        <a14:foregroundMark x1="26200" y1="90023" x2="36850" y2="888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70" t="5551" r="29902" b="6042"/>
          <a:stretch/>
        </p:blipFill>
        <p:spPr>
          <a:xfrm rot="160356">
            <a:off x="5719347" y="3248455"/>
            <a:ext cx="2369164" cy="263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7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392F235C-7B58-4052-BE49-572F3F5DF7D9}"/>
              </a:ext>
            </a:extLst>
          </p:cNvPr>
          <p:cNvGrpSpPr/>
          <p:nvPr/>
        </p:nvGrpSpPr>
        <p:grpSpPr>
          <a:xfrm>
            <a:off x="591445" y="971550"/>
            <a:ext cx="5448300" cy="2209800"/>
            <a:chOff x="591445" y="971550"/>
            <a:chExt cx="5448300" cy="22098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6CF08DF-A1BD-3E8B-A244-43FC946D975C}"/>
                </a:ext>
              </a:extLst>
            </p:cNvPr>
            <p:cNvSpPr/>
            <p:nvPr/>
          </p:nvSpPr>
          <p:spPr>
            <a:xfrm>
              <a:off x="600075" y="971550"/>
              <a:ext cx="5438775" cy="2209800"/>
            </a:xfrm>
            <a:prstGeom prst="roundRect">
              <a:avLst>
                <a:gd name="adj" fmla="val 11563"/>
              </a:avLst>
            </a:prstGeom>
            <a:gradFill flip="none" rotWithShape="1">
              <a:gsLst>
                <a:gs pos="0">
                  <a:srgbClr val="014EA1"/>
                </a:gs>
                <a:gs pos="67000">
                  <a:srgbClr val="00B6AB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pic>
          <p:nvPicPr>
            <p:cNvPr id="13" name="Picture 12" descr="A group of people sitting at a table&#10;&#10;AI-generated content may be incorrect.">
              <a:extLst>
                <a:ext uri="{FF2B5EF4-FFF2-40B4-BE49-F238E27FC236}">
                  <a16:creationId xmlns:a16="http://schemas.microsoft.com/office/drawing/2014/main" id="{701A4C5A-5E03-2A37-CC24-1554FE82E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4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91445" y="974754"/>
              <a:ext cx="5448300" cy="2203013"/>
            </a:xfrm>
            <a:custGeom>
              <a:avLst/>
              <a:gdLst>
                <a:gd name="connsiteX0" fmla="*/ 244995 w 5448300"/>
                <a:gd name="connsiteY0" fmla="*/ 0 h 2118783"/>
                <a:gd name="connsiteX1" fmla="*/ 5203304 w 5448300"/>
                <a:gd name="connsiteY1" fmla="*/ 0 h 2118783"/>
                <a:gd name="connsiteX2" fmla="*/ 5448300 w 5448300"/>
                <a:gd name="connsiteY2" fmla="*/ 244995 h 2118783"/>
                <a:gd name="connsiteX3" fmla="*/ 5448300 w 5448300"/>
                <a:gd name="connsiteY3" fmla="*/ 1873788 h 2118783"/>
                <a:gd name="connsiteX4" fmla="*/ 5203304 w 5448300"/>
                <a:gd name="connsiteY4" fmla="*/ 2118783 h 2118783"/>
                <a:gd name="connsiteX5" fmla="*/ 244995 w 5448300"/>
                <a:gd name="connsiteY5" fmla="*/ 2118783 h 2118783"/>
                <a:gd name="connsiteX6" fmla="*/ 0 w 5448300"/>
                <a:gd name="connsiteY6" fmla="*/ 1873788 h 2118783"/>
                <a:gd name="connsiteX7" fmla="*/ 0 w 5448300"/>
                <a:gd name="connsiteY7" fmla="*/ 244995 h 2118783"/>
                <a:gd name="connsiteX8" fmla="*/ 244995 w 5448300"/>
                <a:gd name="connsiteY8" fmla="*/ 0 h 21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300" h="2118783">
                  <a:moveTo>
                    <a:pt x="244995" y="0"/>
                  </a:moveTo>
                  <a:lnTo>
                    <a:pt x="5203304" y="0"/>
                  </a:lnTo>
                  <a:cubicBezTo>
                    <a:pt x="5338612" y="0"/>
                    <a:pt x="5448300" y="109688"/>
                    <a:pt x="5448300" y="244995"/>
                  </a:cubicBezTo>
                  <a:lnTo>
                    <a:pt x="5448300" y="1873788"/>
                  </a:lnTo>
                  <a:cubicBezTo>
                    <a:pt x="5448300" y="2009095"/>
                    <a:pt x="5338612" y="2118783"/>
                    <a:pt x="5203304" y="2118783"/>
                  </a:cubicBezTo>
                  <a:lnTo>
                    <a:pt x="244995" y="2118783"/>
                  </a:lnTo>
                  <a:cubicBezTo>
                    <a:pt x="109688" y="2118783"/>
                    <a:pt x="0" y="2009095"/>
                    <a:pt x="0" y="1873788"/>
                  </a:cubicBezTo>
                  <a:lnTo>
                    <a:pt x="0" y="244995"/>
                  </a:lnTo>
                  <a:cubicBezTo>
                    <a:pt x="0" y="109688"/>
                    <a:pt x="109688" y="0"/>
                    <a:pt x="244995" y="0"/>
                  </a:cubicBezTo>
                  <a:close/>
                </a:path>
              </a:pathLst>
            </a:cu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65C1C47-DB36-6F1C-1AD9-88F6D9F8A209}"/>
              </a:ext>
            </a:extLst>
          </p:cNvPr>
          <p:cNvSpPr txBox="1"/>
          <p:nvPr/>
        </p:nvSpPr>
        <p:spPr>
          <a:xfrm>
            <a:off x="566636" y="495112"/>
            <a:ext cx="2380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Our Core Services</a:t>
            </a:r>
            <a:endParaRPr 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BE5467-FD7B-6072-68B9-B1738573C625}"/>
              </a:ext>
            </a:extLst>
          </p:cNvPr>
          <p:cNvSpPr/>
          <p:nvPr/>
        </p:nvSpPr>
        <p:spPr>
          <a:xfrm>
            <a:off x="765851" y="2332571"/>
            <a:ext cx="5148566" cy="4178876"/>
          </a:xfrm>
          <a:prstGeom prst="roundRect">
            <a:avLst>
              <a:gd name="adj" fmla="val 5753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F67891-6948-B984-523B-7316FA1DEE9D}"/>
              </a:ext>
            </a:extLst>
          </p:cNvPr>
          <p:cNvGrpSpPr/>
          <p:nvPr/>
        </p:nvGrpSpPr>
        <p:grpSpPr>
          <a:xfrm>
            <a:off x="1031132" y="2583659"/>
            <a:ext cx="4345022" cy="3774817"/>
            <a:chOff x="2929635" y="4143705"/>
            <a:chExt cx="4345022" cy="37748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0344E2-0258-9474-7013-C36C981D96B8}"/>
                </a:ext>
              </a:extLst>
            </p:cNvPr>
            <p:cNvSpPr txBox="1"/>
            <p:nvPr/>
          </p:nvSpPr>
          <p:spPr>
            <a:xfrm>
              <a:off x="2929635" y="4897117"/>
              <a:ext cx="4345022" cy="302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MedShield specializes in resolving maritime medical claims disputes efficiently.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Our experts navigate complex legal frameworks, MLC compliance, and employer liabilities, ensuring fair settlements for all stakeholders.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We mitigate risks related to fraud, ambulance-chasing, and excessive medical costs, protecting businesses while safeguarding seafarers’ rights.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Our arbitration services ensure swift, compliant, and equitable resolutions to minimize operational disruptions.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A4211B-138D-208B-D48A-DA719ABA1214}"/>
                </a:ext>
              </a:extLst>
            </p:cNvPr>
            <p:cNvSpPr txBox="1"/>
            <p:nvPr/>
          </p:nvSpPr>
          <p:spPr>
            <a:xfrm>
              <a:off x="2997730" y="4143705"/>
              <a:ext cx="3810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</a:rPr>
                <a:t>Claims Arbitration &amp; </a:t>
              </a:r>
            </a:p>
            <a:p>
              <a:r>
                <a:rPr lang="en-US" dirty="0">
                  <a:solidFill>
                    <a:schemeClr val="accent1"/>
                  </a:solidFill>
                </a:rPr>
                <a:t>Legal Dispute Resolution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E11E8C-BA25-D2DA-4956-48896EC38D29}"/>
              </a:ext>
            </a:extLst>
          </p:cNvPr>
          <p:cNvGrpSpPr/>
          <p:nvPr/>
        </p:nvGrpSpPr>
        <p:grpSpPr>
          <a:xfrm>
            <a:off x="6181725" y="1019175"/>
            <a:ext cx="5489764" cy="2135800"/>
            <a:chOff x="6181725" y="1019175"/>
            <a:chExt cx="5489764" cy="21358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923B1B7-77FD-89CA-DA87-DA86A9249CB3}"/>
                </a:ext>
              </a:extLst>
            </p:cNvPr>
            <p:cNvSpPr/>
            <p:nvPr/>
          </p:nvSpPr>
          <p:spPr>
            <a:xfrm>
              <a:off x="6181725" y="1019175"/>
              <a:ext cx="5486400" cy="2133600"/>
            </a:xfrm>
            <a:prstGeom prst="roundRect">
              <a:avLst>
                <a:gd name="adj" fmla="val 11563"/>
              </a:avLst>
            </a:prstGeom>
            <a:gradFill flip="none" rotWithShape="1">
              <a:gsLst>
                <a:gs pos="0">
                  <a:srgbClr val="014EA1"/>
                </a:gs>
                <a:gs pos="67000">
                  <a:srgbClr val="00B6AB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pic>
          <p:nvPicPr>
            <p:cNvPr id="35" name="Picture 34" descr="A close-up of people holding papers&#10;&#10;AI-generated content may be incorrect.">
              <a:extLst>
                <a:ext uri="{FF2B5EF4-FFF2-40B4-BE49-F238E27FC236}">
                  <a16:creationId xmlns:a16="http://schemas.microsoft.com/office/drawing/2014/main" id="{7B99699F-33CB-7D1E-F5BD-350065196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4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185089" y="1021375"/>
              <a:ext cx="5486400" cy="2133600"/>
            </a:xfrm>
            <a:custGeom>
              <a:avLst/>
              <a:gdLst>
                <a:gd name="connsiteX0" fmla="*/ 244995 w 5448300"/>
                <a:gd name="connsiteY0" fmla="*/ 0 h 2118783"/>
                <a:gd name="connsiteX1" fmla="*/ 5203304 w 5448300"/>
                <a:gd name="connsiteY1" fmla="*/ 0 h 2118783"/>
                <a:gd name="connsiteX2" fmla="*/ 5448300 w 5448300"/>
                <a:gd name="connsiteY2" fmla="*/ 244995 h 2118783"/>
                <a:gd name="connsiteX3" fmla="*/ 5448300 w 5448300"/>
                <a:gd name="connsiteY3" fmla="*/ 1873788 h 2118783"/>
                <a:gd name="connsiteX4" fmla="*/ 5203304 w 5448300"/>
                <a:gd name="connsiteY4" fmla="*/ 2118783 h 2118783"/>
                <a:gd name="connsiteX5" fmla="*/ 244995 w 5448300"/>
                <a:gd name="connsiteY5" fmla="*/ 2118783 h 2118783"/>
                <a:gd name="connsiteX6" fmla="*/ 0 w 5448300"/>
                <a:gd name="connsiteY6" fmla="*/ 1873788 h 2118783"/>
                <a:gd name="connsiteX7" fmla="*/ 0 w 5448300"/>
                <a:gd name="connsiteY7" fmla="*/ 244995 h 2118783"/>
                <a:gd name="connsiteX8" fmla="*/ 244995 w 5448300"/>
                <a:gd name="connsiteY8" fmla="*/ 0 h 211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300" h="2118783">
                  <a:moveTo>
                    <a:pt x="244995" y="0"/>
                  </a:moveTo>
                  <a:lnTo>
                    <a:pt x="5203304" y="0"/>
                  </a:lnTo>
                  <a:cubicBezTo>
                    <a:pt x="5338612" y="0"/>
                    <a:pt x="5448300" y="109688"/>
                    <a:pt x="5448300" y="244995"/>
                  </a:cubicBezTo>
                  <a:lnTo>
                    <a:pt x="5448300" y="1873788"/>
                  </a:lnTo>
                  <a:cubicBezTo>
                    <a:pt x="5448300" y="2009095"/>
                    <a:pt x="5338612" y="2118783"/>
                    <a:pt x="5203304" y="2118783"/>
                  </a:cubicBezTo>
                  <a:lnTo>
                    <a:pt x="244995" y="2118783"/>
                  </a:lnTo>
                  <a:cubicBezTo>
                    <a:pt x="109688" y="2118783"/>
                    <a:pt x="0" y="2009095"/>
                    <a:pt x="0" y="1873788"/>
                  </a:cubicBezTo>
                  <a:lnTo>
                    <a:pt x="0" y="244995"/>
                  </a:lnTo>
                  <a:cubicBezTo>
                    <a:pt x="0" y="109688"/>
                    <a:pt x="109688" y="0"/>
                    <a:pt x="244995" y="0"/>
                  </a:cubicBezTo>
                  <a:close/>
                </a:path>
              </a:pathLst>
            </a:custGeom>
          </p:spPr>
        </p:pic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7947B82-7003-F1FE-B3B6-9CCB2FFBE22A}"/>
              </a:ext>
            </a:extLst>
          </p:cNvPr>
          <p:cNvSpPr/>
          <p:nvPr/>
        </p:nvSpPr>
        <p:spPr>
          <a:xfrm>
            <a:off x="6302916" y="2362158"/>
            <a:ext cx="5235913" cy="4126191"/>
          </a:xfrm>
          <a:prstGeom prst="roundRect">
            <a:avLst>
              <a:gd name="adj" fmla="val 5753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62D5F55-E8F4-F605-37EE-73D323A34814}"/>
              </a:ext>
            </a:extLst>
          </p:cNvPr>
          <p:cNvGrpSpPr/>
          <p:nvPr/>
        </p:nvGrpSpPr>
        <p:grpSpPr>
          <a:xfrm>
            <a:off x="6705804" y="2642227"/>
            <a:ext cx="4626312" cy="3471070"/>
            <a:chOff x="3253283" y="4143705"/>
            <a:chExt cx="4626312" cy="347107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8620E4A-BEC9-D4F9-FE33-7D69B94E0F98}"/>
                </a:ext>
              </a:extLst>
            </p:cNvPr>
            <p:cNvSpPr txBox="1"/>
            <p:nvPr/>
          </p:nvSpPr>
          <p:spPr>
            <a:xfrm>
              <a:off x="3253283" y="4936028"/>
              <a:ext cx="4626312" cy="26787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800"/>
                </a:spcBef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We provide strategic budgeting and auditing for maritime medical welfare, ensuring cost-efficient healthcare management without compromising quality.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Our team analyzes treatment plans, validates medical expenses, and prevents overbilling, optimizing resources for shipowners and employers.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With expertise in PEME audits, vessel-specific assessments, and financial planning, we help clients maintain transparent, well-regulated, and budget-friendly healthcare programs for their crew.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6E5B89-1466-9056-7AE0-CC3E097178EF}"/>
                </a:ext>
              </a:extLst>
            </p:cNvPr>
            <p:cNvSpPr txBox="1"/>
            <p:nvPr/>
          </p:nvSpPr>
          <p:spPr>
            <a:xfrm>
              <a:off x="3258956" y="4143705"/>
              <a:ext cx="35487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</a:rPr>
                <a:t>Maritime Medical Welfare Budgeting &amp; Auditing 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699018B8-3104-3FE8-C745-5BB8A2F83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7103" y="327569"/>
            <a:ext cx="1828800" cy="463459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45875D4-271C-CCC1-8C85-08ED266D465A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custGeom>
            <a:avLst/>
            <a:gdLst>
              <a:gd name="connsiteX0" fmla="*/ 234960 w 2415541"/>
              <a:gd name="connsiteY0" fmla="*/ 0 h 2415541"/>
              <a:gd name="connsiteX1" fmla="*/ 2415541 w 2415541"/>
              <a:gd name="connsiteY1" fmla="*/ 0 h 2415541"/>
              <a:gd name="connsiteX2" fmla="*/ 2415541 w 2415541"/>
              <a:gd name="connsiteY2" fmla="*/ 2415541 h 2415541"/>
              <a:gd name="connsiteX3" fmla="*/ 234960 w 2415541"/>
              <a:gd name="connsiteY3" fmla="*/ 2415541 h 2415541"/>
              <a:gd name="connsiteX4" fmla="*/ 0 w 2415541"/>
              <a:gd name="connsiteY4" fmla="*/ 2180581 h 2415541"/>
              <a:gd name="connsiteX5" fmla="*/ 0 w 2415541"/>
              <a:gd name="connsiteY5" fmla="*/ 234960 h 2415541"/>
              <a:gd name="connsiteX6" fmla="*/ 234960 w 2415541"/>
              <a:gd name="connsiteY6" fmla="*/ 0 h 241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541" h="2415541">
                <a:moveTo>
                  <a:pt x="234960" y="0"/>
                </a:moveTo>
                <a:lnTo>
                  <a:pt x="2415541" y="0"/>
                </a:lnTo>
                <a:lnTo>
                  <a:pt x="2415541" y="2415541"/>
                </a:lnTo>
                <a:lnTo>
                  <a:pt x="234960" y="2415541"/>
                </a:lnTo>
                <a:cubicBezTo>
                  <a:pt x="105195" y="2415541"/>
                  <a:pt x="0" y="2310346"/>
                  <a:pt x="0" y="2180581"/>
                </a:cubicBezTo>
                <a:lnTo>
                  <a:pt x="0" y="234960"/>
                </a:lnTo>
                <a:cubicBezTo>
                  <a:pt x="0" y="105195"/>
                  <a:pt x="105195" y="0"/>
                  <a:pt x="234960" y="0"/>
                </a:cubicBezTo>
                <a:close/>
              </a:path>
            </a:pathLst>
          </a:cu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2753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 descr="A person in orange jumpsuit standing on a deck of a ship&#10;&#10;AI-generated content may be incorrect.">
            <a:extLst>
              <a:ext uri="{FF2B5EF4-FFF2-40B4-BE49-F238E27FC236}">
                <a16:creationId xmlns:a16="http://schemas.microsoft.com/office/drawing/2014/main" id="{75AEA9EE-5DCB-8CFD-32B3-0F1FF4593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695"/>
          <a:stretch/>
        </p:blipFill>
        <p:spPr>
          <a:xfrm>
            <a:off x="0" y="0"/>
            <a:ext cx="12192000" cy="5636493"/>
          </a:xfrm>
          <a:prstGeom prst="rect">
            <a:avLst/>
          </a:prstGeom>
        </p:spPr>
      </p:pic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01C23058-93FE-0162-00BB-752274ABBB3B}"/>
              </a:ext>
            </a:extLst>
          </p:cNvPr>
          <p:cNvSpPr/>
          <p:nvPr/>
        </p:nvSpPr>
        <p:spPr>
          <a:xfrm flipV="1">
            <a:off x="0" y="3733799"/>
            <a:ext cx="12192000" cy="3124199"/>
          </a:xfrm>
          <a:custGeom>
            <a:avLst/>
            <a:gdLst>
              <a:gd name="connsiteX0" fmla="*/ 0 w 12192000"/>
              <a:gd name="connsiteY0" fmla="*/ 0 h 4319837"/>
              <a:gd name="connsiteX1" fmla="*/ 12192000 w 12192000"/>
              <a:gd name="connsiteY1" fmla="*/ 0 h 4319837"/>
              <a:gd name="connsiteX2" fmla="*/ 12192000 w 12192000"/>
              <a:gd name="connsiteY2" fmla="*/ 4319837 h 4319837"/>
              <a:gd name="connsiteX3" fmla="*/ 11970965 w 12192000"/>
              <a:gd name="connsiteY3" fmla="*/ 4274906 h 4319837"/>
              <a:gd name="connsiteX4" fmla="*/ 6096000 w 12192000"/>
              <a:gd name="connsiteY4" fmla="*/ 3790950 h 4319837"/>
              <a:gd name="connsiteX5" fmla="*/ 221035 w 12192000"/>
              <a:gd name="connsiteY5" fmla="*/ 4274906 h 4319837"/>
              <a:gd name="connsiteX6" fmla="*/ 0 w 12192000"/>
              <a:gd name="connsiteY6" fmla="*/ 4319837 h 431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19837">
                <a:moveTo>
                  <a:pt x="0" y="0"/>
                </a:moveTo>
                <a:lnTo>
                  <a:pt x="12192000" y="0"/>
                </a:lnTo>
                <a:lnTo>
                  <a:pt x="12192000" y="4319837"/>
                </a:lnTo>
                <a:lnTo>
                  <a:pt x="11970965" y="4274906"/>
                </a:lnTo>
                <a:cubicBezTo>
                  <a:pt x="10419278" y="3974216"/>
                  <a:pt x="8358019" y="3790950"/>
                  <a:pt x="6096000" y="3790950"/>
                </a:cubicBezTo>
                <a:cubicBezTo>
                  <a:pt x="3833980" y="3790950"/>
                  <a:pt x="1772720" y="3974216"/>
                  <a:pt x="221035" y="4274906"/>
                </a:cubicBezTo>
                <a:lnTo>
                  <a:pt x="0" y="4319837"/>
                </a:lnTo>
                <a:close/>
              </a:path>
            </a:pathLst>
          </a:cu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1400"/>
          </a:p>
        </p:txBody>
      </p:sp>
      <p:pic>
        <p:nvPicPr>
          <p:cNvPr id="81" name="Google Shape;146;p33">
            <a:extLst>
              <a:ext uri="{FF2B5EF4-FFF2-40B4-BE49-F238E27FC236}">
                <a16:creationId xmlns:a16="http://schemas.microsoft.com/office/drawing/2014/main" id="{9861C723-D331-BC4A-DD7E-A65CD80B2DBC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125" y="4705235"/>
            <a:ext cx="5410200" cy="2365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2" name="Google Shape;146;p33">
            <a:extLst>
              <a:ext uri="{FF2B5EF4-FFF2-40B4-BE49-F238E27FC236}">
                <a16:creationId xmlns:a16="http://schemas.microsoft.com/office/drawing/2014/main" id="{578BD48C-5CF0-8834-737C-7F61838B91F8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81701" y="4581525"/>
            <a:ext cx="5714999" cy="25177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2361A3-69AF-6782-D41E-638580BDF465}"/>
              </a:ext>
            </a:extLst>
          </p:cNvPr>
          <p:cNvSpPr txBox="1"/>
          <p:nvPr/>
        </p:nvSpPr>
        <p:spPr>
          <a:xfrm>
            <a:off x="782464" y="297588"/>
            <a:ext cx="10860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6AB"/>
                </a:solidFill>
                <a:latin typeface="+mj-lt"/>
              </a:rPr>
              <a:t>Case Study 1 </a:t>
            </a:r>
            <a:r>
              <a:rPr lang="en-US" sz="3200" dirty="0">
                <a:latin typeface="+mj-lt"/>
              </a:rPr>
              <a:t>- </a:t>
            </a:r>
            <a:r>
              <a:rPr lang="en-US" sz="2400" dirty="0">
                <a:latin typeface="+mj-lt"/>
              </a:rPr>
              <a:t>Optimizing Seafarer Treatment Costs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C7582D-9193-2A32-5D9F-89112B4E5796}"/>
              </a:ext>
            </a:extLst>
          </p:cNvPr>
          <p:cNvSpPr txBox="1"/>
          <p:nvPr/>
        </p:nvSpPr>
        <p:spPr>
          <a:xfrm>
            <a:off x="962652" y="5004135"/>
            <a:ext cx="4866647" cy="1323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buClr>
                <a:schemeClr val="accent2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Consultation fees reduced by </a:t>
            </a:r>
            <a:r>
              <a:rPr lang="en-US" b="1" dirty="0">
                <a:solidFill>
                  <a:schemeClr val="bg1"/>
                </a:solidFill>
              </a:rPr>
              <a:t>65%.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Surgery costs reduced from </a:t>
            </a:r>
            <a:r>
              <a:rPr lang="en-US" b="1" dirty="0">
                <a:solidFill>
                  <a:schemeClr val="bg1"/>
                </a:solidFill>
              </a:rPr>
              <a:t>7.75 Lakhs to 2.55 Lakhs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Rehabilitation costs reduced by </a:t>
            </a:r>
            <a:r>
              <a:rPr lang="en-US" b="1" dirty="0">
                <a:solidFill>
                  <a:schemeClr val="bg1"/>
                </a:solidFill>
              </a:rPr>
              <a:t>60%.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Overall claim reduced by over </a:t>
            </a:r>
            <a:r>
              <a:rPr lang="en-US" b="1" dirty="0">
                <a:solidFill>
                  <a:schemeClr val="bg1"/>
                </a:solidFill>
              </a:rPr>
              <a:t>66%.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B49EFE-C7E3-68F7-8660-83ECB9C33E17}"/>
              </a:ext>
            </a:extLst>
          </p:cNvPr>
          <p:cNvSpPr txBox="1"/>
          <p:nvPr/>
        </p:nvSpPr>
        <p:spPr>
          <a:xfrm>
            <a:off x="6347252" y="5024854"/>
            <a:ext cx="5073223" cy="1259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buClr>
                <a:schemeClr val="accent2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MedShield's expertise in cost negotiation, strategic referrals, and transparent communication prevented significant overcharges, demonstrating their value in navigating complex medical pricing.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7DEDE4A-DA71-9C78-6EDC-FAA8D4C60D72}"/>
              </a:ext>
            </a:extLst>
          </p:cNvPr>
          <p:cNvCxnSpPr/>
          <p:nvPr/>
        </p:nvCxnSpPr>
        <p:spPr>
          <a:xfrm>
            <a:off x="0" y="581025"/>
            <a:ext cx="885825" cy="0"/>
          </a:xfrm>
          <a:prstGeom prst="line">
            <a:avLst/>
          </a:prstGeom>
          <a:ln w="28575">
            <a:solidFill>
              <a:srgbClr val="00B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6580930-7012-FAB7-AC76-6C162B6CFB40}"/>
              </a:ext>
            </a:extLst>
          </p:cNvPr>
          <p:cNvGrpSpPr/>
          <p:nvPr/>
        </p:nvGrpSpPr>
        <p:grpSpPr>
          <a:xfrm>
            <a:off x="622132" y="1386959"/>
            <a:ext cx="2616369" cy="1846571"/>
            <a:chOff x="622132" y="1186934"/>
            <a:chExt cx="2616369" cy="18465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90C19F1-D2B3-183F-4498-0F21EB4EFF20}"/>
                </a:ext>
              </a:extLst>
            </p:cNvPr>
            <p:cNvSpPr txBox="1"/>
            <p:nvPr/>
          </p:nvSpPr>
          <p:spPr>
            <a:xfrm>
              <a:off x="857251" y="1648510"/>
              <a:ext cx="23812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 seafarer faced inflated medical costs (3X market average) due to hospital exploitation of their employer-provided insurance.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A4883E-8D7D-CFEB-4EC6-8A4238075D73}"/>
                </a:ext>
              </a:extLst>
            </p:cNvPr>
            <p:cNvSpPr txBox="1"/>
            <p:nvPr/>
          </p:nvSpPr>
          <p:spPr>
            <a:xfrm>
              <a:off x="863600" y="1186934"/>
              <a:ext cx="116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dirty="0">
                  <a:solidFill>
                    <a:srgbClr val="00B6AB"/>
                  </a:solidFill>
                  <a:latin typeface="+mj-lt"/>
                </a:rPr>
                <a:t>Problem</a:t>
              </a:r>
            </a:p>
          </p:txBody>
        </p:sp>
        <p:sp>
          <p:nvSpPr>
            <p:cNvPr id="12" name="Arrow: Chevron 47113">
              <a:extLst>
                <a:ext uri="{FF2B5EF4-FFF2-40B4-BE49-F238E27FC236}">
                  <a16:creationId xmlns:a16="http://schemas.microsoft.com/office/drawing/2014/main" id="{8FF1B9B5-5A9B-28D7-AC70-9519099714A1}"/>
                </a:ext>
              </a:extLst>
            </p:cNvPr>
            <p:cNvSpPr/>
            <p:nvPr/>
          </p:nvSpPr>
          <p:spPr>
            <a:xfrm>
              <a:off x="622132" y="1242804"/>
              <a:ext cx="174903" cy="225850"/>
            </a:xfrm>
            <a:prstGeom prst="chevron">
              <a:avLst/>
            </a:prstGeom>
            <a:solidFill>
              <a:srgbClr val="175D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8045223-9E84-C1F4-D17E-C6F047D396F1}"/>
              </a:ext>
            </a:extLst>
          </p:cNvPr>
          <p:cNvGrpSpPr/>
          <p:nvPr/>
        </p:nvGrpSpPr>
        <p:grpSpPr>
          <a:xfrm>
            <a:off x="7046453" y="1342252"/>
            <a:ext cx="4888373" cy="1933209"/>
            <a:chOff x="5884403" y="1361302"/>
            <a:chExt cx="4888373" cy="19332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FBC9E2-26E0-2F15-DDB4-97A6BFC4818B}"/>
                </a:ext>
              </a:extLst>
            </p:cNvPr>
            <p:cNvSpPr txBox="1"/>
            <p:nvPr/>
          </p:nvSpPr>
          <p:spPr>
            <a:xfrm>
              <a:off x="6239715" y="1386786"/>
              <a:ext cx="2428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ID" dirty="0">
                  <a:solidFill>
                    <a:srgbClr val="00B6AB"/>
                  </a:solidFill>
                </a:rPr>
                <a:t>Solutions: </a:t>
              </a:r>
              <a:r>
                <a:rPr lang="en-ID" dirty="0"/>
                <a:t>MedShield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102D564-007D-8C35-8E62-4F9784DA36E1}"/>
                </a:ext>
              </a:extLst>
            </p:cNvPr>
            <p:cNvGrpSpPr/>
            <p:nvPr/>
          </p:nvGrpSpPr>
          <p:grpSpPr>
            <a:xfrm>
              <a:off x="6366302" y="2292196"/>
              <a:ext cx="4406474" cy="238046"/>
              <a:chOff x="6528227" y="4438495"/>
              <a:chExt cx="4406474" cy="23804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935E685-C915-769A-83F6-A602E9E49234}"/>
                  </a:ext>
                </a:extLst>
              </p:cNvPr>
              <p:cNvSpPr txBox="1"/>
              <p:nvPr/>
            </p:nvSpPr>
            <p:spPr>
              <a:xfrm>
                <a:off x="6911341" y="4438495"/>
                <a:ext cx="4023360" cy="222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Referred the patient to independent specialists.</a:t>
                </a: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8431524-139A-07FA-AA31-B90787E82241}"/>
                  </a:ext>
                </a:extLst>
              </p:cNvPr>
              <p:cNvGrpSpPr/>
              <p:nvPr/>
            </p:nvGrpSpPr>
            <p:grpSpPr>
              <a:xfrm>
                <a:off x="6528227" y="4446672"/>
                <a:ext cx="229860" cy="229869"/>
                <a:chOff x="3831600" y="1164347"/>
                <a:chExt cx="4528628" cy="4528798"/>
              </a:xfrm>
            </p:grpSpPr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0C1A1E96-D1E2-8207-146C-1FDE8026D86F}"/>
                    </a:ext>
                  </a:extLst>
                </p:cNvPr>
                <p:cNvSpPr/>
                <p:nvPr/>
              </p:nvSpPr>
              <p:spPr>
                <a:xfrm>
                  <a:off x="3831600" y="1164347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207C1F23-718B-436D-5694-82D9E9938F6B}"/>
                    </a:ext>
                  </a:extLst>
                </p:cNvPr>
                <p:cNvSpPr/>
                <p:nvPr/>
              </p:nvSpPr>
              <p:spPr>
                <a:xfrm>
                  <a:off x="4876750" y="2032886"/>
                  <a:ext cx="3137899" cy="2266933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BACA898-086F-5233-6E96-16EAA1394894}"/>
                </a:ext>
              </a:extLst>
            </p:cNvPr>
            <p:cNvGrpSpPr/>
            <p:nvPr/>
          </p:nvGrpSpPr>
          <p:grpSpPr>
            <a:xfrm>
              <a:off x="6366302" y="1929111"/>
              <a:ext cx="3215848" cy="238046"/>
              <a:chOff x="6528227" y="3729336"/>
              <a:chExt cx="3215848" cy="23804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0BEEA5-1A41-F822-EC0C-4B351ECFEB9B}"/>
                  </a:ext>
                </a:extLst>
              </p:cNvPr>
              <p:cNvSpPr txBox="1"/>
              <p:nvPr/>
            </p:nvSpPr>
            <p:spPr>
              <a:xfrm>
                <a:off x="6911340" y="3729336"/>
                <a:ext cx="2832735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Negotiated lower hospital costs.</a:t>
                </a: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F73B3FC2-97CF-99F4-A288-FA8815D267EC}"/>
                  </a:ext>
                </a:extLst>
              </p:cNvPr>
              <p:cNvGrpSpPr/>
              <p:nvPr/>
            </p:nvGrpSpPr>
            <p:grpSpPr>
              <a:xfrm>
                <a:off x="6528227" y="3737513"/>
                <a:ext cx="229860" cy="229869"/>
                <a:chOff x="3831600" y="1164347"/>
                <a:chExt cx="4528628" cy="4528798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C7DB80D4-B69F-C9E5-089D-BD32EAFB5B24}"/>
                    </a:ext>
                  </a:extLst>
                </p:cNvPr>
                <p:cNvSpPr/>
                <p:nvPr/>
              </p:nvSpPr>
              <p:spPr>
                <a:xfrm>
                  <a:off x="3831600" y="1164347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D9BAAAFD-E204-540C-03EB-B23700D5CF5C}"/>
                    </a:ext>
                  </a:extLst>
                </p:cNvPr>
                <p:cNvSpPr/>
                <p:nvPr/>
              </p:nvSpPr>
              <p:spPr>
                <a:xfrm>
                  <a:off x="4876750" y="2032886"/>
                  <a:ext cx="3137899" cy="2266933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56292F-1891-8535-F9E9-8C4B4477C9A4}"/>
                </a:ext>
              </a:extLst>
            </p:cNvPr>
            <p:cNvGrpSpPr/>
            <p:nvPr/>
          </p:nvGrpSpPr>
          <p:grpSpPr>
            <a:xfrm>
              <a:off x="6366302" y="2674331"/>
              <a:ext cx="3377774" cy="238046"/>
              <a:chOff x="6528227" y="5147654"/>
              <a:chExt cx="3377774" cy="238046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FD648F-3279-E3A6-CD5D-CB50605ACA19}"/>
                  </a:ext>
                </a:extLst>
              </p:cNvPr>
              <p:cNvSpPr txBox="1"/>
              <p:nvPr/>
            </p:nvSpPr>
            <p:spPr>
              <a:xfrm>
                <a:off x="6911341" y="5147654"/>
                <a:ext cx="299466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Implemented strict cost monitoring.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B8823F74-8708-8A50-092D-8173FB5402C7}"/>
                  </a:ext>
                </a:extLst>
              </p:cNvPr>
              <p:cNvGrpSpPr/>
              <p:nvPr/>
            </p:nvGrpSpPr>
            <p:grpSpPr>
              <a:xfrm>
                <a:off x="6528227" y="5155831"/>
                <a:ext cx="229860" cy="229869"/>
                <a:chOff x="3831600" y="1164347"/>
                <a:chExt cx="4528628" cy="4528798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A3BC23B-FD23-3842-ECE0-46300C7DBA98}"/>
                    </a:ext>
                  </a:extLst>
                </p:cNvPr>
                <p:cNvSpPr/>
                <p:nvPr/>
              </p:nvSpPr>
              <p:spPr>
                <a:xfrm>
                  <a:off x="3831600" y="1164347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76EDF7-2B5E-C6F2-63E9-679B982E2C70}"/>
                    </a:ext>
                  </a:extLst>
                </p:cNvPr>
                <p:cNvSpPr/>
                <p:nvPr/>
              </p:nvSpPr>
              <p:spPr>
                <a:xfrm>
                  <a:off x="4876750" y="2032886"/>
                  <a:ext cx="3137899" cy="2266933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0CAA6E-8EA4-9B63-12EA-03C840CFE5C1}"/>
                </a:ext>
              </a:extLst>
            </p:cNvPr>
            <p:cNvGrpSpPr/>
            <p:nvPr/>
          </p:nvGrpSpPr>
          <p:grpSpPr>
            <a:xfrm>
              <a:off x="6366302" y="3056466"/>
              <a:ext cx="3796874" cy="238045"/>
              <a:chOff x="6528227" y="5856816"/>
              <a:chExt cx="3796874" cy="23804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78DEE2-855C-CDC2-F825-6E8009F32236}"/>
                  </a:ext>
                </a:extLst>
              </p:cNvPr>
              <p:cNvSpPr txBox="1"/>
              <p:nvPr/>
            </p:nvSpPr>
            <p:spPr>
              <a:xfrm>
                <a:off x="6911341" y="5856816"/>
                <a:ext cx="341376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Maintained transparent communication.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7FDCF29-FD50-90E6-4030-A325F5C6B6CD}"/>
                  </a:ext>
                </a:extLst>
              </p:cNvPr>
              <p:cNvGrpSpPr/>
              <p:nvPr/>
            </p:nvGrpSpPr>
            <p:grpSpPr>
              <a:xfrm>
                <a:off x="6528227" y="5864992"/>
                <a:ext cx="229860" cy="229869"/>
                <a:chOff x="3831600" y="1164347"/>
                <a:chExt cx="4528628" cy="452879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01D714B6-A4E2-07E9-F822-F2C70DBAB207}"/>
                    </a:ext>
                  </a:extLst>
                </p:cNvPr>
                <p:cNvSpPr/>
                <p:nvPr/>
              </p:nvSpPr>
              <p:spPr>
                <a:xfrm>
                  <a:off x="3831600" y="1164347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E2CDBD9-C407-13AB-7F80-64518A74E52D}"/>
                    </a:ext>
                  </a:extLst>
                </p:cNvPr>
                <p:cNvSpPr/>
                <p:nvPr/>
              </p:nvSpPr>
              <p:spPr>
                <a:xfrm>
                  <a:off x="4876750" y="2032886"/>
                  <a:ext cx="3137899" cy="2266933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7" name="Group 58">
              <a:extLst>
                <a:ext uri="{FF2B5EF4-FFF2-40B4-BE49-F238E27FC236}">
                  <a16:creationId xmlns:a16="http://schemas.microsoft.com/office/drawing/2014/main" id="{D9224626-43FB-E8D0-FBC3-73ADE0E2748F}"/>
                </a:ext>
              </a:extLst>
            </p:cNvPr>
            <p:cNvGrpSpPr/>
            <p:nvPr/>
          </p:nvGrpSpPr>
          <p:grpSpPr>
            <a:xfrm>
              <a:off x="5884403" y="1361302"/>
              <a:ext cx="407953" cy="407953"/>
              <a:chOff x="6588484" y="3546838"/>
              <a:chExt cx="360000" cy="360000"/>
            </a:xfrm>
          </p:grpSpPr>
          <p:sp>
            <p:nvSpPr>
              <p:cNvPr id="18" name="Oval 85">
                <a:extLst>
                  <a:ext uri="{FF2B5EF4-FFF2-40B4-BE49-F238E27FC236}">
                    <a16:creationId xmlns:a16="http://schemas.microsoft.com/office/drawing/2014/main" id="{6762E73C-88D3-8DC1-F000-B3D1C4940D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8484" y="3546838"/>
                <a:ext cx="360000" cy="36000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568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ea typeface="Roboto black" panose="02000000000000000000" pitchFamily="2" charset="0"/>
                  <a:cs typeface="Roboto black" panose="02000000000000000000" pitchFamily="2" charset="0"/>
                </a:endParaRPr>
              </a:p>
            </p:txBody>
          </p:sp>
          <p:sp>
            <p:nvSpPr>
              <p:cNvPr id="24" name="Arrow: Chevron 47113">
                <a:extLst>
                  <a:ext uri="{FF2B5EF4-FFF2-40B4-BE49-F238E27FC236}">
                    <a16:creationId xmlns:a16="http://schemas.microsoft.com/office/drawing/2014/main" id="{89B5B859-5D5C-A782-6D7F-5922C6128D9A}"/>
                  </a:ext>
                </a:extLst>
              </p:cNvPr>
              <p:cNvSpPr/>
              <p:nvPr/>
            </p:nvSpPr>
            <p:spPr>
              <a:xfrm>
                <a:off x="6691312" y="3627187"/>
                <a:ext cx="154344" cy="199302"/>
              </a:xfrm>
              <a:prstGeom prst="chevron">
                <a:avLst/>
              </a:prstGeom>
              <a:solidFill>
                <a:srgbClr val="175D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B66F486-B843-E6F6-A50B-08A075477199}"/>
              </a:ext>
            </a:extLst>
          </p:cNvPr>
          <p:cNvGrpSpPr/>
          <p:nvPr/>
        </p:nvGrpSpPr>
        <p:grpSpPr>
          <a:xfrm>
            <a:off x="3163082" y="1342252"/>
            <a:ext cx="4161000" cy="2242439"/>
            <a:chOff x="496082" y="1678802"/>
            <a:chExt cx="4161000" cy="224243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EC980AF-D510-557E-CE28-B3A5A9FA68C3}"/>
                </a:ext>
              </a:extLst>
            </p:cNvPr>
            <p:cNvSpPr txBox="1"/>
            <p:nvPr/>
          </p:nvSpPr>
          <p:spPr>
            <a:xfrm>
              <a:off x="819778" y="1704286"/>
              <a:ext cx="3837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ID" dirty="0">
                  <a:solidFill>
                    <a:srgbClr val="00B6AB"/>
                  </a:solidFill>
                </a:rPr>
                <a:t>Investigation</a:t>
              </a:r>
              <a:r>
                <a:rPr lang="en-ID" dirty="0"/>
                <a:t>: Medshield found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ECBDB56-9F3F-DB99-9DC9-D20820D75AAD}"/>
                </a:ext>
              </a:extLst>
            </p:cNvPr>
            <p:cNvSpPr txBox="1"/>
            <p:nvPr/>
          </p:nvSpPr>
          <p:spPr>
            <a:xfrm>
              <a:off x="1477708" y="2278959"/>
              <a:ext cx="296707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Hospitals inflated prices upon learning of insurance coverage.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9D1E727-A72E-B883-D9C3-F2B1C30CAFCE}"/>
                </a:ext>
              </a:extLst>
            </p:cNvPr>
            <p:cNvSpPr txBox="1"/>
            <p:nvPr/>
          </p:nvSpPr>
          <p:spPr>
            <a:xfrm>
              <a:off x="1458658" y="2889419"/>
              <a:ext cx="296707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Unregulated pricing in the region allows for significant markups.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0B0F2B1-82E5-85A0-647E-FC6D0E6D7019}"/>
                </a:ext>
              </a:extLst>
            </p:cNvPr>
            <p:cNvSpPr txBox="1"/>
            <p:nvPr/>
          </p:nvSpPr>
          <p:spPr>
            <a:xfrm>
              <a:off x="1459601" y="3490354"/>
              <a:ext cx="296707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Outsourced services within the hospital incurred additional fees.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215BCA8-A4DC-24A2-0F31-CB2026BBC73E}"/>
                </a:ext>
              </a:extLst>
            </p:cNvPr>
            <p:cNvGrpSpPr/>
            <p:nvPr/>
          </p:nvGrpSpPr>
          <p:grpSpPr>
            <a:xfrm>
              <a:off x="888812" y="2321325"/>
              <a:ext cx="350799" cy="350799"/>
              <a:chOff x="717510" y="3614810"/>
              <a:chExt cx="468000" cy="468000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A0683176-4C39-CCD3-12A1-243862011DFD}"/>
                  </a:ext>
                </a:extLst>
              </p:cNvPr>
              <p:cNvSpPr/>
              <p:nvPr/>
            </p:nvSpPr>
            <p:spPr>
              <a:xfrm>
                <a:off x="717510" y="3614810"/>
                <a:ext cx="468000" cy="46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4EA1"/>
                  </a:gs>
                  <a:gs pos="67000">
                    <a:srgbClr val="00B6AB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89" name="Graphic 88">
                <a:extLst>
                  <a:ext uri="{FF2B5EF4-FFF2-40B4-BE49-F238E27FC236}">
                    <a16:creationId xmlns:a16="http://schemas.microsoft.com/office/drawing/2014/main" id="{F5A7425A-3D05-4EE4-6EFD-B9B836EBB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5140" y="3692440"/>
                <a:ext cx="312740" cy="31274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0C77BF5-D333-271C-5123-55E838E6E1F7}"/>
                </a:ext>
              </a:extLst>
            </p:cNvPr>
            <p:cNvGrpSpPr/>
            <p:nvPr/>
          </p:nvGrpSpPr>
          <p:grpSpPr>
            <a:xfrm>
              <a:off x="888812" y="2888329"/>
              <a:ext cx="350799" cy="350799"/>
              <a:chOff x="717510" y="4555440"/>
              <a:chExt cx="468000" cy="468000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E3F73C2C-1BA4-4D84-A3FE-EEDCAD4C7CCB}"/>
                  </a:ext>
                </a:extLst>
              </p:cNvPr>
              <p:cNvSpPr/>
              <p:nvPr/>
            </p:nvSpPr>
            <p:spPr>
              <a:xfrm>
                <a:off x="717510" y="4555440"/>
                <a:ext cx="468000" cy="46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4EA1"/>
                  </a:gs>
                  <a:gs pos="67000">
                    <a:srgbClr val="00B6AB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3000BE89-35B8-8629-3F0C-E0E67BCB71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5140" y="4633070"/>
                <a:ext cx="312740" cy="312740"/>
              </a:xfrm>
              <a:prstGeom prst="rect">
                <a:avLst/>
              </a:prstGeom>
            </p:spPr>
          </p:pic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AA227D6-16EC-96E8-3C69-AB6776E8C583}"/>
                </a:ext>
              </a:extLst>
            </p:cNvPr>
            <p:cNvGrpSpPr/>
            <p:nvPr/>
          </p:nvGrpSpPr>
          <p:grpSpPr>
            <a:xfrm>
              <a:off x="888812" y="3522008"/>
              <a:ext cx="350799" cy="350799"/>
              <a:chOff x="717510" y="5496067"/>
              <a:chExt cx="468000" cy="468000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071392F-E880-0F2D-113E-7A100E1FDB9C}"/>
                  </a:ext>
                </a:extLst>
              </p:cNvPr>
              <p:cNvSpPr/>
              <p:nvPr/>
            </p:nvSpPr>
            <p:spPr>
              <a:xfrm>
                <a:off x="717510" y="5496067"/>
                <a:ext cx="468000" cy="46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4EA1"/>
                  </a:gs>
                  <a:gs pos="67000">
                    <a:srgbClr val="00B6AB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85" name="Graphic 84">
                <a:extLst>
                  <a:ext uri="{FF2B5EF4-FFF2-40B4-BE49-F238E27FC236}">
                    <a16:creationId xmlns:a16="http://schemas.microsoft.com/office/drawing/2014/main" id="{268ECE26-2233-B57F-39C2-530296DC6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95140" y="5573697"/>
                <a:ext cx="312740" cy="312740"/>
              </a:xfrm>
              <a:prstGeom prst="rect">
                <a:avLst/>
              </a:prstGeom>
            </p:spPr>
          </p:pic>
        </p:grpSp>
        <p:grpSp>
          <p:nvGrpSpPr>
            <p:cNvPr id="79" name="Group 58">
              <a:extLst>
                <a:ext uri="{FF2B5EF4-FFF2-40B4-BE49-F238E27FC236}">
                  <a16:creationId xmlns:a16="http://schemas.microsoft.com/office/drawing/2014/main" id="{A86F0600-AC29-CA75-85A0-85FB01C409A2}"/>
                </a:ext>
              </a:extLst>
            </p:cNvPr>
            <p:cNvGrpSpPr/>
            <p:nvPr/>
          </p:nvGrpSpPr>
          <p:grpSpPr>
            <a:xfrm>
              <a:off x="496082" y="1678802"/>
              <a:ext cx="407953" cy="407953"/>
              <a:chOff x="6588484" y="3546838"/>
              <a:chExt cx="360000" cy="360000"/>
            </a:xfrm>
          </p:grpSpPr>
          <p:sp>
            <p:nvSpPr>
              <p:cNvPr id="80" name="Oval 85">
                <a:extLst>
                  <a:ext uri="{FF2B5EF4-FFF2-40B4-BE49-F238E27FC236}">
                    <a16:creationId xmlns:a16="http://schemas.microsoft.com/office/drawing/2014/main" id="{67D790DB-0482-1AA3-5BE0-D5EE1468D9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8484" y="3546838"/>
                <a:ext cx="360000" cy="36000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568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ea typeface="Roboto black" panose="02000000000000000000" pitchFamily="2" charset="0"/>
                  <a:cs typeface="Roboto black" panose="02000000000000000000" pitchFamily="2" charset="0"/>
                </a:endParaRPr>
              </a:p>
            </p:txBody>
          </p:sp>
          <p:sp>
            <p:nvSpPr>
              <p:cNvPr id="83" name="Arrow: Chevron 47113">
                <a:extLst>
                  <a:ext uri="{FF2B5EF4-FFF2-40B4-BE49-F238E27FC236}">
                    <a16:creationId xmlns:a16="http://schemas.microsoft.com/office/drawing/2014/main" id="{1584C31C-A2B1-B2F3-18B1-0390B3630E16}"/>
                  </a:ext>
                </a:extLst>
              </p:cNvPr>
              <p:cNvSpPr/>
              <p:nvPr/>
            </p:nvSpPr>
            <p:spPr>
              <a:xfrm>
                <a:off x="6691312" y="3627187"/>
                <a:ext cx="154344" cy="199302"/>
              </a:xfrm>
              <a:prstGeom prst="chevron">
                <a:avLst/>
              </a:prstGeom>
              <a:solidFill>
                <a:srgbClr val="175D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EAC1AFE-F351-AAF9-7D0C-6891DAFCBEB6}"/>
              </a:ext>
            </a:extLst>
          </p:cNvPr>
          <p:cNvGrpSpPr/>
          <p:nvPr/>
        </p:nvGrpSpPr>
        <p:grpSpPr>
          <a:xfrm>
            <a:off x="793582" y="4285561"/>
            <a:ext cx="1340018" cy="369332"/>
            <a:chOff x="660232" y="4352236"/>
            <a:chExt cx="1340018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762F54-9D88-E9DB-1C0F-B15010C87AF6}"/>
                </a:ext>
              </a:extLst>
            </p:cNvPr>
            <p:cNvSpPr txBox="1"/>
            <p:nvPr/>
          </p:nvSpPr>
          <p:spPr>
            <a:xfrm>
              <a:off x="905503" y="4352236"/>
              <a:ext cx="1094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ID" b="1" dirty="0">
                  <a:solidFill>
                    <a:schemeClr val="bg1"/>
                  </a:solidFill>
                </a:rPr>
                <a:t>Results</a:t>
              </a:r>
            </a:p>
          </p:txBody>
        </p:sp>
        <p:sp>
          <p:nvSpPr>
            <p:cNvPr id="103" name="Arrow: Chevron 47113">
              <a:extLst>
                <a:ext uri="{FF2B5EF4-FFF2-40B4-BE49-F238E27FC236}">
                  <a16:creationId xmlns:a16="http://schemas.microsoft.com/office/drawing/2014/main" id="{26D0589C-3852-D1C8-A134-773E235392BF}"/>
                </a:ext>
              </a:extLst>
            </p:cNvPr>
            <p:cNvSpPr/>
            <p:nvPr/>
          </p:nvSpPr>
          <p:spPr>
            <a:xfrm>
              <a:off x="660232" y="4424154"/>
              <a:ext cx="174903" cy="22585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5EE4E89-AC8D-D02A-C4A5-7070CD4D3A02}"/>
              </a:ext>
            </a:extLst>
          </p:cNvPr>
          <p:cNvGrpSpPr/>
          <p:nvPr/>
        </p:nvGrpSpPr>
        <p:grpSpPr>
          <a:xfrm>
            <a:off x="6137107" y="4323661"/>
            <a:ext cx="1865747" cy="276999"/>
            <a:chOff x="6137107" y="4390336"/>
            <a:chExt cx="1865747" cy="27699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AD077A9-A5A4-D731-743E-0F4C56CBEDFC}"/>
                </a:ext>
              </a:extLst>
            </p:cNvPr>
            <p:cNvSpPr txBox="1"/>
            <p:nvPr/>
          </p:nvSpPr>
          <p:spPr>
            <a:xfrm>
              <a:off x="6420690" y="4390336"/>
              <a:ext cx="1582164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b="1" dirty="0">
                  <a:solidFill>
                    <a:schemeClr val="bg1"/>
                  </a:solidFill>
                  <a:latin typeface="+mj-lt"/>
                </a:rPr>
                <a:t>Key Takeaway</a:t>
              </a:r>
            </a:p>
          </p:txBody>
        </p:sp>
        <p:sp>
          <p:nvSpPr>
            <p:cNvPr id="104" name="Arrow: Chevron 47113">
              <a:extLst>
                <a:ext uri="{FF2B5EF4-FFF2-40B4-BE49-F238E27FC236}">
                  <a16:creationId xmlns:a16="http://schemas.microsoft.com/office/drawing/2014/main" id="{A3933094-E56E-7D23-FA04-7292D91E7D37}"/>
                </a:ext>
              </a:extLst>
            </p:cNvPr>
            <p:cNvSpPr/>
            <p:nvPr/>
          </p:nvSpPr>
          <p:spPr>
            <a:xfrm>
              <a:off x="6137107" y="4424154"/>
              <a:ext cx="174903" cy="22585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827F6-4AD8-B676-96BE-EBC39FCA5CD7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custGeom>
            <a:avLst/>
            <a:gdLst>
              <a:gd name="connsiteX0" fmla="*/ 334599 w 3492499"/>
              <a:gd name="connsiteY0" fmla="*/ 0 h 2181787"/>
              <a:gd name="connsiteX1" fmla="*/ 3492499 w 3492499"/>
              <a:gd name="connsiteY1" fmla="*/ 0 h 2181787"/>
              <a:gd name="connsiteX2" fmla="*/ 3492499 w 3492499"/>
              <a:gd name="connsiteY2" fmla="*/ 2181787 h 2181787"/>
              <a:gd name="connsiteX3" fmla="*/ 334599 w 3492499"/>
              <a:gd name="connsiteY3" fmla="*/ 2181787 h 2181787"/>
              <a:gd name="connsiteX4" fmla="*/ 0 w 3492499"/>
              <a:gd name="connsiteY4" fmla="*/ 1847188 h 2181787"/>
              <a:gd name="connsiteX5" fmla="*/ 0 w 3492499"/>
              <a:gd name="connsiteY5" fmla="*/ 334599 h 2181787"/>
              <a:gd name="connsiteX6" fmla="*/ 334599 w 3492499"/>
              <a:gd name="connsiteY6" fmla="*/ 0 h 218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2499" h="2181787">
                <a:moveTo>
                  <a:pt x="334599" y="0"/>
                </a:moveTo>
                <a:lnTo>
                  <a:pt x="3492499" y="0"/>
                </a:lnTo>
                <a:lnTo>
                  <a:pt x="3492499" y="2181787"/>
                </a:lnTo>
                <a:lnTo>
                  <a:pt x="334599" y="2181787"/>
                </a:lnTo>
                <a:cubicBezTo>
                  <a:pt x="149805" y="2181787"/>
                  <a:pt x="0" y="2031982"/>
                  <a:pt x="0" y="1847188"/>
                </a:cubicBezTo>
                <a:lnTo>
                  <a:pt x="0" y="334599"/>
                </a:lnTo>
                <a:cubicBezTo>
                  <a:pt x="0" y="149805"/>
                  <a:pt x="149805" y="0"/>
                  <a:pt x="334599" y="0"/>
                </a:cubicBezTo>
                <a:close/>
              </a:path>
            </a:pathLst>
          </a:cu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366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in a hard hat on a boat&#10;&#10;AI-generated content may be incorrect.">
            <a:extLst>
              <a:ext uri="{FF2B5EF4-FFF2-40B4-BE49-F238E27FC236}">
                <a16:creationId xmlns:a16="http://schemas.microsoft.com/office/drawing/2014/main" id="{6DA8E6CF-9569-DF77-B7B1-C8335FA4BD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60"/>
            <a:ext cx="12192000" cy="6845440"/>
          </a:xfrm>
          <a:prstGeom prst="rect">
            <a:avLst/>
          </a:prstGeom>
        </p:spPr>
      </p:pic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01C23058-93FE-0162-00BB-752274ABBB3B}"/>
              </a:ext>
            </a:extLst>
          </p:cNvPr>
          <p:cNvSpPr/>
          <p:nvPr/>
        </p:nvSpPr>
        <p:spPr>
          <a:xfrm flipV="1">
            <a:off x="0" y="3733799"/>
            <a:ext cx="12192000" cy="3124199"/>
          </a:xfrm>
          <a:custGeom>
            <a:avLst/>
            <a:gdLst>
              <a:gd name="connsiteX0" fmla="*/ 0 w 12192000"/>
              <a:gd name="connsiteY0" fmla="*/ 0 h 4319837"/>
              <a:gd name="connsiteX1" fmla="*/ 12192000 w 12192000"/>
              <a:gd name="connsiteY1" fmla="*/ 0 h 4319837"/>
              <a:gd name="connsiteX2" fmla="*/ 12192000 w 12192000"/>
              <a:gd name="connsiteY2" fmla="*/ 4319837 h 4319837"/>
              <a:gd name="connsiteX3" fmla="*/ 11970965 w 12192000"/>
              <a:gd name="connsiteY3" fmla="*/ 4274906 h 4319837"/>
              <a:gd name="connsiteX4" fmla="*/ 6096000 w 12192000"/>
              <a:gd name="connsiteY4" fmla="*/ 3790950 h 4319837"/>
              <a:gd name="connsiteX5" fmla="*/ 221035 w 12192000"/>
              <a:gd name="connsiteY5" fmla="*/ 4274906 h 4319837"/>
              <a:gd name="connsiteX6" fmla="*/ 0 w 12192000"/>
              <a:gd name="connsiteY6" fmla="*/ 4319837 h 431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19837">
                <a:moveTo>
                  <a:pt x="0" y="0"/>
                </a:moveTo>
                <a:lnTo>
                  <a:pt x="12192000" y="0"/>
                </a:lnTo>
                <a:lnTo>
                  <a:pt x="12192000" y="4319837"/>
                </a:lnTo>
                <a:lnTo>
                  <a:pt x="11970965" y="4274906"/>
                </a:lnTo>
                <a:cubicBezTo>
                  <a:pt x="10419278" y="3974216"/>
                  <a:pt x="8358019" y="3790950"/>
                  <a:pt x="6096000" y="3790950"/>
                </a:cubicBezTo>
                <a:cubicBezTo>
                  <a:pt x="3833980" y="3790950"/>
                  <a:pt x="1772720" y="3974216"/>
                  <a:pt x="221035" y="4274906"/>
                </a:cubicBezTo>
                <a:lnTo>
                  <a:pt x="0" y="4319837"/>
                </a:lnTo>
                <a:close/>
              </a:path>
            </a:pathLst>
          </a:custGeom>
          <a:gradFill flip="none" rotWithShape="1">
            <a:gsLst>
              <a:gs pos="0">
                <a:srgbClr val="014EA1"/>
              </a:gs>
              <a:gs pos="67000">
                <a:srgbClr val="00B6AB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1400"/>
          </a:p>
        </p:txBody>
      </p:sp>
      <p:pic>
        <p:nvPicPr>
          <p:cNvPr id="81" name="Google Shape;146;p33">
            <a:extLst>
              <a:ext uri="{FF2B5EF4-FFF2-40B4-BE49-F238E27FC236}">
                <a16:creationId xmlns:a16="http://schemas.microsoft.com/office/drawing/2014/main" id="{9861C723-D331-BC4A-DD7E-A65CD80B2DBC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125" y="4705235"/>
            <a:ext cx="5410200" cy="2365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2" name="Google Shape;146;p33">
            <a:extLst>
              <a:ext uri="{FF2B5EF4-FFF2-40B4-BE49-F238E27FC236}">
                <a16:creationId xmlns:a16="http://schemas.microsoft.com/office/drawing/2014/main" id="{578BD48C-5CF0-8834-737C-7F61838B91F8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81701" y="4581525"/>
            <a:ext cx="5714999" cy="251777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2361A3-69AF-6782-D41E-638580BDF465}"/>
              </a:ext>
            </a:extLst>
          </p:cNvPr>
          <p:cNvSpPr txBox="1"/>
          <p:nvPr/>
        </p:nvSpPr>
        <p:spPr>
          <a:xfrm>
            <a:off x="782464" y="297588"/>
            <a:ext cx="3205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6AB"/>
                </a:solidFill>
                <a:latin typeface="+mj-lt"/>
              </a:rPr>
              <a:t>Case Study 2 </a:t>
            </a:r>
            <a:r>
              <a:rPr lang="en-US" sz="3200" dirty="0">
                <a:latin typeface="+mj-lt"/>
              </a:rPr>
              <a:t>-</a:t>
            </a:r>
            <a:endParaRPr lang="en-US" sz="2400" dirty="0"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C7582D-9193-2A32-5D9F-89112B4E5796}"/>
              </a:ext>
            </a:extLst>
          </p:cNvPr>
          <p:cNvSpPr txBox="1"/>
          <p:nvPr/>
        </p:nvSpPr>
        <p:spPr>
          <a:xfrm>
            <a:off x="962652" y="5004135"/>
            <a:ext cx="4866647" cy="13234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buClr>
                <a:schemeClr val="accent2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Time optimization, ensuring prompt recovery.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Cost savings of INR 3.5 Lakhs.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Improved recovery outcomes for the seafarer.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Ethical oversight and restored trust.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B49EFE-C7E3-68F7-8660-83ECB9C33E17}"/>
              </a:ext>
            </a:extLst>
          </p:cNvPr>
          <p:cNvSpPr txBox="1"/>
          <p:nvPr/>
        </p:nvSpPr>
        <p:spPr>
          <a:xfrm>
            <a:off x="6347252" y="5024854"/>
            <a:ext cx="5073223" cy="1259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buClr>
                <a:schemeClr val="accent2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MedShield's expertise in unbiased provider selection, ethical oversight, and proactive problem-solving saved costs and improved patient outcomes, demonstrating their value over vendors with conflicts of interest.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7DEDE4A-DA71-9C78-6EDC-FAA8D4C60D72}"/>
              </a:ext>
            </a:extLst>
          </p:cNvPr>
          <p:cNvCxnSpPr/>
          <p:nvPr/>
        </p:nvCxnSpPr>
        <p:spPr>
          <a:xfrm>
            <a:off x="0" y="581025"/>
            <a:ext cx="885825" cy="0"/>
          </a:xfrm>
          <a:prstGeom prst="line">
            <a:avLst/>
          </a:prstGeom>
          <a:ln w="28575">
            <a:solidFill>
              <a:srgbClr val="00B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6580930-7012-FAB7-AC76-6C162B6CFB40}"/>
              </a:ext>
            </a:extLst>
          </p:cNvPr>
          <p:cNvGrpSpPr/>
          <p:nvPr/>
        </p:nvGrpSpPr>
        <p:grpSpPr>
          <a:xfrm>
            <a:off x="622132" y="1386959"/>
            <a:ext cx="2692567" cy="2277458"/>
            <a:chOff x="622132" y="1186934"/>
            <a:chExt cx="2692567" cy="227745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90C19F1-D2B3-183F-4498-0F21EB4EFF20}"/>
                </a:ext>
              </a:extLst>
            </p:cNvPr>
            <p:cNvSpPr txBox="1"/>
            <p:nvPr/>
          </p:nvSpPr>
          <p:spPr>
            <a:xfrm>
              <a:off x="857250" y="1648510"/>
              <a:ext cx="2457449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An employer relied on a PEME vendor for seafarer treatment in India, leading to inflated costs, delayed recovery (40% longer), and suboptimal care due to the vendor's vested interests &amp; lack of medical expertise.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A4883E-8D7D-CFEB-4EC6-8A4238075D73}"/>
                </a:ext>
              </a:extLst>
            </p:cNvPr>
            <p:cNvSpPr txBox="1"/>
            <p:nvPr/>
          </p:nvSpPr>
          <p:spPr>
            <a:xfrm>
              <a:off x="863600" y="1186934"/>
              <a:ext cx="116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dirty="0">
                  <a:solidFill>
                    <a:srgbClr val="00B6AB"/>
                  </a:solidFill>
                  <a:latin typeface="+mj-lt"/>
                </a:rPr>
                <a:t>Problem</a:t>
              </a:r>
            </a:p>
          </p:txBody>
        </p:sp>
        <p:sp>
          <p:nvSpPr>
            <p:cNvPr id="12" name="Arrow: Chevron 47113">
              <a:extLst>
                <a:ext uri="{FF2B5EF4-FFF2-40B4-BE49-F238E27FC236}">
                  <a16:creationId xmlns:a16="http://schemas.microsoft.com/office/drawing/2014/main" id="{8FF1B9B5-5A9B-28D7-AC70-9519099714A1}"/>
                </a:ext>
              </a:extLst>
            </p:cNvPr>
            <p:cNvSpPr/>
            <p:nvPr/>
          </p:nvSpPr>
          <p:spPr>
            <a:xfrm>
              <a:off x="622132" y="1242804"/>
              <a:ext cx="174903" cy="225850"/>
            </a:xfrm>
            <a:prstGeom prst="chevron">
              <a:avLst/>
            </a:prstGeom>
            <a:solidFill>
              <a:srgbClr val="175D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8045223-9E84-C1F4-D17E-C6F047D396F1}"/>
              </a:ext>
            </a:extLst>
          </p:cNvPr>
          <p:cNvGrpSpPr/>
          <p:nvPr/>
        </p:nvGrpSpPr>
        <p:grpSpPr>
          <a:xfrm>
            <a:off x="7046453" y="1342252"/>
            <a:ext cx="4625594" cy="2489121"/>
            <a:chOff x="5884403" y="1361302"/>
            <a:chExt cx="4625594" cy="24891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FBC9E2-26E0-2F15-DDB4-97A6BFC4818B}"/>
                </a:ext>
              </a:extLst>
            </p:cNvPr>
            <p:cNvSpPr txBox="1"/>
            <p:nvPr/>
          </p:nvSpPr>
          <p:spPr>
            <a:xfrm>
              <a:off x="6239715" y="1386786"/>
              <a:ext cx="2428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ID" dirty="0">
                  <a:solidFill>
                    <a:srgbClr val="00B6AB"/>
                  </a:solidFill>
                </a:rPr>
                <a:t>Solutions: </a:t>
              </a:r>
              <a:r>
                <a:rPr lang="en-ID" dirty="0"/>
                <a:t>MedShield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102D564-007D-8C35-8E62-4F9784DA36E1}"/>
                </a:ext>
              </a:extLst>
            </p:cNvPr>
            <p:cNvGrpSpPr/>
            <p:nvPr/>
          </p:nvGrpSpPr>
          <p:grpSpPr>
            <a:xfrm>
              <a:off x="6366302" y="2413220"/>
              <a:ext cx="4143695" cy="430887"/>
              <a:chOff x="6528227" y="4559519"/>
              <a:chExt cx="4143695" cy="430887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935E685-C915-769A-83F6-A602E9E49234}"/>
                  </a:ext>
                </a:extLst>
              </p:cNvPr>
              <p:cNvSpPr txBox="1"/>
              <p:nvPr/>
            </p:nvSpPr>
            <p:spPr>
              <a:xfrm>
                <a:off x="6911341" y="4559519"/>
                <a:ext cx="37605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Deployed specialists to analyze &amp; challenge the initial treatment.</a:t>
                </a: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8431524-139A-07FA-AA31-B90787E82241}"/>
                  </a:ext>
                </a:extLst>
              </p:cNvPr>
              <p:cNvGrpSpPr/>
              <p:nvPr/>
            </p:nvGrpSpPr>
            <p:grpSpPr>
              <a:xfrm>
                <a:off x="6528227" y="4587870"/>
                <a:ext cx="229860" cy="229869"/>
                <a:chOff x="3831602" y="3946191"/>
                <a:chExt cx="4528635" cy="4528804"/>
              </a:xfrm>
            </p:grpSpPr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0C1A1E96-D1E2-8207-146C-1FDE8026D86F}"/>
                    </a:ext>
                  </a:extLst>
                </p:cNvPr>
                <p:cNvSpPr/>
                <p:nvPr/>
              </p:nvSpPr>
              <p:spPr>
                <a:xfrm>
                  <a:off x="3831602" y="3946191"/>
                  <a:ext cx="4528635" cy="4528804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207C1F23-718B-436D-5694-82D9E9938F6B}"/>
                    </a:ext>
                  </a:extLst>
                </p:cNvPr>
                <p:cNvSpPr/>
                <p:nvPr/>
              </p:nvSpPr>
              <p:spPr>
                <a:xfrm>
                  <a:off x="4876758" y="4814720"/>
                  <a:ext cx="3137891" cy="2266934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dirty="0"/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BACA898-086F-5233-6E96-16EAA1394894}"/>
                </a:ext>
              </a:extLst>
            </p:cNvPr>
            <p:cNvGrpSpPr/>
            <p:nvPr/>
          </p:nvGrpSpPr>
          <p:grpSpPr>
            <a:xfrm>
              <a:off x="6366302" y="1929111"/>
              <a:ext cx="4029396" cy="430887"/>
              <a:chOff x="6528227" y="3729336"/>
              <a:chExt cx="4029396" cy="43088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0BEEA5-1A41-F822-EC0C-4B351ECFEB9B}"/>
                  </a:ext>
                </a:extLst>
              </p:cNvPr>
              <p:cNvSpPr txBox="1"/>
              <p:nvPr/>
            </p:nvSpPr>
            <p:spPr>
              <a:xfrm>
                <a:off x="6911341" y="3729336"/>
                <a:ext cx="36462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Used its proprietary model to select qualified providers.</a:t>
                </a: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F73B3FC2-97CF-99F4-A288-FA8815D267EC}"/>
                  </a:ext>
                </a:extLst>
              </p:cNvPr>
              <p:cNvGrpSpPr/>
              <p:nvPr/>
            </p:nvGrpSpPr>
            <p:grpSpPr>
              <a:xfrm>
                <a:off x="6528227" y="3737513"/>
                <a:ext cx="229860" cy="229869"/>
                <a:chOff x="3831600" y="1164347"/>
                <a:chExt cx="4528628" cy="4528798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C7DB80D4-B69F-C9E5-089D-BD32EAFB5B24}"/>
                    </a:ext>
                  </a:extLst>
                </p:cNvPr>
                <p:cNvSpPr/>
                <p:nvPr/>
              </p:nvSpPr>
              <p:spPr>
                <a:xfrm>
                  <a:off x="3831600" y="1164347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D9BAAAFD-E204-540C-03EB-B23700D5CF5C}"/>
                    </a:ext>
                  </a:extLst>
                </p:cNvPr>
                <p:cNvSpPr/>
                <p:nvPr/>
              </p:nvSpPr>
              <p:spPr>
                <a:xfrm>
                  <a:off x="4876750" y="2032886"/>
                  <a:ext cx="3137899" cy="2266933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C56292F-1891-8535-F9E9-8C4B4477C9A4}"/>
                </a:ext>
              </a:extLst>
            </p:cNvPr>
            <p:cNvGrpSpPr/>
            <p:nvPr/>
          </p:nvGrpSpPr>
          <p:grpSpPr>
            <a:xfrm>
              <a:off x="6346131" y="2923102"/>
              <a:ext cx="4096630" cy="430887"/>
              <a:chOff x="6508056" y="5396425"/>
              <a:chExt cx="4096630" cy="430887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FD648F-3279-E3A6-CD5D-CB50605ACA19}"/>
                  </a:ext>
                </a:extLst>
              </p:cNvPr>
              <p:cNvSpPr txBox="1"/>
              <p:nvPr/>
            </p:nvSpPr>
            <p:spPr>
              <a:xfrm>
                <a:off x="6904617" y="5396425"/>
                <a:ext cx="37000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Provided case management &amp; ensured immediate appointments.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B8823F74-8708-8A50-092D-8173FB5402C7}"/>
                  </a:ext>
                </a:extLst>
              </p:cNvPr>
              <p:cNvGrpSpPr/>
              <p:nvPr/>
            </p:nvGrpSpPr>
            <p:grpSpPr>
              <a:xfrm>
                <a:off x="6508056" y="5411325"/>
                <a:ext cx="229860" cy="229869"/>
                <a:chOff x="3434197" y="6198000"/>
                <a:chExt cx="4528628" cy="4528798"/>
              </a:xfrm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A3BC23B-FD23-3842-ECE0-46300C7DBA98}"/>
                    </a:ext>
                  </a:extLst>
                </p:cNvPr>
                <p:cNvSpPr/>
                <p:nvPr/>
              </p:nvSpPr>
              <p:spPr>
                <a:xfrm>
                  <a:off x="3434197" y="6198000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276EDF7-2B5E-C6F2-63E9-679B982E2C70}"/>
                    </a:ext>
                  </a:extLst>
                </p:cNvPr>
                <p:cNvSpPr/>
                <p:nvPr/>
              </p:nvSpPr>
              <p:spPr>
                <a:xfrm>
                  <a:off x="4479352" y="7066547"/>
                  <a:ext cx="3137906" cy="2266931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0CAA6E-8EA4-9B63-12EA-03C840CFE5C1}"/>
                </a:ext>
              </a:extLst>
            </p:cNvPr>
            <p:cNvGrpSpPr/>
            <p:nvPr/>
          </p:nvGrpSpPr>
          <p:grpSpPr>
            <a:xfrm>
              <a:off x="6352855" y="3419536"/>
              <a:ext cx="4002501" cy="430887"/>
              <a:chOff x="6514780" y="6219886"/>
              <a:chExt cx="4002501" cy="43088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78DEE2-855C-CDC2-F825-6E8009F32236}"/>
                  </a:ext>
                </a:extLst>
              </p:cNvPr>
              <p:cNvSpPr txBox="1"/>
              <p:nvPr/>
            </p:nvSpPr>
            <p:spPr>
              <a:xfrm>
                <a:off x="6918065" y="6219886"/>
                <a:ext cx="359921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1200"/>
                  </a:spcAft>
                  <a:buClr>
                    <a:schemeClr val="accent2"/>
                  </a:buClr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</a:rPr>
                  <a:t>Delivered a detailed report to the employer, outlining treatment deficiencies.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7FDCF29-FD50-90E6-4030-A325F5C6B6CD}"/>
                  </a:ext>
                </a:extLst>
              </p:cNvPr>
              <p:cNvGrpSpPr/>
              <p:nvPr/>
            </p:nvGrpSpPr>
            <p:grpSpPr>
              <a:xfrm>
                <a:off x="6514780" y="6241511"/>
                <a:ext cx="229860" cy="229869"/>
                <a:chOff x="3566672" y="8582392"/>
                <a:chExt cx="4528628" cy="452879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01D714B6-A4E2-07E9-F822-F2C70DBAB207}"/>
                    </a:ext>
                  </a:extLst>
                </p:cNvPr>
                <p:cNvSpPr/>
                <p:nvPr/>
              </p:nvSpPr>
              <p:spPr>
                <a:xfrm>
                  <a:off x="3566672" y="8582392"/>
                  <a:ext cx="4528628" cy="4528798"/>
                </a:xfrm>
                <a:custGeom>
                  <a:avLst/>
                  <a:gdLst>
                    <a:gd name="connsiteX0" fmla="*/ 4457392 w 4528628"/>
                    <a:gd name="connsiteY0" fmla="*/ 1698769 h 4528798"/>
                    <a:gd name="connsiteX1" fmla="*/ 4245077 w 4528628"/>
                    <a:gd name="connsiteY1" fmla="*/ 1573540 h 4528798"/>
                    <a:gd name="connsiteX2" fmla="*/ 4119848 w 4528628"/>
                    <a:gd name="connsiteY2" fmla="*/ 1785855 h 4528798"/>
                    <a:gd name="connsiteX3" fmla="*/ 2743956 w 4528628"/>
                    <a:gd name="connsiteY3" fmla="*/ 4119984 h 4528798"/>
                    <a:gd name="connsiteX4" fmla="*/ 409827 w 4528628"/>
                    <a:gd name="connsiteY4" fmla="*/ 2744092 h 4528798"/>
                    <a:gd name="connsiteX5" fmla="*/ 1785719 w 4528628"/>
                    <a:gd name="connsiteY5" fmla="*/ 409963 h 4528798"/>
                    <a:gd name="connsiteX6" fmla="*/ 3381884 w 4528628"/>
                    <a:gd name="connsiteY6" fmla="*/ 708431 h 4528798"/>
                    <a:gd name="connsiteX7" fmla="*/ 3625114 w 4528628"/>
                    <a:gd name="connsiteY7" fmla="*/ 668632 h 4528798"/>
                    <a:gd name="connsiteX8" fmla="*/ 3585316 w 4528628"/>
                    <a:gd name="connsiteY8" fmla="*/ 425402 h 4528798"/>
                    <a:gd name="connsiteX9" fmla="*/ 425402 w 4528628"/>
                    <a:gd name="connsiteY9" fmla="*/ 943483 h 4528798"/>
                    <a:gd name="connsiteX10" fmla="*/ 943483 w 4528628"/>
                    <a:gd name="connsiteY10" fmla="*/ 4103397 h 4528798"/>
                    <a:gd name="connsiteX11" fmla="*/ 4103397 w 4528628"/>
                    <a:gd name="connsiteY11" fmla="*/ 3585316 h 4528798"/>
                    <a:gd name="connsiteX12" fmla="*/ 4528628 w 4528628"/>
                    <a:gd name="connsiteY12" fmla="*/ 2264652 h 4528798"/>
                    <a:gd name="connsiteX13" fmla="*/ 4457392 w 4528628"/>
                    <a:gd name="connsiteY13" fmla="*/ 1698769 h 4528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28628" h="4528798">
                      <a:moveTo>
                        <a:pt x="4457392" y="1698769"/>
                      </a:moveTo>
                      <a:cubicBezTo>
                        <a:pt x="4433344" y="1605559"/>
                        <a:pt x="4338287" y="1549492"/>
                        <a:pt x="4245077" y="1573540"/>
                      </a:cubicBezTo>
                      <a:cubicBezTo>
                        <a:pt x="4151867" y="1597588"/>
                        <a:pt x="4095800" y="1692645"/>
                        <a:pt x="4119848" y="1785855"/>
                      </a:cubicBezTo>
                      <a:cubicBezTo>
                        <a:pt x="4384458" y="2810349"/>
                        <a:pt x="3768450" y="3855374"/>
                        <a:pt x="2743956" y="4119984"/>
                      </a:cubicBezTo>
                      <a:cubicBezTo>
                        <a:pt x="1719462" y="4384594"/>
                        <a:pt x="674437" y="3768586"/>
                        <a:pt x="409827" y="2744092"/>
                      </a:cubicBezTo>
                      <a:cubicBezTo>
                        <a:pt x="145217" y="1719598"/>
                        <a:pt x="761225" y="674573"/>
                        <a:pt x="1785719" y="409963"/>
                      </a:cubicBezTo>
                      <a:cubicBezTo>
                        <a:pt x="2335711" y="267909"/>
                        <a:pt x="2920383" y="377237"/>
                        <a:pt x="3381884" y="708431"/>
                      </a:cubicBezTo>
                      <a:cubicBezTo>
                        <a:pt x="3460040" y="764607"/>
                        <a:pt x="3568938" y="746789"/>
                        <a:pt x="3625114" y="668632"/>
                      </a:cubicBezTo>
                      <a:cubicBezTo>
                        <a:pt x="3681290" y="590476"/>
                        <a:pt x="3663472" y="481578"/>
                        <a:pt x="3585316" y="425402"/>
                      </a:cubicBezTo>
                      <a:cubicBezTo>
                        <a:pt x="2569665" y="-304120"/>
                        <a:pt x="1154924" y="-72167"/>
                        <a:pt x="425402" y="943483"/>
                      </a:cubicBezTo>
                      <a:cubicBezTo>
                        <a:pt x="-304120" y="1959134"/>
                        <a:pt x="-72167" y="3373875"/>
                        <a:pt x="943483" y="4103397"/>
                      </a:cubicBezTo>
                      <a:cubicBezTo>
                        <a:pt x="1959134" y="4832919"/>
                        <a:pt x="3373875" y="4600966"/>
                        <a:pt x="4103397" y="3585316"/>
                      </a:cubicBezTo>
                      <a:cubicBezTo>
                        <a:pt x="4379847" y="3200438"/>
                        <a:pt x="4528575" y="2738525"/>
                        <a:pt x="4528628" y="2264652"/>
                      </a:cubicBezTo>
                      <a:cubicBezTo>
                        <a:pt x="4528717" y="2073783"/>
                        <a:pt x="4504784" y="1883662"/>
                        <a:pt x="4457392" y="16987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14EA1"/>
                    </a:gs>
                    <a:gs pos="67000">
                      <a:srgbClr val="00B6A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 sz="14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7E2CDBD9-C407-13AB-7F80-64518A74E52D}"/>
                    </a:ext>
                  </a:extLst>
                </p:cNvPr>
                <p:cNvSpPr/>
                <p:nvPr/>
              </p:nvSpPr>
              <p:spPr>
                <a:xfrm>
                  <a:off x="4611826" y="9450939"/>
                  <a:ext cx="3137906" cy="2266931"/>
                </a:xfrm>
                <a:custGeom>
                  <a:avLst/>
                  <a:gdLst>
                    <a:gd name="connsiteX0" fmla="*/ 238839 w 3137899"/>
                    <a:gd name="connsiteY0" fmla="*/ 1060137 h 2266933"/>
                    <a:gd name="connsiteX1" fmla="*/ 12453 w 3137899"/>
                    <a:gd name="connsiteY1" fmla="*/ 1157198 h 2266933"/>
                    <a:gd name="connsiteX2" fmla="*/ 51082 w 3137899"/>
                    <a:gd name="connsiteY2" fmla="*/ 1345081 h 2266933"/>
                    <a:gd name="connsiteX3" fmla="*/ 921939 w 3137899"/>
                    <a:gd name="connsiteY3" fmla="*/ 2215938 h 2266933"/>
                    <a:gd name="connsiteX4" fmla="*/ 1168217 w 3137899"/>
                    <a:gd name="connsiteY4" fmla="*/ 2215938 h 2266933"/>
                    <a:gd name="connsiteX5" fmla="*/ 3084103 w 3137899"/>
                    <a:gd name="connsiteY5" fmla="*/ 300052 h 2266933"/>
                    <a:gd name="connsiteX6" fmla="*/ 3089606 w 3137899"/>
                    <a:gd name="connsiteY6" fmla="*/ 53798 h 2266933"/>
                    <a:gd name="connsiteX7" fmla="*/ 2857680 w 3137899"/>
                    <a:gd name="connsiteY7" fmla="*/ 36008 h 2266933"/>
                    <a:gd name="connsiteX8" fmla="*/ 1020346 w 3137899"/>
                    <a:gd name="connsiteY8" fmla="*/ 1372774 h 226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7899" h="2266933">
                      <a:moveTo>
                        <a:pt x="238839" y="1060137"/>
                      </a:moveTo>
                      <a:cubicBezTo>
                        <a:pt x="149521" y="1024425"/>
                        <a:pt x="48165" y="1067880"/>
                        <a:pt x="12453" y="1157198"/>
                      </a:cubicBezTo>
                      <a:cubicBezTo>
                        <a:pt x="-13422" y="1221914"/>
                        <a:pt x="1774" y="1295823"/>
                        <a:pt x="51082" y="1345081"/>
                      </a:cubicBezTo>
                      <a:lnTo>
                        <a:pt x="921939" y="2215938"/>
                      </a:lnTo>
                      <a:cubicBezTo>
                        <a:pt x="989953" y="2283932"/>
                        <a:pt x="1100204" y="2283932"/>
                        <a:pt x="1168217" y="2215938"/>
                      </a:cubicBezTo>
                      <a:lnTo>
                        <a:pt x="3084103" y="300052"/>
                      </a:lnTo>
                      <a:cubicBezTo>
                        <a:pt x="3153624" y="233571"/>
                        <a:pt x="3156088" y="123319"/>
                        <a:pt x="3089606" y="53798"/>
                      </a:cubicBezTo>
                      <a:cubicBezTo>
                        <a:pt x="3028166" y="-10451"/>
                        <a:pt x="2928201" y="-18118"/>
                        <a:pt x="2857680" y="36008"/>
                      </a:cubicBezTo>
                      <a:lnTo>
                        <a:pt x="1020346" y="13727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41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7" name="Group 58">
              <a:extLst>
                <a:ext uri="{FF2B5EF4-FFF2-40B4-BE49-F238E27FC236}">
                  <a16:creationId xmlns:a16="http://schemas.microsoft.com/office/drawing/2014/main" id="{D9224626-43FB-E8D0-FBC3-73ADE0E2748F}"/>
                </a:ext>
              </a:extLst>
            </p:cNvPr>
            <p:cNvGrpSpPr/>
            <p:nvPr/>
          </p:nvGrpSpPr>
          <p:grpSpPr>
            <a:xfrm>
              <a:off x="5884403" y="1361302"/>
              <a:ext cx="407953" cy="407953"/>
              <a:chOff x="6588484" y="3546838"/>
              <a:chExt cx="360000" cy="360000"/>
            </a:xfrm>
          </p:grpSpPr>
          <p:sp>
            <p:nvSpPr>
              <p:cNvPr id="18" name="Oval 85">
                <a:extLst>
                  <a:ext uri="{FF2B5EF4-FFF2-40B4-BE49-F238E27FC236}">
                    <a16:creationId xmlns:a16="http://schemas.microsoft.com/office/drawing/2014/main" id="{6762E73C-88D3-8DC1-F000-B3D1C4940D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8484" y="3546838"/>
                <a:ext cx="360000" cy="36000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568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ea typeface="Roboto black" panose="02000000000000000000" pitchFamily="2" charset="0"/>
                  <a:cs typeface="Roboto black" panose="02000000000000000000" pitchFamily="2" charset="0"/>
                </a:endParaRPr>
              </a:p>
            </p:txBody>
          </p:sp>
          <p:sp>
            <p:nvSpPr>
              <p:cNvPr id="24" name="Arrow: Chevron 47113">
                <a:extLst>
                  <a:ext uri="{FF2B5EF4-FFF2-40B4-BE49-F238E27FC236}">
                    <a16:creationId xmlns:a16="http://schemas.microsoft.com/office/drawing/2014/main" id="{89B5B859-5D5C-A782-6D7F-5922C6128D9A}"/>
                  </a:ext>
                </a:extLst>
              </p:cNvPr>
              <p:cNvSpPr/>
              <p:nvPr/>
            </p:nvSpPr>
            <p:spPr>
              <a:xfrm>
                <a:off x="6691312" y="3627187"/>
                <a:ext cx="154344" cy="199302"/>
              </a:xfrm>
              <a:prstGeom prst="chevron">
                <a:avLst/>
              </a:prstGeom>
              <a:solidFill>
                <a:srgbClr val="175D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B66F486-B843-E6F6-A50B-08A075477199}"/>
              </a:ext>
            </a:extLst>
          </p:cNvPr>
          <p:cNvGrpSpPr/>
          <p:nvPr/>
        </p:nvGrpSpPr>
        <p:grpSpPr>
          <a:xfrm>
            <a:off x="3163082" y="1342252"/>
            <a:ext cx="4161000" cy="2242439"/>
            <a:chOff x="496082" y="1678802"/>
            <a:chExt cx="4161000" cy="2242439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EC980AF-D510-557E-CE28-B3A5A9FA68C3}"/>
                </a:ext>
              </a:extLst>
            </p:cNvPr>
            <p:cNvSpPr txBox="1"/>
            <p:nvPr/>
          </p:nvSpPr>
          <p:spPr>
            <a:xfrm>
              <a:off x="819778" y="1704286"/>
              <a:ext cx="38373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ID" dirty="0">
                  <a:solidFill>
                    <a:srgbClr val="00B6AB"/>
                  </a:solidFill>
                </a:rPr>
                <a:t>Investigation</a:t>
              </a:r>
              <a:r>
                <a:rPr lang="en-ID" dirty="0"/>
                <a:t>: Medshield found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ECBDB56-9F3F-DB99-9DC9-D20820D75AAD}"/>
                </a:ext>
              </a:extLst>
            </p:cNvPr>
            <p:cNvSpPr txBox="1"/>
            <p:nvPr/>
          </p:nvSpPr>
          <p:spPr>
            <a:xfrm>
              <a:off x="1477708" y="2278959"/>
              <a:ext cx="308159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The PEME vendor prioritized financial gain over patient well-being.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9D1E727-A72E-B883-D9C3-F2B1C30CAFCE}"/>
                </a:ext>
              </a:extLst>
            </p:cNvPr>
            <p:cNvSpPr txBox="1"/>
            <p:nvPr/>
          </p:nvSpPr>
          <p:spPr>
            <a:xfrm>
              <a:off x="1458658" y="2889419"/>
              <a:ext cx="296707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The chosen facility lacked expertise and infrastructure.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0B0F2B1-82E5-85A0-647E-FC6D0E6D7019}"/>
                </a:ext>
              </a:extLst>
            </p:cNvPr>
            <p:cNvSpPr txBox="1"/>
            <p:nvPr/>
          </p:nvSpPr>
          <p:spPr>
            <a:xfrm>
              <a:off x="1459601" y="3490354"/>
              <a:ext cx="296707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This resulted in substandard care and prolonged recovery.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215BCA8-A4DC-24A2-0F31-CB2026BBC73E}"/>
                </a:ext>
              </a:extLst>
            </p:cNvPr>
            <p:cNvGrpSpPr/>
            <p:nvPr/>
          </p:nvGrpSpPr>
          <p:grpSpPr>
            <a:xfrm>
              <a:off x="888812" y="2321325"/>
              <a:ext cx="350799" cy="350799"/>
              <a:chOff x="717510" y="3614810"/>
              <a:chExt cx="468000" cy="468000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A0683176-4C39-CCD3-12A1-243862011DFD}"/>
                  </a:ext>
                </a:extLst>
              </p:cNvPr>
              <p:cNvSpPr/>
              <p:nvPr/>
            </p:nvSpPr>
            <p:spPr>
              <a:xfrm>
                <a:off x="717510" y="3614810"/>
                <a:ext cx="468000" cy="46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4EA1"/>
                  </a:gs>
                  <a:gs pos="67000">
                    <a:srgbClr val="00B6AB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89" name="Graphic 88">
                <a:extLst>
                  <a:ext uri="{FF2B5EF4-FFF2-40B4-BE49-F238E27FC236}">
                    <a16:creationId xmlns:a16="http://schemas.microsoft.com/office/drawing/2014/main" id="{F5A7425A-3D05-4EE4-6EFD-B9B836EBB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5140" y="3692440"/>
                <a:ext cx="312740" cy="31274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0C77BF5-D333-271C-5123-55E838E6E1F7}"/>
                </a:ext>
              </a:extLst>
            </p:cNvPr>
            <p:cNvGrpSpPr/>
            <p:nvPr/>
          </p:nvGrpSpPr>
          <p:grpSpPr>
            <a:xfrm>
              <a:off x="888812" y="2888329"/>
              <a:ext cx="350799" cy="350799"/>
              <a:chOff x="717510" y="4555440"/>
              <a:chExt cx="468000" cy="468000"/>
            </a:xfrm>
          </p:grpSpPr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E3F73C2C-1BA4-4D84-A3FE-EEDCAD4C7CCB}"/>
                  </a:ext>
                </a:extLst>
              </p:cNvPr>
              <p:cNvSpPr/>
              <p:nvPr/>
            </p:nvSpPr>
            <p:spPr>
              <a:xfrm>
                <a:off x="717510" y="4555440"/>
                <a:ext cx="468000" cy="46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4EA1"/>
                  </a:gs>
                  <a:gs pos="67000">
                    <a:srgbClr val="00B6AB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87" name="Graphic 86">
                <a:extLst>
                  <a:ext uri="{FF2B5EF4-FFF2-40B4-BE49-F238E27FC236}">
                    <a16:creationId xmlns:a16="http://schemas.microsoft.com/office/drawing/2014/main" id="{3000BE89-35B8-8629-3F0C-E0E67BCB71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95140" y="4633070"/>
                <a:ext cx="312740" cy="312740"/>
              </a:xfrm>
              <a:prstGeom prst="rect">
                <a:avLst/>
              </a:prstGeom>
            </p:spPr>
          </p:pic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AA227D6-16EC-96E8-3C69-AB6776E8C583}"/>
                </a:ext>
              </a:extLst>
            </p:cNvPr>
            <p:cNvGrpSpPr/>
            <p:nvPr/>
          </p:nvGrpSpPr>
          <p:grpSpPr>
            <a:xfrm>
              <a:off x="888812" y="3522008"/>
              <a:ext cx="350799" cy="350799"/>
              <a:chOff x="717510" y="5496067"/>
              <a:chExt cx="468000" cy="468000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071392F-E880-0F2D-113E-7A100E1FDB9C}"/>
                  </a:ext>
                </a:extLst>
              </p:cNvPr>
              <p:cNvSpPr/>
              <p:nvPr/>
            </p:nvSpPr>
            <p:spPr>
              <a:xfrm>
                <a:off x="717510" y="5496067"/>
                <a:ext cx="468000" cy="46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14EA1"/>
                  </a:gs>
                  <a:gs pos="67000">
                    <a:srgbClr val="00B6AB"/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sz="1400" dirty="0">
                  <a:solidFill>
                    <a:schemeClr val="lt1"/>
                  </a:solidFill>
                </a:endParaRPr>
              </a:p>
            </p:txBody>
          </p:sp>
          <p:pic>
            <p:nvPicPr>
              <p:cNvPr id="85" name="Graphic 84">
                <a:extLst>
                  <a:ext uri="{FF2B5EF4-FFF2-40B4-BE49-F238E27FC236}">
                    <a16:creationId xmlns:a16="http://schemas.microsoft.com/office/drawing/2014/main" id="{268ECE26-2233-B57F-39C2-530296DC6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95140" y="5573697"/>
                <a:ext cx="312740" cy="312740"/>
              </a:xfrm>
              <a:prstGeom prst="rect">
                <a:avLst/>
              </a:prstGeom>
            </p:spPr>
          </p:pic>
        </p:grpSp>
        <p:grpSp>
          <p:nvGrpSpPr>
            <p:cNvPr id="79" name="Group 58">
              <a:extLst>
                <a:ext uri="{FF2B5EF4-FFF2-40B4-BE49-F238E27FC236}">
                  <a16:creationId xmlns:a16="http://schemas.microsoft.com/office/drawing/2014/main" id="{A86F0600-AC29-CA75-85A0-85FB01C409A2}"/>
                </a:ext>
              </a:extLst>
            </p:cNvPr>
            <p:cNvGrpSpPr/>
            <p:nvPr/>
          </p:nvGrpSpPr>
          <p:grpSpPr>
            <a:xfrm>
              <a:off x="496082" y="1678802"/>
              <a:ext cx="407953" cy="407953"/>
              <a:chOff x="6588484" y="3546838"/>
              <a:chExt cx="360000" cy="360000"/>
            </a:xfrm>
          </p:grpSpPr>
          <p:sp>
            <p:nvSpPr>
              <p:cNvPr id="80" name="Oval 85">
                <a:extLst>
                  <a:ext uri="{FF2B5EF4-FFF2-40B4-BE49-F238E27FC236}">
                    <a16:creationId xmlns:a16="http://schemas.microsoft.com/office/drawing/2014/main" id="{67D790DB-0482-1AA3-5BE0-D5EE1468D9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8484" y="3546838"/>
                <a:ext cx="360000" cy="36000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568A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  <a:ea typeface="Roboto black" panose="02000000000000000000" pitchFamily="2" charset="0"/>
                  <a:cs typeface="Roboto black" panose="02000000000000000000" pitchFamily="2" charset="0"/>
                </a:endParaRPr>
              </a:p>
            </p:txBody>
          </p:sp>
          <p:sp>
            <p:nvSpPr>
              <p:cNvPr id="83" name="Arrow: Chevron 47113">
                <a:extLst>
                  <a:ext uri="{FF2B5EF4-FFF2-40B4-BE49-F238E27FC236}">
                    <a16:creationId xmlns:a16="http://schemas.microsoft.com/office/drawing/2014/main" id="{1584C31C-A2B1-B2F3-18B1-0390B3630E16}"/>
                  </a:ext>
                </a:extLst>
              </p:cNvPr>
              <p:cNvSpPr/>
              <p:nvPr/>
            </p:nvSpPr>
            <p:spPr>
              <a:xfrm>
                <a:off x="6691312" y="3627187"/>
                <a:ext cx="154344" cy="199302"/>
              </a:xfrm>
              <a:prstGeom prst="chevron">
                <a:avLst/>
              </a:prstGeom>
              <a:solidFill>
                <a:srgbClr val="175D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EAC1AFE-F351-AAF9-7D0C-6891DAFCBEB6}"/>
              </a:ext>
            </a:extLst>
          </p:cNvPr>
          <p:cNvGrpSpPr/>
          <p:nvPr/>
        </p:nvGrpSpPr>
        <p:grpSpPr>
          <a:xfrm>
            <a:off x="793582" y="4285561"/>
            <a:ext cx="1340018" cy="369332"/>
            <a:chOff x="660232" y="4352236"/>
            <a:chExt cx="1340018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762F54-9D88-E9DB-1C0F-B15010C87AF6}"/>
                </a:ext>
              </a:extLst>
            </p:cNvPr>
            <p:cNvSpPr txBox="1"/>
            <p:nvPr/>
          </p:nvSpPr>
          <p:spPr>
            <a:xfrm>
              <a:off x="905503" y="4352236"/>
              <a:ext cx="1094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j-lt"/>
                </a:defRPr>
              </a:lvl1pPr>
            </a:lstStyle>
            <a:p>
              <a:r>
                <a:rPr lang="en-ID" b="1" dirty="0">
                  <a:solidFill>
                    <a:schemeClr val="bg1"/>
                  </a:solidFill>
                </a:rPr>
                <a:t>Results</a:t>
              </a:r>
            </a:p>
          </p:txBody>
        </p:sp>
        <p:sp>
          <p:nvSpPr>
            <p:cNvPr id="103" name="Arrow: Chevron 47113">
              <a:extLst>
                <a:ext uri="{FF2B5EF4-FFF2-40B4-BE49-F238E27FC236}">
                  <a16:creationId xmlns:a16="http://schemas.microsoft.com/office/drawing/2014/main" id="{26D0589C-3852-D1C8-A134-773E235392BF}"/>
                </a:ext>
              </a:extLst>
            </p:cNvPr>
            <p:cNvSpPr/>
            <p:nvPr/>
          </p:nvSpPr>
          <p:spPr>
            <a:xfrm>
              <a:off x="660232" y="4424154"/>
              <a:ext cx="174903" cy="22585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5EE4E89-AC8D-D02A-C4A5-7070CD4D3A02}"/>
              </a:ext>
            </a:extLst>
          </p:cNvPr>
          <p:cNvGrpSpPr/>
          <p:nvPr/>
        </p:nvGrpSpPr>
        <p:grpSpPr>
          <a:xfrm>
            <a:off x="6137107" y="4323661"/>
            <a:ext cx="1865747" cy="276999"/>
            <a:chOff x="6137107" y="4390336"/>
            <a:chExt cx="1865747" cy="276999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AD077A9-A5A4-D731-743E-0F4C56CBEDFC}"/>
                </a:ext>
              </a:extLst>
            </p:cNvPr>
            <p:cNvSpPr txBox="1"/>
            <p:nvPr/>
          </p:nvSpPr>
          <p:spPr>
            <a:xfrm>
              <a:off x="6420690" y="4390336"/>
              <a:ext cx="1582164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>
                <a:spcAft>
                  <a:spcPts val="1200"/>
                </a:spcAft>
                <a:buClr>
                  <a:schemeClr val="accent2"/>
                </a:buClr>
              </a:pPr>
              <a:r>
                <a:rPr lang="en-US" b="1" dirty="0">
                  <a:solidFill>
                    <a:schemeClr val="bg1"/>
                  </a:solidFill>
                  <a:latin typeface="+mj-lt"/>
                </a:rPr>
                <a:t>Key Takeaway</a:t>
              </a:r>
            </a:p>
          </p:txBody>
        </p:sp>
        <p:sp>
          <p:nvSpPr>
            <p:cNvPr id="104" name="Arrow: Chevron 47113">
              <a:extLst>
                <a:ext uri="{FF2B5EF4-FFF2-40B4-BE49-F238E27FC236}">
                  <a16:creationId xmlns:a16="http://schemas.microsoft.com/office/drawing/2014/main" id="{A3933094-E56E-7D23-FA04-7292D91E7D37}"/>
                </a:ext>
              </a:extLst>
            </p:cNvPr>
            <p:cNvSpPr/>
            <p:nvPr/>
          </p:nvSpPr>
          <p:spPr>
            <a:xfrm>
              <a:off x="6137107" y="4424154"/>
              <a:ext cx="174903" cy="22585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6E50460-3BB7-BE98-58A4-30AE860172CE}"/>
              </a:ext>
            </a:extLst>
          </p:cNvPr>
          <p:cNvSpPr txBox="1"/>
          <p:nvPr/>
        </p:nvSpPr>
        <p:spPr>
          <a:xfrm>
            <a:off x="3797300" y="24833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Eliminating Inefficiencies in Seafarer Medical Treatment Coordination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CF64B-CCC9-4299-5E8D-5D46E23DCAD1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custGeom>
            <a:avLst/>
            <a:gdLst>
              <a:gd name="connsiteX0" fmla="*/ 334599 w 3492499"/>
              <a:gd name="connsiteY0" fmla="*/ 0 h 2181787"/>
              <a:gd name="connsiteX1" fmla="*/ 3492499 w 3492499"/>
              <a:gd name="connsiteY1" fmla="*/ 0 h 2181787"/>
              <a:gd name="connsiteX2" fmla="*/ 3492499 w 3492499"/>
              <a:gd name="connsiteY2" fmla="*/ 2181787 h 2181787"/>
              <a:gd name="connsiteX3" fmla="*/ 334599 w 3492499"/>
              <a:gd name="connsiteY3" fmla="*/ 2181787 h 2181787"/>
              <a:gd name="connsiteX4" fmla="*/ 0 w 3492499"/>
              <a:gd name="connsiteY4" fmla="*/ 1847188 h 2181787"/>
              <a:gd name="connsiteX5" fmla="*/ 0 w 3492499"/>
              <a:gd name="connsiteY5" fmla="*/ 334599 h 2181787"/>
              <a:gd name="connsiteX6" fmla="*/ 334599 w 3492499"/>
              <a:gd name="connsiteY6" fmla="*/ 0 h 218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2499" h="2181787">
                <a:moveTo>
                  <a:pt x="334599" y="0"/>
                </a:moveTo>
                <a:lnTo>
                  <a:pt x="3492499" y="0"/>
                </a:lnTo>
                <a:lnTo>
                  <a:pt x="3492499" y="2181787"/>
                </a:lnTo>
                <a:lnTo>
                  <a:pt x="334599" y="2181787"/>
                </a:lnTo>
                <a:cubicBezTo>
                  <a:pt x="149805" y="2181787"/>
                  <a:pt x="0" y="2031982"/>
                  <a:pt x="0" y="1847188"/>
                </a:cubicBezTo>
                <a:lnTo>
                  <a:pt x="0" y="334599"/>
                </a:lnTo>
                <a:cubicBezTo>
                  <a:pt x="0" y="149805"/>
                  <a:pt x="149805" y="0"/>
                  <a:pt x="334599" y="0"/>
                </a:cubicBezTo>
                <a:close/>
              </a:path>
            </a:pathLst>
          </a:cu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193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: Diagonal Corners Rounded 140">
            <a:extLst>
              <a:ext uri="{FF2B5EF4-FFF2-40B4-BE49-F238E27FC236}">
                <a16:creationId xmlns:a16="http://schemas.microsoft.com/office/drawing/2014/main" id="{844E89C9-3BEA-B46E-8859-937761773A9B}"/>
              </a:ext>
            </a:extLst>
          </p:cNvPr>
          <p:cNvSpPr/>
          <p:nvPr/>
        </p:nvSpPr>
        <p:spPr>
          <a:xfrm rot="5400000">
            <a:off x="1362071" y="-885827"/>
            <a:ext cx="2405063" cy="4681541"/>
          </a:xfrm>
          <a:prstGeom prst="round2DiagRect">
            <a:avLst>
              <a:gd name="adj1" fmla="val 25455"/>
              <a:gd name="adj2" fmla="val 0"/>
            </a:avLst>
          </a:prstGeom>
          <a:gradFill flip="none" rotWithShape="1">
            <a:gsLst>
              <a:gs pos="52000">
                <a:schemeClr val="accent1">
                  <a:alpha val="60000"/>
                </a:schemeClr>
              </a:gs>
              <a:gs pos="100000">
                <a:schemeClr val="accent1">
                  <a:alpha val="0"/>
                  <a:lumMod val="48000"/>
                </a:schemeClr>
              </a:gs>
              <a:gs pos="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00980EF-3BD0-A9FA-0C9C-14C5EE8A59E3}"/>
              </a:ext>
            </a:extLst>
          </p:cNvPr>
          <p:cNvGrpSpPr/>
          <p:nvPr/>
        </p:nvGrpSpPr>
        <p:grpSpPr>
          <a:xfrm>
            <a:off x="446801" y="540564"/>
            <a:ext cx="2991724" cy="1688289"/>
            <a:chOff x="685800" y="138615"/>
            <a:chExt cx="2311128" cy="2342563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B7ED592-DEAA-DBAC-CD93-4FB9F208AF18}"/>
                </a:ext>
              </a:extLst>
            </p:cNvPr>
            <p:cNvSpPr txBox="1"/>
            <p:nvPr/>
          </p:nvSpPr>
          <p:spPr>
            <a:xfrm>
              <a:off x="685800" y="404075"/>
              <a:ext cx="2067799" cy="1153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  <a:latin typeface="+mj-lt"/>
                </a:rPr>
                <a:t>Future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4A45910-8CE0-3DAE-DF6C-6546DF8633FD}"/>
                </a:ext>
              </a:extLst>
            </p:cNvPr>
            <p:cNvSpPr txBox="1"/>
            <p:nvPr/>
          </p:nvSpPr>
          <p:spPr>
            <a:xfrm>
              <a:off x="723900" y="138615"/>
              <a:ext cx="2273028" cy="384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>
                  <a:solidFill>
                    <a:schemeClr val="bg1"/>
                  </a:solidFill>
                  <a:latin typeface="+mj-lt"/>
                </a:rPr>
                <a:t>Global Maritime Healthcare</a:t>
              </a:r>
              <a:endParaRPr lang="en-US" sz="1200" dirty="0">
                <a:solidFill>
                  <a:schemeClr val="bg1"/>
                </a:solidFill>
                <a:latin typeface="+mj-lt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56A7DB56-2E1C-CAED-D86D-70B9B1EC39C4}"/>
                </a:ext>
              </a:extLst>
            </p:cNvPr>
            <p:cNvGrpSpPr/>
            <p:nvPr/>
          </p:nvGrpSpPr>
          <p:grpSpPr>
            <a:xfrm>
              <a:off x="818675" y="2418443"/>
              <a:ext cx="335756" cy="62735"/>
              <a:chOff x="1092994" y="1074956"/>
              <a:chExt cx="646047" cy="120712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BEE0A3F2-BCF5-ACD6-58E4-1C9D27DC603E}"/>
                  </a:ext>
                </a:extLst>
              </p:cNvPr>
              <p:cNvSpPr/>
              <p:nvPr/>
            </p:nvSpPr>
            <p:spPr>
              <a:xfrm>
                <a:off x="1092994" y="1074959"/>
                <a:ext cx="120709" cy="1207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3AA91F4-A63D-C78C-5586-514594939E25}"/>
                  </a:ext>
                </a:extLst>
              </p:cNvPr>
              <p:cNvSpPr/>
              <p:nvPr/>
            </p:nvSpPr>
            <p:spPr>
              <a:xfrm>
                <a:off x="1355663" y="1074956"/>
                <a:ext cx="120709" cy="120709"/>
              </a:xfrm>
              <a:prstGeom prst="rect">
                <a:avLst/>
              </a:prstGeom>
              <a:solidFill>
                <a:schemeClr val="bg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C1634837-7CDC-5915-BF0D-D6A103B79AB5}"/>
                  </a:ext>
                </a:extLst>
              </p:cNvPr>
              <p:cNvSpPr/>
              <p:nvPr/>
            </p:nvSpPr>
            <p:spPr>
              <a:xfrm>
                <a:off x="1618332" y="1074956"/>
                <a:ext cx="120709" cy="120709"/>
              </a:xfrm>
              <a:prstGeom prst="rect">
                <a:avLst/>
              </a:prstGeom>
              <a:solidFill>
                <a:schemeClr val="bg1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C28FE8-41C0-E732-F610-28B2702B78A2}"/>
              </a:ext>
            </a:extLst>
          </p:cNvPr>
          <p:cNvGrpSpPr/>
          <p:nvPr/>
        </p:nvGrpSpPr>
        <p:grpSpPr>
          <a:xfrm flipH="1">
            <a:off x="0" y="1096778"/>
            <a:ext cx="12192000" cy="5002518"/>
            <a:chOff x="-50800" y="948921"/>
            <a:chExt cx="12293600" cy="5002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1FC7C9-D242-3B7B-7659-9C7495FA06D7}"/>
                </a:ext>
              </a:extLst>
            </p:cNvPr>
            <p:cNvSpPr/>
            <p:nvPr/>
          </p:nvSpPr>
          <p:spPr>
            <a:xfrm>
              <a:off x="-37104" y="948921"/>
              <a:ext cx="12266345" cy="5002518"/>
            </a:xfrm>
            <a:custGeom>
              <a:avLst/>
              <a:gdLst>
                <a:gd name="connsiteX0" fmla="*/ 5981319 w 8530875"/>
                <a:gd name="connsiteY0" fmla="*/ 3479102 h 3479101"/>
                <a:gd name="connsiteX1" fmla="*/ 5102161 w 8530875"/>
                <a:gd name="connsiteY1" fmla="*/ 2599944 h 3479101"/>
                <a:gd name="connsiteX2" fmla="*/ 5102161 w 8530875"/>
                <a:gd name="connsiteY2" fmla="*/ 918877 h 3479101"/>
                <a:gd name="connsiteX3" fmla="*/ 4516660 w 8530875"/>
                <a:gd name="connsiteY3" fmla="*/ 333375 h 3479101"/>
                <a:gd name="connsiteX4" fmla="*/ 3931158 w 8530875"/>
                <a:gd name="connsiteY4" fmla="*/ 918877 h 3479101"/>
                <a:gd name="connsiteX5" fmla="*/ 3931158 w 8530875"/>
                <a:gd name="connsiteY5" fmla="*/ 1140714 h 3479101"/>
                <a:gd name="connsiteX6" fmla="*/ 3272695 w 8530875"/>
                <a:gd name="connsiteY6" fmla="*/ 1799177 h 3479101"/>
                <a:gd name="connsiteX7" fmla="*/ 2812447 w 8530875"/>
                <a:gd name="connsiteY7" fmla="*/ 1799177 h 3479101"/>
                <a:gd name="connsiteX8" fmla="*/ 2487359 w 8530875"/>
                <a:gd name="connsiteY8" fmla="*/ 2124266 h 3479101"/>
                <a:gd name="connsiteX9" fmla="*/ 1534668 w 8530875"/>
                <a:gd name="connsiteY9" fmla="*/ 3076956 h 3479101"/>
                <a:gd name="connsiteX10" fmla="*/ 0 w 8530875"/>
                <a:gd name="connsiteY10" fmla="*/ 3076956 h 3479101"/>
                <a:gd name="connsiteX11" fmla="*/ 0 w 8530875"/>
                <a:gd name="connsiteY11" fmla="*/ 2743581 h 3479101"/>
                <a:gd name="connsiteX12" fmla="*/ 1534668 w 8530875"/>
                <a:gd name="connsiteY12" fmla="*/ 2743581 h 3479101"/>
                <a:gd name="connsiteX13" fmla="*/ 2153984 w 8530875"/>
                <a:gd name="connsiteY13" fmla="*/ 2124266 h 3479101"/>
                <a:gd name="connsiteX14" fmla="*/ 2812447 w 8530875"/>
                <a:gd name="connsiteY14" fmla="*/ 1465802 h 3479101"/>
                <a:gd name="connsiteX15" fmla="*/ 3272695 w 8530875"/>
                <a:gd name="connsiteY15" fmla="*/ 1465802 h 3479101"/>
                <a:gd name="connsiteX16" fmla="*/ 3597783 w 8530875"/>
                <a:gd name="connsiteY16" fmla="*/ 1140714 h 3479101"/>
                <a:gd name="connsiteX17" fmla="*/ 3597783 w 8530875"/>
                <a:gd name="connsiteY17" fmla="*/ 918877 h 3479101"/>
                <a:gd name="connsiteX18" fmla="*/ 4516660 w 8530875"/>
                <a:gd name="connsiteY18" fmla="*/ 0 h 3479101"/>
                <a:gd name="connsiteX19" fmla="*/ 5435536 w 8530875"/>
                <a:gd name="connsiteY19" fmla="*/ 918877 h 3479101"/>
                <a:gd name="connsiteX20" fmla="*/ 5435536 w 8530875"/>
                <a:gd name="connsiteY20" fmla="*/ 2599944 h 3479101"/>
                <a:gd name="connsiteX21" fmla="*/ 5981319 w 8530875"/>
                <a:gd name="connsiteY21" fmla="*/ 3145727 h 3479101"/>
                <a:gd name="connsiteX22" fmla="*/ 6527102 w 8530875"/>
                <a:gd name="connsiteY22" fmla="*/ 2599944 h 3479101"/>
                <a:gd name="connsiteX23" fmla="*/ 6527102 w 8530875"/>
                <a:gd name="connsiteY23" fmla="*/ 1834992 h 3479101"/>
                <a:gd name="connsiteX24" fmla="*/ 7185565 w 8530875"/>
                <a:gd name="connsiteY24" fmla="*/ 1176528 h 3479101"/>
                <a:gd name="connsiteX25" fmla="*/ 8530876 w 8530875"/>
                <a:gd name="connsiteY25" fmla="*/ 1176528 h 3479101"/>
                <a:gd name="connsiteX26" fmla="*/ 8530876 w 8530875"/>
                <a:gd name="connsiteY26" fmla="*/ 1509903 h 3479101"/>
                <a:gd name="connsiteX27" fmla="*/ 7185565 w 8530875"/>
                <a:gd name="connsiteY27" fmla="*/ 1509903 h 3479101"/>
                <a:gd name="connsiteX28" fmla="*/ 6860477 w 8530875"/>
                <a:gd name="connsiteY28" fmla="*/ 1834992 h 3479101"/>
                <a:gd name="connsiteX29" fmla="*/ 6860477 w 8530875"/>
                <a:gd name="connsiteY29" fmla="*/ 2599944 h 3479101"/>
                <a:gd name="connsiteX30" fmla="*/ 5981319 w 8530875"/>
                <a:gd name="connsiteY30" fmla="*/ 3479102 h 3479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530875" h="3479101">
                  <a:moveTo>
                    <a:pt x="5981319" y="3479102"/>
                  </a:moveTo>
                  <a:cubicBezTo>
                    <a:pt x="5496592" y="3479102"/>
                    <a:pt x="5102161" y="3084672"/>
                    <a:pt x="5102161" y="2599944"/>
                  </a:cubicBezTo>
                  <a:lnTo>
                    <a:pt x="5102161" y="918877"/>
                  </a:lnTo>
                  <a:cubicBezTo>
                    <a:pt x="5102161" y="596075"/>
                    <a:pt x="4839557" y="333375"/>
                    <a:pt x="4516660" y="333375"/>
                  </a:cubicBezTo>
                  <a:cubicBezTo>
                    <a:pt x="4193762" y="333375"/>
                    <a:pt x="3931158" y="595979"/>
                    <a:pt x="3931158" y="918877"/>
                  </a:cubicBezTo>
                  <a:lnTo>
                    <a:pt x="3931158" y="1140714"/>
                  </a:lnTo>
                  <a:cubicBezTo>
                    <a:pt x="3931158" y="1503807"/>
                    <a:pt x="3635788" y="1799177"/>
                    <a:pt x="3272695" y="1799177"/>
                  </a:cubicBezTo>
                  <a:lnTo>
                    <a:pt x="2812447" y="1799177"/>
                  </a:lnTo>
                  <a:cubicBezTo>
                    <a:pt x="2633186" y="1799177"/>
                    <a:pt x="2487359" y="1945005"/>
                    <a:pt x="2487359" y="2124266"/>
                  </a:cubicBezTo>
                  <a:cubicBezTo>
                    <a:pt x="2487359" y="2649569"/>
                    <a:pt x="2059972" y="3076956"/>
                    <a:pt x="1534668" y="3076956"/>
                  </a:cubicBezTo>
                  <a:lnTo>
                    <a:pt x="0" y="3076956"/>
                  </a:lnTo>
                  <a:lnTo>
                    <a:pt x="0" y="2743581"/>
                  </a:lnTo>
                  <a:lnTo>
                    <a:pt x="1534668" y="2743581"/>
                  </a:lnTo>
                  <a:cubicBezTo>
                    <a:pt x="1876139" y="2743581"/>
                    <a:pt x="2153984" y="2465737"/>
                    <a:pt x="2153984" y="2124266"/>
                  </a:cubicBezTo>
                  <a:cubicBezTo>
                    <a:pt x="2153984" y="1761173"/>
                    <a:pt x="2449354" y="1465802"/>
                    <a:pt x="2812447" y="1465802"/>
                  </a:cubicBezTo>
                  <a:lnTo>
                    <a:pt x="3272695" y="1465802"/>
                  </a:lnTo>
                  <a:cubicBezTo>
                    <a:pt x="3451955" y="1465802"/>
                    <a:pt x="3597783" y="1319975"/>
                    <a:pt x="3597783" y="1140714"/>
                  </a:cubicBezTo>
                  <a:lnTo>
                    <a:pt x="3597783" y="918877"/>
                  </a:lnTo>
                  <a:cubicBezTo>
                    <a:pt x="3597783" y="412242"/>
                    <a:pt x="4009930" y="0"/>
                    <a:pt x="4516660" y="0"/>
                  </a:cubicBezTo>
                  <a:cubicBezTo>
                    <a:pt x="5023295" y="0"/>
                    <a:pt x="5435536" y="412147"/>
                    <a:pt x="5435536" y="918877"/>
                  </a:cubicBezTo>
                  <a:lnTo>
                    <a:pt x="5435536" y="2599944"/>
                  </a:lnTo>
                  <a:cubicBezTo>
                    <a:pt x="5435536" y="2900934"/>
                    <a:pt x="5680329" y="3145727"/>
                    <a:pt x="5981319" y="3145727"/>
                  </a:cubicBezTo>
                  <a:cubicBezTo>
                    <a:pt x="6282309" y="3145727"/>
                    <a:pt x="6527102" y="2900934"/>
                    <a:pt x="6527102" y="2599944"/>
                  </a:cubicBezTo>
                  <a:lnTo>
                    <a:pt x="6527102" y="1834992"/>
                  </a:lnTo>
                  <a:cubicBezTo>
                    <a:pt x="6527102" y="1471898"/>
                    <a:pt x="6822472" y="1176528"/>
                    <a:pt x="7185565" y="1176528"/>
                  </a:cubicBezTo>
                  <a:lnTo>
                    <a:pt x="8530876" y="1176528"/>
                  </a:lnTo>
                  <a:lnTo>
                    <a:pt x="8530876" y="1509903"/>
                  </a:lnTo>
                  <a:lnTo>
                    <a:pt x="7185565" y="1509903"/>
                  </a:lnTo>
                  <a:cubicBezTo>
                    <a:pt x="7006305" y="1509903"/>
                    <a:pt x="6860477" y="1655731"/>
                    <a:pt x="6860477" y="1834992"/>
                  </a:cubicBezTo>
                  <a:lnTo>
                    <a:pt x="6860477" y="2599944"/>
                  </a:lnTo>
                  <a:cubicBezTo>
                    <a:pt x="6860477" y="3084672"/>
                    <a:pt x="6466046" y="3479102"/>
                    <a:pt x="5981319" y="34791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14EA1"/>
                </a:gs>
                <a:gs pos="67000">
                  <a:srgbClr val="00B6AB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sz="1400" dirty="0">
                <a:solidFill>
                  <a:schemeClr val="lt1"/>
                </a:solidFill>
              </a:endParaRPr>
            </a:p>
          </p:txBody>
        </p: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924AED16-1AB9-3BB8-8A51-E63F9CCBF2A1}"/>
                </a:ext>
              </a:extLst>
            </p:cNvPr>
            <p:cNvGrpSpPr/>
            <p:nvPr/>
          </p:nvGrpSpPr>
          <p:grpSpPr>
            <a:xfrm>
              <a:off x="-50800" y="1175039"/>
              <a:ext cx="12293600" cy="4547271"/>
              <a:chOff x="1819275" y="2690812"/>
              <a:chExt cx="8549830" cy="3162490"/>
            </a:xfrm>
            <a:solidFill>
              <a:srgbClr val="FFFFFF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CFFE3309-3BF1-915A-C31D-8A4A77AEEB6D}"/>
                  </a:ext>
                </a:extLst>
              </p:cNvPr>
              <p:cNvSpPr/>
              <p:nvPr/>
            </p:nvSpPr>
            <p:spPr>
              <a:xfrm>
                <a:off x="1819275" y="5434393"/>
                <a:ext cx="100012" cy="19050"/>
              </a:xfrm>
              <a:custGeom>
                <a:avLst/>
                <a:gdLst>
                  <a:gd name="connsiteX0" fmla="*/ 90488 w 100012"/>
                  <a:gd name="connsiteY0" fmla="*/ 19050 h 19050"/>
                  <a:gd name="connsiteX1" fmla="*/ 9525 w 100012"/>
                  <a:gd name="connsiteY1" fmla="*/ 19050 h 19050"/>
                  <a:gd name="connsiteX2" fmla="*/ 0 w 100012"/>
                  <a:gd name="connsiteY2" fmla="*/ 9525 h 19050"/>
                  <a:gd name="connsiteX3" fmla="*/ 9525 w 100012"/>
                  <a:gd name="connsiteY3" fmla="*/ 0 h 19050"/>
                  <a:gd name="connsiteX4" fmla="*/ 90488 w 100012"/>
                  <a:gd name="connsiteY4" fmla="*/ 0 h 19050"/>
                  <a:gd name="connsiteX5" fmla="*/ 100013 w 100012"/>
                  <a:gd name="connsiteY5" fmla="*/ 9525 h 19050"/>
                  <a:gd name="connsiteX6" fmla="*/ 90488 w 100012"/>
                  <a:gd name="connsiteY6" fmla="*/ 1905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12" h="19050">
                    <a:moveTo>
                      <a:pt x="90488" y="19050"/>
                    </a:moveTo>
                    <a:lnTo>
                      <a:pt x="9525" y="19050"/>
                    </a:lnTo>
                    <a:cubicBezTo>
                      <a:pt x="4286" y="19050"/>
                      <a:pt x="0" y="14764"/>
                      <a:pt x="0" y="9525"/>
                    </a:cubicBezTo>
                    <a:cubicBezTo>
                      <a:pt x="0" y="4286"/>
                      <a:pt x="4286" y="0"/>
                      <a:pt x="9525" y="0"/>
                    </a:cubicBezTo>
                    <a:lnTo>
                      <a:pt x="90488" y="0"/>
                    </a:lnTo>
                    <a:cubicBezTo>
                      <a:pt x="95726" y="0"/>
                      <a:pt x="100013" y="4286"/>
                      <a:pt x="100013" y="9525"/>
                    </a:cubicBezTo>
                    <a:cubicBezTo>
                      <a:pt x="100013" y="14764"/>
                      <a:pt x="95726" y="19050"/>
                      <a:pt x="9048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2F505F9-E0B6-3523-1059-7127939529B3}"/>
                  </a:ext>
                </a:extLst>
              </p:cNvPr>
              <p:cNvSpPr/>
              <p:nvPr/>
            </p:nvSpPr>
            <p:spPr>
              <a:xfrm>
                <a:off x="2061114" y="2690812"/>
                <a:ext cx="8062436" cy="3162490"/>
              </a:xfrm>
              <a:custGeom>
                <a:avLst/>
                <a:gdLst>
                  <a:gd name="connsiteX0" fmla="*/ 5805107 w 8062436"/>
                  <a:gd name="connsiteY0" fmla="*/ 3162491 h 3162490"/>
                  <a:gd name="connsiteX1" fmla="*/ 5795582 w 8062436"/>
                  <a:gd name="connsiteY1" fmla="*/ 3153727 h 3162490"/>
                  <a:gd name="connsiteX2" fmla="*/ 5804345 w 8062436"/>
                  <a:gd name="connsiteY2" fmla="*/ 3143536 h 3162490"/>
                  <a:gd name="connsiteX3" fmla="*/ 5959793 w 8062436"/>
                  <a:gd name="connsiteY3" fmla="*/ 3113532 h 3162490"/>
                  <a:gd name="connsiteX4" fmla="*/ 5971699 w 8062436"/>
                  <a:gd name="connsiteY4" fmla="*/ 3119724 h 3162490"/>
                  <a:gd name="connsiteX5" fmla="*/ 5965508 w 8062436"/>
                  <a:gd name="connsiteY5" fmla="*/ 3131630 h 3162490"/>
                  <a:gd name="connsiteX6" fmla="*/ 5805773 w 8062436"/>
                  <a:gd name="connsiteY6" fmla="*/ 3162491 h 3162490"/>
                  <a:gd name="connsiteX7" fmla="*/ 5805107 w 8062436"/>
                  <a:gd name="connsiteY7" fmla="*/ 3162491 h 3162490"/>
                  <a:gd name="connsiteX8" fmla="*/ 5644706 w 8062436"/>
                  <a:gd name="connsiteY8" fmla="*/ 3157061 h 3162490"/>
                  <a:gd name="connsiteX9" fmla="*/ 5643277 w 8062436"/>
                  <a:gd name="connsiteY9" fmla="*/ 3156966 h 3162490"/>
                  <a:gd name="connsiteX10" fmla="*/ 5486019 w 8062436"/>
                  <a:gd name="connsiteY10" fmla="*/ 3115247 h 3162490"/>
                  <a:gd name="connsiteX11" fmla="*/ 5480590 w 8062436"/>
                  <a:gd name="connsiteY11" fmla="*/ 3102864 h 3162490"/>
                  <a:gd name="connsiteX12" fmla="*/ 5492973 w 8062436"/>
                  <a:gd name="connsiteY12" fmla="*/ 3097435 h 3162490"/>
                  <a:gd name="connsiteX13" fmla="*/ 5646039 w 8062436"/>
                  <a:gd name="connsiteY13" fmla="*/ 3138011 h 3162490"/>
                  <a:gd name="connsiteX14" fmla="*/ 5654040 w 8062436"/>
                  <a:gd name="connsiteY14" fmla="*/ 3148775 h 3162490"/>
                  <a:gd name="connsiteX15" fmla="*/ 5644706 w 8062436"/>
                  <a:gd name="connsiteY15" fmla="*/ 3157061 h 3162490"/>
                  <a:gd name="connsiteX16" fmla="*/ 6109430 w 8062436"/>
                  <a:gd name="connsiteY16" fmla="*/ 3066955 h 3162490"/>
                  <a:gd name="connsiteX17" fmla="*/ 6101239 w 8062436"/>
                  <a:gd name="connsiteY17" fmla="*/ 3062288 h 3162490"/>
                  <a:gd name="connsiteX18" fmla="*/ 6104668 w 8062436"/>
                  <a:gd name="connsiteY18" fmla="*/ 3049238 h 3162490"/>
                  <a:gd name="connsiteX19" fmla="*/ 6231350 w 8062436"/>
                  <a:gd name="connsiteY19" fmla="*/ 2954179 h 3162490"/>
                  <a:gd name="connsiteX20" fmla="*/ 6244781 w 8062436"/>
                  <a:gd name="connsiteY20" fmla="*/ 2954560 h 3162490"/>
                  <a:gd name="connsiteX21" fmla="*/ 6244399 w 8062436"/>
                  <a:gd name="connsiteY21" fmla="*/ 2967990 h 3162490"/>
                  <a:gd name="connsiteX22" fmla="*/ 6114288 w 8062436"/>
                  <a:gd name="connsiteY22" fmla="*/ 3065621 h 3162490"/>
                  <a:gd name="connsiteX23" fmla="*/ 6109430 w 8062436"/>
                  <a:gd name="connsiteY23" fmla="*/ 3066955 h 3162490"/>
                  <a:gd name="connsiteX24" fmla="*/ 5347621 w 8062436"/>
                  <a:gd name="connsiteY24" fmla="*/ 3040952 h 3162490"/>
                  <a:gd name="connsiteX25" fmla="*/ 5342287 w 8062436"/>
                  <a:gd name="connsiteY25" fmla="*/ 3039333 h 3162490"/>
                  <a:gd name="connsiteX26" fmla="*/ 5219129 w 8062436"/>
                  <a:gd name="connsiteY26" fmla="*/ 2933129 h 3162490"/>
                  <a:gd name="connsiteX27" fmla="*/ 5219605 w 8062436"/>
                  <a:gd name="connsiteY27" fmla="*/ 2919699 h 3162490"/>
                  <a:gd name="connsiteX28" fmla="*/ 5233035 w 8062436"/>
                  <a:gd name="connsiteY28" fmla="*/ 2920175 h 3162490"/>
                  <a:gd name="connsiteX29" fmla="*/ 5352955 w 8062436"/>
                  <a:gd name="connsiteY29" fmla="*/ 3023616 h 3162490"/>
                  <a:gd name="connsiteX30" fmla="*/ 5355432 w 8062436"/>
                  <a:gd name="connsiteY30" fmla="*/ 3036856 h 3162490"/>
                  <a:gd name="connsiteX31" fmla="*/ 5347621 w 8062436"/>
                  <a:gd name="connsiteY31" fmla="*/ 3040952 h 3162490"/>
                  <a:gd name="connsiteX32" fmla="*/ 6341459 w 8062436"/>
                  <a:gd name="connsiteY32" fmla="*/ 2847975 h 3162490"/>
                  <a:gd name="connsiteX33" fmla="*/ 6336125 w 8062436"/>
                  <a:gd name="connsiteY33" fmla="*/ 2846356 h 3162490"/>
                  <a:gd name="connsiteX34" fmla="*/ 6333554 w 8062436"/>
                  <a:gd name="connsiteY34" fmla="*/ 2833116 h 3162490"/>
                  <a:gd name="connsiteX35" fmla="*/ 6406230 w 8062436"/>
                  <a:gd name="connsiteY35" fmla="*/ 2692432 h 3162490"/>
                  <a:gd name="connsiteX36" fmla="*/ 6418517 w 8062436"/>
                  <a:gd name="connsiteY36" fmla="*/ 2686908 h 3162490"/>
                  <a:gd name="connsiteX37" fmla="*/ 6424041 w 8062436"/>
                  <a:gd name="connsiteY37" fmla="*/ 2699195 h 3162490"/>
                  <a:gd name="connsiteX38" fmla="*/ 6349461 w 8062436"/>
                  <a:gd name="connsiteY38" fmla="*/ 2843689 h 3162490"/>
                  <a:gd name="connsiteX39" fmla="*/ 6341459 w 8062436"/>
                  <a:gd name="connsiteY39" fmla="*/ 2847975 h 3162490"/>
                  <a:gd name="connsiteX40" fmla="*/ 5130927 w 8062436"/>
                  <a:gd name="connsiteY40" fmla="*/ 2806827 h 3162490"/>
                  <a:gd name="connsiteX41" fmla="*/ 5122641 w 8062436"/>
                  <a:gd name="connsiteY41" fmla="*/ 2802065 h 3162490"/>
                  <a:gd name="connsiteX42" fmla="*/ 5057966 w 8062436"/>
                  <a:gd name="connsiteY42" fmla="*/ 2652713 h 3162490"/>
                  <a:gd name="connsiteX43" fmla="*/ 5064348 w 8062436"/>
                  <a:gd name="connsiteY43" fmla="*/ 2640806 h 3162490"/>
                  <a:gd name="connsiteX44" fmla="*/ 5076254 w 8062436"/>
                  <a:gd name="connsiteY44" fmla="*/ 2647188 h 3162490"/>
                  <a:gd name="connsiteX45" fmla="*/ 5139214 w 8062436"/>
                  <a:gd name="connsiteY45" fmla="*/ 2792540 h 3162490"/>
                  <a:gd name="connsiteX46" fmla="*/ 5135690 w 8062436"/>
                  <a:gd name="connsiteY46" fmla="*/ 2805589 h 3162490"/>
                  <a:gd name="connsiteX47" fmla="*/ 5130927 w 8062436"/>
                  <a:gd name="connsiteY47" fmla="*/ 2806827 h 3162490"/>
                  <a:gd name="connsiteX48" fmla="*/ 1302353 w 8062436"/>
                  <a:gd name="connsiteY48" fmla="*/ 2762631 h 3162490"/>
                  <a:gd name="connsiteX49" fmla="*/ 1296829 w 8062436"/>
                  <a:gd name="connsiteY49" fmla="*/ 2762631 h 3162490"/>
                  <a:gd name="connsiteX50" fmla="*/ 1287304 w 8062436"/>
                  <a:gd name="connsiteY50" fmla="*/ 2753106 h 3162490"/>
                  <a:gd name="connsiteX51" fmla="*/ 1296829 w 8062436"/>
                  <a:gd name="connsiteY51" fmla="*/ 2743581 h 3162490"/>
                  <a:gd name="connsiteX52" fmla="*/ 1302353 w 8062436"/>
                  <a:gd name="connsiteY52" fmla="*/ 2743581 h 3162490"/>
                  <a:gd name="connsiteX53" fmla="*/ 1454849 w 8062436"/>
                  <a:gd name="connsiteY53" fmla="*/ 2728627 h 3162490"/>
                  <a:gd name="connsiteX54" fmla="*/ 1466088 w 8062436"/>
                  <a:gd name="connsiteY54" fmla="*/ 2736152 h 3162490"/>
                  <a:gd name="connsiteX55" fmla="*/ 1458563 w 8062436"/>
                  <a:gd name="connsiteY55" fmla="*/ 2747391 h 3162490"/>
                  <a:gd name="connsiteX56" fmla="*/ 1302353 w 8062436"/>
                  <a:gd name="connsiteY56" fmla="*/ 2762631 h 3162490"/>
                  <a:gd name="connsiteX57" fmla="*/ 1135952 w 8062436"/>
                  <a:gd name="connsiteY57" fmla="*/ 2762631 h 3162490"/>
                  <a:gd name="connsiteX58" fmla="*/ 975074 w 8062436"/>
                  <a:gd name="connsiteY58" fmla="*/ 2762631 h 3162490"/>
                  <a:gd name="connsiteX59" fmla="*/ 965549 w 8062436"/>
                  <a:gd name="connsiteY59" fmla="*/ 2753106 h 3162490"/>
                  <a:gd name="connsiteX60" fmla="*/ 975074 w 8062436"/>
                  <a:gd name="connsiteY60" fmla="*/ 2743581 h 3162490"/>
                  <a:gd name="connsiteX61" fmla="*/ 1135952 w 8062436"/>
                  <a:gd name="connsiteY61" fmla="*/ 2743581 h 3162490"/>
                  <a:gd name="connsiteX62" fmla="*/ 1145477 w 8062436"/>
                  <a:gd name="connsiteY62" fmla="*/ 2753106 h 3162490"/>
                  <a:gd name="connsiteX63" fmla="*/ 1135952 w 8062436"/>
                  <a:gd name="connsiteY63" fmla="*/ 2762631 h 3162490"/>
                  <a:gd name="connsiteX64" fmla="*/ 814102 w 8062436"/>
                  <a:gd name="connsiteY64" fmla="*/ 2762631 h 3162490"/>
                  <a:gd name="connsiteX65" fmla="*/ 653225 w 8062436"/>
                  <a:gd name="connsiteY65" fmla="*/ 2762631 h 3162490"/>
                  <a:gd name="connsiteX66" fmla="*/ 643700 w 8062436"/>
                  <a:gd name="connsiteY66" fmla="*/ 2753106 h 3162490"/>
                  <a:gd name="connsiteX67" fmla="*/ 653225 w 8062436"/>
                  <a:gd name="connsiteY67" fmla="*/ 2743581 h 3162490"/>
                  <a:gd name="connsiteX68" fmla="*/ 814102 w 8062436"/>
                  <a:gd name="connsiteY68" fmla="*/ 2743581 h 3162490"/>
                  <a:gd name="connsiteX69" fmla="*/ 823627 w 8062436"/>
                  <a:gd name="connsiteY69" fmla="*/ 2753106 h 3162490"/>
                  <a:gd name="connsiteX70" fmla="*/ 814102 w 8062436"/>
                  <a:gd name="connsiteY70" fmla="*/ 2762631 h 3162490"/>
                  <a:gd name="connsiteX71" fmla="*/ 492252 w 8062436"/>
                  <a:gd name="connsiteY71" fmla="*/ 2762631 h 3162490"/>
                  <a:gd name="connsiteX72" fmla="*/ 331375 w 8062436"/>
                  <a:gd name="connsiteY72" fmla="*/ 2762631 h 3162490"/>
                  <a:gd name="connsiteX73" fmla="*/ 321850 w 8062436"/>
                  <a:gd name="connsiteY73" fmla="*/ 2753106 h 3162490"/>
                  <a:gd name="connsiteX74" fmla="*/ 331375 w 8062436"/>
                  <a:gd name="connsiteY74" fmla="*/ 2743581 h 3162490"/>
                  <a:gd name="connsiteX75" fmla="*/ 492252 w 8062436"/>
                  <a:gd name="connsiteY75" fmla="*/ 2743581 h 3162490"/>
                  <a:gd name="connsiteX76" fmla="*/ 501777 w 8062436"/>
                  <a:gd name="connsiteY76" fmla="*/ 2753106 h 3162490"/>
                  <a:gd name="connsiteX77" fmla="*/ 492252 w 8062436"/>
                  <a:gd name="connsiteY77" fmla="*/ 2762631 h 3162490"/>
                  <a:gd name="connsiteX78" fmla="*/ 170498 w 8062436"/>
                  <a:gd name="connsiteY78" fmla="*/ 2762631 h 3162490"/>
                  <a:gd name="connsiteX79" fmla="*/ 9525 w 8062436"/>
                  <a:gd name="connsiteY79" fmla="*/ 2762631 h 3162490"/>
                  <a:gd name="connsiteX80" fmla="*/ 0 w 8062436"/>
                  <a:gd name="connsiteY80" fmla="*/ 2753106 h 3162490"/>
                  <a:gd name="connsiteX81" fmla="*/ 9525 w 8062436"/>
                  <a:gd name="connsiteY81" fmla="*/ 2743581 h 3162490"/>
                  <a:gd name="connsiteX82" fmla="*/ 170402 w 8062436"/>
                  <a:gd name="connsiteY82" fmla="*/ 2743581 h 3162490"/>
                  <a:gd name="connsiteX83" fmla="*/ 179927 w 8062436"/>
                  <a:gd name="connsiteY83" fmla="*/ 2753106 h 3162490"/>
                  <a:gd name="connsiteX84" fmla="*/ 170498 w 8062436"/>
                  <a:gd name="connsiteY84" fmla="*/ 2762631 h 3162490"/>
                  <a:gd name="connsiteX85" fmla="*/ 1610106 w 8062436"/>
                  <a:gd name="connsiteY85" fmla="*/ 2700052 h 3162490"/>
                  <a:gd name="connsiteX86" fmla="*/ 1601343 w 8062436"/>
                  <a:gd name="connsiteY86" fmla="*/ 2694241 h 3162490"/>
                  <a:gd name="connsiteX87" fmla="*/ 1606391 w 8062436"/>
                  <a:gd name="connsiteY87" fmla="*/ 2681764 h 3162490"/>
                  <a:gd name="connsiteX88" fmla="*/ 1745171 w 8062436"/>
                  <a:gd name="connsiteY88" fmla="*/ 2604897 h 3162490"/>
                  <a:gd name="connsiteX89" fmla="*/ 1758410 w 8062436"/>
                  <a:gd name="connsiteY89" fmla="*/ 2607278 h 3162490"/>
                  <a:gd name="connsiteX90" fmla="*/ 1756029 w 8062436"/>
                  <a:gd name="connsiteY90" fmla="*/ 2620518 h 3162490"/>
                  <a:gd name="connsiteX91" fmla="*/ 1613821 w 8062436"/>
                  <a:gd name="connsiteY91" fmla="*/ 2699195 h 3162490"/>
                  <a:gd name="connsiteX92" fmla="*/ 1610106 w 8062436"/>
                  <a:gd name="connsiteY92" fmla="*/ 2700052 h 3162490"/>
                  <a:gd name="connsiteX93" fmla="*/ 6454807 w 8062436"/>
                  <a:gd name="connsiteY93" fmla="*/ 2549843 h 3162490"/>
                  <a:gd name="connsiteX94" fmla="*/ 6453473 w 8062436"/>
                  <a:gd name="connsiteY94" fmla="*/ 2549747 h 3162490"/>
                  <a:gd name="connsiteX95" fmla="*/ 6445377 w 8062436"/>
                  <a:gd name="connsiteY95" fmla="*/ 2538984 h 3162490"/>
                  <a:gd name="connsiteX96" fmla="*/ 6451950 w 8062436"/>
                  <a:gd name="connsiteY96" fmla="*/ 2442591 h 3162490"/>
                  <a:gd name="connsiteX97" fmla="*/ 6451950 w 8062436"/>
                  <a:gd name="connsiteY97" fmla="*/ 2379631 h 3162490"/>
                  <a:gd name="connsiteX98" fmla="*/ 6461475 w 8062436"/>
                  <a:gd name="connsiteY98" fmla="*/ 2370106 h 3162490"/>
                  <a:gd name="connsiteX99" fmla="*/ 6471000 w 8062436"/>
                  <a:gd name="connsiteY99" fmla="*/ 2379631 h 3162490"/>
                  <a:gd name="connsiteX100" fmla="*/ 6471000 w 8062436"/>
                  <a:gd name="connsiteY100" fmla="*/ 2442591 h 3162490"/>
                  <a:gd name="connsiteX101" fmla="*/ 6464237 w 8062436"/>
                  <a:gd name="connsiteY101" fmla="*/ 2541556 h 3162490"/>
                  <a:gd name="connsiteX102" fmla="*/ 6454807 w 8062436"/>
                  <a:gd name="connsiteY102" fmla="*/ 2549843 h 3162490"/>
                  <a:gd name="connsiteX103" fmla="*/ 1872520 w 8062436"/>
                  <a:gd name="connsiteY103" fmla="*/ 2517648 h 3162490"/>
                  <a:gd name="connsiteX104" fmla="*/ 1865948 w 8062436"/>
                  <a:gd name="connsiteY104" fmla="*/ 2515076 h 3162490"/>
                  <a:gd name="connsiteX105" fmla="*/ 1865567 w 8062436"/>
                  <a:gd name="connsiteY105" fmla="*/ 2501646 h 3162490"/>
                  <a:gd name="connsiteX106" fmla="*/ 1962531 w 8062436"/>
                  <a:gd name="connsiteY106" fmla="*/ 2376107 h 3162490"/>
                  <a:gd name="connsiteX107" fmla="*/ 1975676 w 8062436"/>
                  <a:gd name="connsiteY107" fmla="*/ 2373059 h 3162490"/>
                  <a:gd name="connsiteX108" fmla="*/ 1978724 w 8062436"/>
                  <a:gd name="connsiteY108" fmla="*/ 2386203 h 3162490"/>
                  <a:gd name="connsiteX109" fmla="*/ 1879378 w 8062436"/>
                  <a:gd name="connsiteY109" fmla="*/ 2514791 h 3162490"/>
                  <a:gd name="connsiteX110" fmla="*/ 1872520 w 8062436"/>
                  <a:gd name="connsiteY110" fmla="*/ 2517648 h 3162490"/>
                  <a:gd name="connsiteX111" fmla="*/ 5038154 w 8062436"/>
                  <a:gd name="connsiteY111" fmla="*/ 2501646 h 3162490"/>
                  <a:gd name="connsiteX112" fmla="*/ 5028629 w 8062436"/>
                  <a:gd name="connsiteY112" fmla="*/ 2492788 h 3162490"/>
                  <a:gd name="connsiteX113" fmla="*/ 5026914 w 8062436"/>
                  <a:gd name="connsiteY113" fmla="*/ 2442782 h 3162490"/>
                  <a:gd name="connsiteX114" fmla="*/ 5026914 w 8062436"/>
                  <a:gd name="connsiteY114" fmla="*/ 2331339 h 3162490"/>
                  <a:gd name="connsiteX115" fmla="*/ 5036439 w 8062436"/>
                  <a:gd name="connsiteY115" fmla="*/ 2321814 h 3162490"/>
                  <a:gd name="connsiteX116" fmla="*/ 5045964 w 8062436"/>
                  <a:gd name="connsiteY116" fmla="*/ 2331339 h 3162490"/>
                  <a:gd name="connsiteX117" fmla="*/ 5045964 w 8062436"/>
                  <a:gd name="connsiteY117" fmla="*/ 2442782 h 3162490"/>
                  <a:gd name="connsiteX118" fmla="*/ 5047584 w 8062436"/>
                  <a:gd name="connsiteY118" fmla="*/ 2491550 h 3162490"/>
                  <a:gd name="connsiteX119" fmla="*/ 5038725 w 8062436"/>
                  <a:gd name="connsiteY119" fmla="*/ 2501742 h 3162490"/>
                  <a:gd name="connsiteX120" fmla="*/ 5038154 w 8062436"/>
                  <a:gd name="connsiteY120" fmla="*/ 2501646 h 3162490"/>
                  <a:gd name="connsiteX121" fmla="*/ 2040922 w 8062436"/>
                  <a:gd name="connsiteY121" fmla="*/ 2246090 h 3162490"/>
                  <a:gd name="connsiteX122" fmla="*/ 2037683 w 8062436"/>
                  <a:gd name="connsiteY122" fmla="*/ 2245519 h 3162490"/>
                  <a:gd name="connsiteX123" fmla="*/ 2031968 w 8062436"/>
                  <a:gd name="connsiteY123" fmla="*/ 2233327 h 3162490"/>
                  <a:gd name="connsiteX124" fmla="*/ 2070735 w 8062436"/>
                  <a:gd name="connsiteY124" fmla="*/ 2079498 h 3162490"/>
                  <a:gd name="connsiteX125" fmla="*/ 2081498 w 8062436"/>
                  <a:gd name="connsiteY125" fmla="*/ 2071402 h 3162490"/>
                  <a:gd name="connsiteX126" fmla="*/ 2089595 w 8062436"/>
                  <a:gd name="connsiteY126" fmla="*/ 2082165 h 3162490"/>
                  <a:gd name="connsiteX127" fmla="*/ 2049875 w 8062436"/>
                  <a:gd name="connsiteY127" fmla="*/ 2239804 h 3162490"/>
                  <a:gd name="connsiteX128" fmla="*/ 2040922 w 8062436"/>
                  <a:gd name="connsiteY128" fmla="*/ 2246090 h 3162490"/>
                  <a:gd name="connsiteX129" fmla="*/ 6461475 w 8062436"/>
                  <a:gd name="connsiteY129" fmla="*/ 2228374 h 3162490"/>
                  <a:gd name="connsiteX130" fmla="*/ 6451950 w 8062436"/>
                  <a:gd name="connsiteY130" fmla="*/ 2218849 h 3162490"/>
                  <a:gd name="connsiteX131" fmla="*/ 6451950 w 8062436"/>
                  <a:gd name="connsiteY131" fmla="*/ 2057972 h 3162490"/>
                  <a:gd name="connsiteX132" fmla="*/ 6461475 w 8062436"/>
                  <a:gd name="connsiteY132" fmla="*/ 2048447 h 3162490"/>
                  <a:gd name="connsiteX133" fmla="*/ 6471000 w 8062436"/>
                  <a:gd name="connsiteY133" fmla="*/ 2057972 h 3162490"/>
                  <a:gd name="connsiteX134" fmla="*/ 6471000 w 8062436"/>
                  <a:gd name="connsiteY134" fmla="*/ 2218849 h 3162490"/>
                  <a:gd name="connsiteX135" fmla="*/ 6461475 w 8062436"/>
                  <a:gd name="connsiteY135" fmla="*/ 2228374 h 3162490"/>
                  <a:gd name="connsiteX136" fmla="*/ 5036534 w 8062436"/>
                  <a:gd name="connsiteY136" fmla="*/ 2179891 h 3162490"/>
                  <a:gd name="connsiteX137" fmla="*/ 5027009 w 8062436"/>
                  <a:gd name="connsiteY137" fmla="*/ 2170366 h 3162490"/>
                  <a:gd name="connsiteX138" fmla="*/ 5027009 w 8062436"/>
                  <a:gd name="connsiteY138" fmla="*/ 2009489 h 3162490"/>
                  <a:gd name="connsiteX139" fmla="*/ 5036534 w 8062436"/>
                  <a:gd name="connsiteY139" fmla="*/ 1999964 h 3162490"/>
                  <a:gd name="connsiteX140" fmla="*/ 5046059 w 8062436"/>
                  <a:gd name="connsiteY140" fmla="*/ 2009489 h 3162490"/>
                  <a:gd name="connsiteX141" fmla="*/ 5046059 w 8062436"/>
                  <a:gd name="connsiteY141" fmla="*/ 2170366 h 3162490"/>
                  <a:gd name="connsiteX142" fmla="*/ 5036534 w 8062436"/>
                  <a:gd name="connsiteY142" fmla="*/ 2179891 h 3162490"/>
                  <a:gd name="connsiteX143" fmla="*/ 2090547 w 8062436"/>
                  <a:gd name="connsiteY143" fmla="*/ 1930051 h 3162490"/>
                  <a:gd name="connsiteX144" fmla="*/ 2089690 w 8062436"/>
                  <a:gd name="connsiteY144" fmla="*/ 1930051 h 3162490"/>
                  <a:gd name="connsiteX145" fmla="*/ 2081117 w 8062436"/>
                  <a:gd name="connsiteY145" fmla="*/ 1919669 h 3162490"/>
                  <a:gd name="connsiteX146" fmla="*/ 2122742 w 8062436"/>
                  <a:gd name="connsiteY146" fmla="*/ 1761744 h 3162490"/>
                  <a:gd name="connsiteX147" fmla="*/ 2135315 w 8062436"/>
                  <a:gd name="connsiteY147" fmla="*/ 1756981 h 3162490"/>
                  <a:gd name="connsiteX148" fmla="*/ 2140077 w 8062436"/>
                  <a:gd name="connsiteY148" fmla="*/ 1769555 h 3162490"/>
                  <a:gd name="connsiteX149" fmla="*/ 2100072 w 8062436"/>
                  <a:gd name="connsiteY149" fmla="*/ 1921383 h 3162490"/>
                  <a:gd name="connsiteX150" fmla="*/ 2090547 w 8062436"/>
                  <a:gd name="connsiteY150" fmla="*/ 1930051 h 3162490"/>
                  <a:gd name="connsiteX151" fmla="*/ 6461475 w 8062436"/>
                  <a:gd name="connsiteY151" fmla="*/ 1906524 h 3162490"/>
                  <a:gd name="connsiteX152" fmla="*/ 6451950 w 8062436"/>
                  <a:gd name="connsiteY152" fmla="*/ 1896999 h 3162490"/>
                  <a:gd name="connsiteX153" fmla="*/ 6451950 w 8062436"/>
                  <a:gd name="connsiteY153" fmla="*/ 1736122 h 3162490"/>
                  <a:gd name="connsiteX154" fmla="*/ 6461475 w 8062436"/>
                  <a:gd name="connsiteY154" fmla="*/ 1726597 h 3162490"/>
                  <a:gd name="connsiteX155" fmla="*/ 6471000 w 8062436"/>
                  <a:gd name="connsiteY155" fmla="*/ 1736122 h 3162490"/>
                  <a:gd name="connsiteX156" fmla="*/ 6471000 w 8062436"/>
                  <a:gd name="connsiteY156" fmla="*/ 1896999 h 3162490"/>
                  <a:gd name="connsiteX157" fmla="*/ 6461475 w 8062436"/>
                  <a:gd name="connsiteY157" fmla="*/ 1906524 h 3162490"/>
                  <a:gd name="connsiteX158" fmla="*/ 5036534 w 8062436"/>
                  <a:gd name="connsiteY158" fmla="*/ 1858042 h 3162490"/>
                  <a:gd name="connsiteX159" fmla="*/ 5027009 w 8062436"/>
                  <a:gd name="connsiteY159" fmla="*/ 1848517 h 3162490"/>
                  <a:gd name="connsiteX160" fmla="*/ 5027009 w 8062436"/>
                  <a:gd name="connsiteY160" fmla="*/ 1687639 h 3162490"/>
                  <a:gd name="connsiteX161" fmla="*/ 5036534 w 8062436"/>
                  <a:gd name="connsiteY161" fmla="*/ 1678114 h 3162490"/>
                  <a:gd name="connsiteX162" fmla="*/ 5046059 w 8062436"/>
                  <a:gd name="connsiteY162" fmla="*/ 1687639 h 3162490"/>
                  <a:gd name="connsiteX163" fmla="*/ 5046059 w 8062436"/>
                  <a:gd name="connsiteY163" fmla="*/ 1848517 h 3162490"/>
                  <a:gd name="connsiteX164" fmla="*/ 5036534 w 8062436"/>
                  <a:gd name="connsiteY164" fmla="*/ 1858042 h 3162490"/>
                  <a:gd name="connsiteX165" fmla="*/ 2219992 w 8062436"/>
                  <a:gd name="connsiteY165" fmla="*/ 1641729 h 3162490"/>
                  <a:gd name="connsiteX166" fmla="*/ 2213515 w 8062436"/>
                  <a:gd name="connsiteY166" fmla="*/ 1639157 h 3162490"/>
                  <a:gd name="connsiteX167" fmla="*/ 2213039 w 8062436"/>
                  <a:gd name="connsiteY167" fmla="*/ 1625727 h 3162490"/>
                  <a:gd name="connsiteX168" fmla="*/ 2342102 w 8062436"/>
                  <a:gd name="connsiteY168" fmla="*/ 1525810 h 3162490"/>
                  <a:gd name="connsiteX169" fmla="*/ 2355057 w 8062436"/>
                  <a:gd name="connsiteY169" fmla="*/ 1529620 h 3162490"/>
                  <a:gd name="connsiteX170" fmla="*/ 2351246 w 8062436"/>
                  <a:gd name="connsiteY170" fmla="*/ 1542574 h 3162490"/>
                  <a:gd name="connsiteX171" fmla="*/ 2227040 w 8062436"/>
                  <a:gd name="connsiteY171" fmla="*/ 1638776 h 3162490"/>
                  <a:gd name="connsiteX172" fmla="*/ 2219992 w 8062436"/>
                  <a:gd name="connsiteY172" fmla="*/ 1641729 h 3162490"/>
                  <a:gd name="connsiteX173" fmla="*/ 6471952 w 8062436"/>
                  <a:gd name="connsiteY173" fmla="*/ 1585531 h 3162490"/>
                  <a:gd name="connsiteX174" fmla="*/ 6469952 w 8062436"/>
                  <a:gd name="connsiteY174" fmla="*/ 1585341 h 3162490"/>
                  <a:gd name="connsiteX175" fmla="*/ 6462618 w 8062436"/>
                  <a:gd name="connsiteY175" fmla="*/ 1574102 h 3162490"/>
                  <a:gd name="connsiteX176" fmla="*/ 6521958 w 8062436"/>
                  <a:gd name="connsiteY176" fmla="*/ 1421987 h 3162490"/>
                  <a:gd name="connsiteX177" fmla="*/ 6535007 w 8062436"/>
                  <a:gd name="connsiteY177" fmla="*/ 1418654 h 3162490"/>
                  <a:gd name="connsiteX178" fmla="*/ 6538341 w 8062436"/>
                  <a:gd name="connsiteY178" fmla="*/ 1431703 h 3162490"/>
                  <a:gd name="connsiteX179" fmla="*/ 6481287 w 8062436"/>
                  <a:gd name="connsiteY179" fmla="*/ 1578007 h 3162490"/>
                  <a:gd name="connsiteX180" fmla="*/ 6471952 w 8062436"/>
                  <a:gd name="connsiteY180" fmla="*/ 1585531 h 3162490"/>
                  <a:gd name="connsiteX181" fmla="*/ 5036534 w 8062436"/>
                  <a:gd name="connsiteY181" fmla="*/ 1536192 h 3162490"/>
                  <a:gd name="connsiteX182" fmla="*/ 5027009 w 8062436"/>
                  <a:gd name="connsiteY182" fmla="*/ 1526667 h 3162490"/>
                  <a:gd name="connsiteX183" fmla="*/ 5027009 w 8062436"/>
                  <a:gd name="connsiteY183" fmla="*/ 1365790 h 3162490"/>
                  <a:gd name="connsiteX184" fmla="*/ 5036534 w 8062436"/>
                  <a:gd name="connsiteY184" fmla="*/ 1356265 h 3162490"/>
                  <a:gd name="connsiteX185" fmla="*/ 5046059 w 8062436"/>
                  <a:gd name="connsiteY185" fmla="*/ 1365790 h 3162490"/>
                  <a:gd name="connsiteX186" fmla="*/ 5046059 w 8062436"/>
                  <a:gd name="connsiteY186" fmla="*/ 1526667 h 3162490"/>
                  <a:gd name="connsiteX187" fmla="*/ 5036534 w 8062436"/>
                  <a:gd name="connsiteY187" fmla="*/ 1536192 h 3162490"/>
                  <a:gd name="connsiteX188" fmla="*/ 2498027 w 8062436"/>
                  <a:gd name="connsiteY188" fmla="*/ 1491615 h 3162490"/>
                  <a:gd name="connsiteX189" fmla="*/ 2488692 w 8062436"/>
                  <a:gd name="connsiteY189" fmla="*/ 1483709 h 3162490"/>
                  <a:gd name="connsiteX190" fmla="*/ 2496503 w 8062436"/>
                  <a:gd name="connsiteY190" fmla="*/ 1472756 h 3162490"/>
                  <a:gd name="connsiteX191" fmla="*/ 2580227 w 8062436"/>
                  <a:gd name="connsiteY191" fmla="*/ 1465802 h 3162490"/>
                  <a:gd name="connsiteX192" fmla="*/ 2658618 w 8062436"/>
                  <a:gd name="connsiteY192" fmla="*/ 1465802 h 3162490"/>
                  <a:gd name="connsiteX193" fmla="*/ 2668143 w 8062436"/>
                  <a:gd name="connsiteY193" fmla="*/ 1475327 h 3162490"/>
                  <a:gd name="connsiteX194" fmla="*/ 2658618 w 8062436"/>
                  <a:gd name="connsiteY194" fmla="*/ 1484852 h 3162490"/>
                  <a:gd name="connsiteX195" fmla="*/ 2580227 w 8062436"/>
                  <a:gd name="connsiteY195" fmla="*/ 1484852 h 3162490"/>
                  <a:gd name="connsiteX196" fmla="*/ 2499646 w 8062436"/>
                  <a:gd name="connsiteY196" fmla="*/ 1491520 h 3162490"/>
                  <a:gd name="connsiteX197" fmla="*/ 2498027 w 8062436"/>
                  <a:gd name="connsiteY197" fmla="*/ 1491615 h 3162490"/>
                  <a:gd name="connsiteX198" fmla="*/ 2980277 w 8062436"/>
                  <a:gd name="connsiteY198" fmla="*/ 1484757 h 3162490"/>
                  <a:gd name="connsiteX199" fmla="*/ 2819400 w 8062436"/>
                  <a:gd name="connsiteY199" fmla="*/ 1484757 h 3162490"/>
                  <a:gd name="connsiteX200" fmla="*/ 2809875 w 8062436"/>
                  <a:gd name="connsiteY200" fmla="*/ 1475232 h 3162490"/>
                  <a:gd name="connsiteX201" fmla="*/ 2819400 w 8062436"/>
                  <a:gd name="connsiteY201" fmla="*/ 1465707 h 3162490"/>
                  <a:gd name="connsiteX202" fmla="*/ 2980277 w 8062436"/>
                  <a:gd name="connsiteY202" fmla="*/ 1465707 h 3162490"/>
                  <a:gd name="connsiteX203" fmla="*/ 2989802 w 8062436"/>
                  <a:gd name="connsiteY203" fmla="*/ 1475232 h 3162490"/>
                  <a:gd name="connsiteX204" fmla="*/ 2980277 w 8062436"/>
                  <a:gd name="connsiteY204" fmla="*/ 1484757 h 3162490"/>
                  <a:gd name="connsiteX205" fmla="*/ 3140488 w 8062436"/>
                  <a:gd name="connsiteY205" fmla="*/ 1474565 h 3162490"/>
                  <a:gd name="connsiteX206" fmla="*/ 3131153 w 8062436"/>
                  <a:gd name="connsiteY206" fmla="*/ 1466945 h 3162490"/>
                  <a:gd name="connsiteX207" fmla="*/ 3138583 w 8062436"/>
                  <a:gd name="connsiteY207" fmla="*/ 1455706 h 3162490"/>
                  <a:gd name="connsiteX208" fmla="*/ 3285077 w 8062436"/>
                  <a:gd name="connsiteY208" fmla="*/ 1399127 h 3162490"/>
                  <a:gd name="connsiteX209" fmla="*/ 3298127 w 8062436"/>
                  <a:gd name="connsiteY209" fmla="*/ 1402461 h 3162490"/>
                  <a:gd name="connsiteX210" fmla="*/ 3294793 w 8062436"/>
                  <a:gd name="connsiteY210" fmla="*/ 1415510 h 3162490"/>
                  <a:gd name="connsiteX211" fmla="*/ 3142488 w 8062436"/>
                  <a:gd name="connsiteY211" fmla="*/ 1474375 h 3162490"/>
                  <a:gd name="connsiteX212" fmla="*/ 3140488 w 8062436"/>
                  <a:gd name="connsiteY212" fmla="*/ 1474565 h 3162490"/>
                  <a:gd name="connsiteX213" fmla="*/ 3412808 w 8062436"/>
                  <a:gd name="connsiteY213" fmla="*/ 1314164 h 3162490"/>
                  <a:gd name="connsiteX214" fmla="*/ 3406616 w 8062436"/>
                  <a:gd name="connsiteY214" fmla="*/ 1311878 h 3162490"/>
                  <a:gd name="connsiteX215" fmla="*/ 3405664 w 8062436"/>
                  <a:gd name="connsiteY215" fmla="*/ 1298448 h 3162490"/>
                  <a:gd name="connsiteX216" fmla="*/ 3487579 w 8062436"/>
                  <a:gd name="connsiteY216" fmla="*/ 1164527 h 3162490"/>
                  <a:gd name="connsiteX217" fmla="*/ 3499961 w 8062436"/>
                  <a:gd name="connsiteY217" fmla="*/ 1159288 h 3162490"/>
                  <a:gd name="connsiteX218" fmla="*/ 3505200 w 8062436"/>
                  <a:gd name="connsiteY218" fmla="*/ 1171670 h 3162490"/>
                  <a:gd name="connsiteX219" fmla="*/ 3420047 w 8062436"/>
                  <a:gd name="connsiteY219" fmla="*/ 1310926 h 3162490"/>
                  <a:gd name="connsiteX220" fmla="*/ 3412808 w 8062436"/>
                  <a:gd name="connsiteY220" fmla="*/ 1314164 h 3162490"/>
                  <a:gd name="connsiteX221" fmla="*/ 6633305 w 8062436"/>
                  <a:gd name="connsiteY221" fmla="*/ 1313688 h 3162490"/>
                  <a:gd name="connsiteX222" fmla="*/ 6626066 w 8062436"/>
                  <a:gd name="connsiteY222" fmla="*/ 1310354 h 3162490"/>
                  <a:gd name="connsiteX223" fmla="*/ 6627114 w 8062436"/>
                  <a:gd name="connsiteY223" fmla="*/ 1296924 h 3162490"/>
                  <a:gd name="connsiteX224" fmla="*/ 6766655 w 8062436"/>
                  <a:gd name="connsiteY224" fmla="*/ 1212247 h 3162490"/>
                  <a:gd name="connsiteX225" fmla="*/ 6779038 w 8062436"/>
                  <a:gd name="connsiteY225" fmla="*/ 1217581 h 3162490"/>
                  <a:gd name="connsiteX226" fmla="*/ 6773704 w 8062436"/>
                  <a:gd name="connsiteY226" fmla="*/ 1229963 h 3162490"/>
                  <a:gd name="connsiteX227" fmla="*/ 6639497 w 8062436"/>
                  <a:gd name="connsiteY227" fmla="*/ 1311402 h 3162490"/>
                  <a:gd name="connsiteX228" fmla="*/ 6633305 w 8062436"/>
                  <a:gd name="connsiteY228" fmla="*/ 1313688 h 3162490"/>
                  <a:gd name="connsiteX229" fmla="*/ 5036534 w 8062436"/>
                  <a:gd name="connsiteY229" fmla="*/ 1214438 h 3162490"/>
                  <a:gd name="connsiteX230" fmla="*/ 5027009 w 8062436"/>
                  <a:gd name="connsiteY230" fmla="*/ 1204913 h 3162490"/>
                  <a:gd name="connsiteX231" fmla="*/ 5027009 w 8062436"/>
                  <a:gd name="connsiteY231" fmla="*/ 1043940 h 3162490"/>
                  <a:gd name="connsiteX232" fmla="*/ 5036534 w 8062436"/>
                  <a:gd name="connsiteY232" fmla="*/ 1034415 h 3162490"/>
                  <a:gd name="connsiteX233" fmla="*/ 5046059 w 8062436"/>
                  <a:gd name="connsiteY233" fmla="*/ 1043940 h 3162490"/>
                  <a:gd name="connsiteX234" fmla="*/ 5046059 w 8062436"/>
                  <a:gd name="connsiteY234" fmla="*/ 1204913 h 3162490"/>
                  <a:gd name="connsiteX235" fmla="*/ 5036534 w 8062436"/>
                  <a:gd name="connsiteY235" fmla="*/ 1214438 h 3162490"/>
                  <a:gd name="connsiteX236" fmla="*/ 6926581 w 8062436"/>
                  <a:gd name="connsiteY236" fmla="*/ 1196149 h 3162490"/>
                  <a:gd name="connsiteX237" fmla="*/ 6917056 w 8062436"/>
                  <a:gd name="connsiteY237" fmla="*/ 1187101 h 3162490"/>
                  <a:gd name="connsiteX238" fmla="*/ 6926009 w 8062436"/>
                  <a:gd name="connsiteY238" fmla="*/ 1177099 h 3162490"/>
                  <a:gd name="connsiteX239" fmla="*/ 6953250 w 8062436"/>
                  <a:gd name="connsiteY239" fmla="*/ 1176338 h 3162490"/>
                  <a:gd name="connsiteX240" fmla="*/ 7087457 w 8062436"/>
                  <a:gd name="connsiteY240" fmla="*/ 1176338 h 3162490"/>
                  <a:gd name="connsiteX241" fmla="*/ 7096982 w 8062436"/>
                  <a:gd name="connsiteY241" fmla="*/ 1185863 h 3162490"/>
                  <a:gd name="connsiteX242" fmla="*/ 7087457 w 8062436"/>
                  <a:gd name="connsiteY242" fmla="*/ 1195388 h 3162490"/>
                  <a:gd name="connsiteX243" fmla="*/ 6953250 w 8062436"/>
                  <a:gd name="connsiteY243" fmla="*/ 1195388 h 3162490"/>
                  <a:gd name="connsiteX244" fmla="*/ 6927057 w 8062436"/>
                  <a:gd name="connsiteY244" fmla="*/ 1196054 h 3162490"/>
                  <a:gd name="connsiteX245" fmla="*/ 6926581 w 8062436"/>
                  <a:gd name="connsiteY245" fmla="*/ 1196149 h 3162490"/>
                  <a:gd name="connsiteX246" fmla="*/ 8052912 w 8062436"/>
                  <a:gd name="connsiteY246" fmla="*/ 1195483 h 3162490"/>
                  <a:gd name="connsiteX247" fmla="*/ 7892034 w 8062436"/>
                  <a:gd name="connsiteY247" fmla="*/ 1195483 h 3162490"/>
                  <a:gd name="connsiteX248" fmla="*/ 7882509 w 8062436"/>
                  <a:gd name="connsiteY248" fmla="*/ 1185958 h 3162490"/>
                  <a:gd name="connsiteX249" fmla="*/ 7892034 w 8062436"/>
                  <a:gd name="connsiteY249" fmla="*/ 1176433 h 3162490"/>
                  <a:gd name="connsiteX250" fmla="*/ 8052912 w 8062436"/>
                  <a:gd name="connsiteY250" fmla="*/ 1176433 h 3162490"/>
                  <a:gd name="connsiteX251" fmla="*/ 8062437 w 8062436"/>
                  <a:gd name="connsiteY251" fmla="*/ 1185958 h 3162490"/>
                  <a:gd name="connsiteX252" fmla="*/ 8052912 w 8062436"/>
                  <a:gd name="connsiteY252" fmla="*/ 1195483 h 3162490"/>
                  <a:gd name="connsiteX253" fmla="*/ 7731062 w 8062436"/>
                  <a:gd name="connsiteY253" fmla="*/ 1195483 h 3162490"/>
                  <a:gd name="connsiteX254" fmla="*/ 7570184 w 8062436"/>
                  <a:gd name="connsiteY254" fmla="*/ 1195483 h 3162490"/>
                  <a:gd name="connsiteX255" fmla="*/ 7560659 w 8062436"/>
                  <a:gd name="connsiteY255" fmla="*/ 1185958 h 3162490"/>
                  <a:gd name="connsiteX256" fmla="*/ 7570184 w 8062436"/>
                  <a:gd name="connsiteY256" fmla="*/ 1176433 h 3162490"/>
                  <a:gd name="connsiteX257" fmla="*/ 7731062 w 8062436"/>
                  <a:gd name="connsiteY257" fmla="*/ 1176433 h 3162490"/>
                  <a:gd name="connsiteX258" fmla="*/ 7740587 w 8062436"/>
                  <a:gd name="connsiteY258" fmla="*/ 1185958 h 3162490"/>
                  <a:gd name="connsiteX259" fmla="*/ 7731062 w 8062436"/>
                  <a:gd name="connsiteY259" fmla="*/ 1195483 h 3162490"/>
                  <a:gd name="connsiteX260" fmla="*/ 7409212 w 8062436"/>
                  <a:gd name="connsiteY260" fmla="*/ 1195483 h 3162490"/>
                  <a:gd name="connsiteX261" fmla="*/ 7248335 w 8062436"/>
                  <a:gd name="connsiteY261" fmla="*/ 1195483 h 3162490"/>
                  <a:gd name="connsiteX262" fmla="*/ 7238810 w 8062436"/>
                  <a:gd name="connsiteY262" fmla="*/ 1185958 h 3162490"/>
                  <a:gd name="connsiteX263" fmla="*/ 7248335 w 8062436"/>
                  <a:gd name="connsiteY263" fmla="*/ 1176433 h 3162490"/>
                  <a:gd name="connsiteX264" fmla="*/ 7409212 w 8062436"/>
                  <a:gd name="connsiteY264" fmla="*/ 1176433 h 3162490"/>
                  <a:gd name="connsiteX265" fmla="*/ 7418737 w 8062436"/>
                  <a:gd name="connsiteY265" fmla="*/ 1185958 h 3162490"/>
                  <a:gd name="connsiteX266" fmla="*/ 7409212 w 8062436"/>
                  <a:gd name="connsiteY266" fmla="*/ 1195483 h 3162490"/>
                  <a:gd name="connsiteX267" fmla="*/ 3531394 w 8062436"/>
                  <a:gd name="connsiteY267" fmla="*/ 1021271 h 3162490"/>
                  <a:gd name="connsiteX268" fmla="*/ 3530822 w 8062436"/>
                  <a:gd name="connsiteY268" fmla="*/ 1021271 h 3162490"/>
                  <a:gd name="connsiteX269" fmla="*/ 3521869 w 8062436"/>
                  <a:gd name="connsiteY269" fmla="*/ 1011174 h 3162490"/>
                  <a:gd name="connsiteX270" fmla="*/ 3522631 w 8062436"/>
                  <a:gd name="connsiteY270" fmla="*/ 983361 h 3162490"/>
                  <a:gd name="connsiteX271" fmla="*/ 3522631 w 8062436"/>
                  <a:gd name="connsiteY271" fmla="*/ 850773 h 3162490"/>
                  <a:gd name="connsiteX272" fmla="*/ 3532156 w 8062436"/>
                  <a:gd name="connsiteY272" fmla="*/ 841248 h 3162490"/>
                  <a:gd name="connsiteX273" fmla="*/ 3541681 w 8062436"/>
                  <a:gd name="connsiteY273" fmla="*/ 850773 h 3162490"/>
                  <a:gd name="connsiteX274" fmla="*/ 3541681 w 8062436"/>
                  <a:gd name="connsiteY274" fmla="*/ 983361 h 3162490"/>
                  <a:gd name="connsiteX275" fmla="*/ 3540824 w 8062436"/>
                  <a:gd name="connsiteY275" fmla="*/ 1012222 h 3162490"/>
                  <a:gd name="connsiteX276" fmla="*/ 3531394 w 8062436"/>
                  <a:gd name="connsiteY276" fmla="*/ 1021271 h 3162490"/>
                  <a:gd name="connsiteX277" fmla="*/ 5036534 w 8062436"/>
                  <a:gd name="connsiteY277" fmla="*/ 892588 h 3162490"/>
                  <a:gd name="connsiteX278" fmla="*/ 5027009 w 8062436"/>
                  <a:gd name="connsiteY278" fmla="*/ 883063 h 3162490"/>
                  <a:gd name="connsiteX279" fmla="*/ 5027009 w 8062436"/>
                  <a:gd name="connsiteY279" fmla="*/ 761619 h 3162490"/>
                  <a:gd name="connsiteX280" fmla="*/ 5025962 w 8062436"/>
                  <a:gd name="connsiteY280" fmla="*/ 722662 h 3162490"/>
                  <a:gd name="connsiteX281" fmla="*/ 5035011 w 8062436"/>
                  <a:gd name="connsiteY281" fmla="*/ 712661 h 3162490"/>
                  <a:gd name="connsiteX282" fmla="*/ 5045012 w 8062436"/>
                  <a:gd name="connsiteY282" fmla="*/ 721709 h 3162490"/>
                  <a:gd name="connsiteX283" fmla="*/ 5046059 w 8062436"/>
                  <a:gd name="connsiteY283" fmla="*/ 761619 h 3162490"/>
                  <a:gd name="connsiteX284" fmla="*/ 5046059 w 8062436"/>
                  <a:gd name="connsiteY284" fmla="*/ 883063 h 3162490"/>
                  <a:gd name="connsiteX285" fmla="*/ 5036534 w 8062436"/>
                  <a:gd name="connsiteY285" fmla="*/ 892588 h 3162490"/>
                  <a:gd name="connsiteX286" fmla="*/ 3535585 w 8062436"/>
                  <a:gd name="connsiteY286" fmla="*/ 699611 h 3162490"/>
                  <a:gd name="connsiteX287" fmla="*/ 3534632 w 8062436"/>
                  <a:gd name="connsiteY287" fmla="*/ 699611 h 3162490"/>
                  <a:gd name="connsiteX288" fmla="*/ 3526060 w 8062436"/>
                  <a:gd name="connsiteY288" fmla="*/ 689229 h 3162490"/>
                  <a:gd name="connsiteX289" fmla="*/ 3558540 w 8062436"/>
                  <a:gd name="connsiteY289" fmla="*/ 529876 h 3162490"/>
                  <a:gd name="connsiteX290" fmla="*/ 3570542 w 8062436"/>
                  <a:gd name="connsiteY290" fmla="*/ 523685 h 3162490"/>
                  <a:gd name="connsiteX291" fmla="*/ 3576733 w 8062436"/>
                  <a:gd name="connsiteY291" fmla="*/ 535686 h 3162490"/>
                  <a:gd name="connsiteX292" fmla="*/ 3545015 w 8062436"/>
                  <a:gd name="connsiteY292" fmla="*/ 691039 h 3162490"/>
                  <a:gd name="connsiteX293" fmla="*/ 3535585 w 8062436"/>
                  <a:gd name="connsiteY293" fmla="*/ 699611 h 3162490"/>
                  <a:gd name="connsiteX294" fmla="*/ 5010150 w 8062436"/>
                  <a:gd name="connsiteY294" fmla="*/ 573119 h 3162490"/>
                  <a:gd name="connsiteX295" fmla="*/ 5001006 w 8062436"/>
                  <a:gd name="connsiteY295" fmla="*/ 566071 h 3162490"/>
                  <a:gd name="connsiteX296" fmla="*/ 4943189 w 8062436"/>
                  <a:gd name="connsiteY296" fmla="*/ 418433 h 3162490"/>
                  <a:gd name="connsiteX297" fmla="*/ 4947190 w 8062436"/>
                  <a:gd name="connsiteY297" fmla="*/ 405574 h 3162490"/>
                  <a:gd name="connsiteX298" fmla="*/ 4960049 w 8062436"/>
                  <a:gd name="connsiteY298" fmla="*/ 409575 h 3162490"/>
                  <a:gd name="connsiteX299" fmla="*/ 5019389 w 8062436"/>
                  <a:gd name="connsiteY299" fmla="*/ 560927 h 3162490"/>
                  <a:gd name="connsiteX300" fmla="*/ 5012722 w 8062436"/>
                  <a:gd name="connsiteY300" fmla="*/ 572643 h 3162490"/>
                  <a:gd name="connsiteX301" fmla="*/ 5010150 w 8062436"/>
                  <a:gd name="connsiteY301" fmla="*/ 573119 h 3162490"/>
                  <a:gd name="connsiteX302" fmla="*/ 3632645 w 8062436"/>
                  <a:gd name="connsiteY302" fmla="*/ 395383 h 3162490"/>
                  <a:gd name="connsiteX303" fmla="*/ 3627882 w 8062436"/>
                  <a:gd name="connsiteY303" fmla="*/ 394145 h 3162490"/>
                  <a:gd name="connsiteX304" fmla="*/ 3624358 w 8062436"/>
                  <a:gd name="connsiteY304" fmla="*/ 381095 h 3162490"/>
                  <a:gd name="connsiteX305" fmla="*/ 3720275 w 8062436"/>
                  <a:gd name="connsiteY305" fmla="*/ 249746 h 3162490"/>
                  <a:gd name="connsiteX306" fmla="*/ 3733705 w 8062436"/>
                  <a:gd name="connsiteY306" fmla="*/ 249079 h 3162490"/>
                  <a:gd name="connsiteX307" fmla="*/ 3734372 w 8062436"/>
                  <a:gd name="connsiteY307" fmla="*/ 262509 h 3162490"/>
                  <a:gd name="connsiteX308" fmla="*/ 3640836 w 8062436"/>
                  <a:gd name="connsiteY308" fmla="*/ 390525 h 3162490"/>
                  <a:gd name="connsiteX309" fmla="*/ 3632645 w 8062436"/>
                  <a:gd name="connsiteY309" fmla="*/ 395383 h 3162490"/>
                  <a:gd name="connsiteX310" fmla="*/ 4862513 w 8062436"/>
                  <a:gd name="connsiteY310" fmla="*/ 290131 h 3162490"/>
                  <a:gd name="connsiteX311" fmla="*/ 4855178 w 8062436"/>
                  <a:gd name="connsiteY311" fmla="*/ 286703 h 3162490"/>
                  <a:gd name="connsiteX312" fmla="*/ 4741355 w 8062436"/>
                  <a:gd name="connsiteY312" fmla="*/ 176308 h 3162490"/>
                  <a:gd name="connsiteX313" fmla="*/ 4739736 w 8062436"/>
                  <a:gd name="connsiteY313" fmla="*/ 162973 h 3162490"/>
                  <a:gd name="connsiteX314" fmla="*/ 4753071 w 8062436"/>
                  <a:gd name="connsiteY314" fmla="*/ 161354 h 3162490"/>
                  <a:gd name="connsiteX315" fmla="*/ 4869752 w 8062436"/>
                  <a:gd name="connsiteY315" fmla="*/ 274511 h 3162490"/>
                  <a:gd name="connsiteX316" fmla="*/ 4868514 w 8062436"/>
                  <a:gd name="connsiteY316" fmla="*/ 287941 h 3162490"/>
                  <a:gd name="connsiteX317" fmla="*/ 4862513 w 8062436"/>
                  <a:gd name="connsiteY317" fmla="*/ 290131 h 3162490"/>
                  <a:gd name="connsiteX318" fmla="*/ 3847243 w 8062436"/>
                  <a:gd name="connsiteY318" fmla="*/ 158972 h 3162490"/>
                  <a:gd name="connsiteX319" fmla="*/ 3839528 w 8062436"/>
                  <a:gd name="connsiteY319" fmla="*/ 154972 h 3162490"/>
                  <a:gd name="connsiteX320" fmla="*/ 3841718 w 8062436"/>
                  <a:gd name="connsiteY320" fmla="*/ 141732 h 3162490"/>
                  <a:gd name="connsiteX321" fmla="*/ 3983260 w 8062436"/>
                  <a:gd name="connsiteY321" fmla="*/ 61817 h 3162490"/>
                  <a:gd name="connsiteX322" fmla="*/ 3995738 w 8062436"/>
                  <a:gd name="connsiteY322" fmla="*/ 66770 h 3162490"/>
                  <a:gd name="connsiteX323" fmla="*/ 3990785 w 8062436"/>
                  <a:gd name="connsiteY323" fmla="*/ 79248 h 3162490"/>
                  <a:gd name="connsiteX324" fmla="*/ 3852767 w 8062436"/>
                  <a:gd name="connsiteY324" fmla="*/ 157163 h 3162490"/>
                  <a:gd name="connsiteX325" fmla="*/ 3847243 w 8062436"/>
                  <a:gd name="connsiteY325" fmla="*/ 158972 h 3162490"/>
                  <a:gd name="connsiteX326" fmla="*/ 4610958 w 8062436"/>
                  <a:gd name="connsiteY326" fmla="*/ 93440 h 3162490"/>
                  <a:gd name="connsiteX327" fmla="*/ 4606862 w 8062436"/>
                  <a:gd name="connsiteY327" fmla="*/ 92488 h 3162490"/>
                  <a:gd name="connsiteX328" fmla="*/ 4457510 w 8062436"/>
                  <a:gd name="connsiteY328" fmla="*/ 39338 h 3162490"/>
                  <a:gd name="connsiteX329" fmla="*/ 4450461 w 8062436"/>
                  <a:gd name="connsiteY329" fmla="*/ 27813 h 3162490"/>
                  <a:gd name="connsiteX330" fmla="*/ 4461891 w 8062436"/>
                  <a:gd name="connsiteY330" fmla="*/ 20764 h 3162490"/>
                  <a:gd name="connsiteX331" fmla="*/ 4615149 w 8062436"/>
                  <a:gd name="connsiteY331" fmla="*/ 75343 h 3162490"/>
                  <a:gd name="connsiteX332" fmla="*/ 4619625 w 8062436"/>
                  <a:gd name="connsiteY332" fmla="*/ 88106 h 3162490"/>
                  <a:gd name="connsiteX333" fmla="*/ 4610958 w 8062436"/>
                  <a:gd name="connsiteY333" fmla="*/ 93440 h 3162490"/>
                  <a:gd name="connsiteX334" fmla="*/ 4140422 w 8062436"/>
                  <a:gd name="connsiteY334" fmla="*/ 32766 h 3162490"/>
                  <a:gd name="connsiteX335" fmla="*/ 4131088 w 8062436"/>
                  <a:gd name="connsiteY335" fmla="*/ 25051 h 3162490"/>
                  <a:gd name="connsiteX336" fmla="*/ 4138613 w 8062436"/>
                  <a:gd name="connsiteY336" fmla="*/ 13906 h 3162490"/>
                  <a:gd name="connsiteX337" fmla="*/ 4284250 w 8062436"/>
                  <a:gd name="connsiteY337" fmla="*/ 0 h 3162490"/>
                  <a:gd name="connsiteX338" fmla="*/ 4300633 w 8062436"/>
                  <a:gd name="connsiteY338" fmla="*/ 190 h 3162490"/>
                  <a:gd name="connsiteX339" fmla="*/ 4309968 w 8062436"/>
                  <a:gd name="connsiteY339" fmla="*/ 9906 h 3162490"/>
                  <a:gd name="connsiteX340" fmla="*/ 4300252 w 8062436"/>
                  <a:gd name="connsiteY340" fmla="*/ 19240 h 3162490"/>
                  <a:gd name="connsiteX341" fmla="*/ 4284345 w 8062436"/>
                  <a:gd name="connsiteY341" fmla="*/ 19050 h 3162490"/>
                  <a:gd name="connsiteX342" fmla="*/ 4284250 w 8062436"/>
                  <a:gd name="connsiteY342" fmla="*/ 19050 h 3162490"/>
                  <a:gd name="connsiteX343" fmla="*/ 4142232 w 8062436"/>
                  <a:gd name="connsiteY343" fmla="*/ 32576 h 3162490"/>
                  <a:gd name="connsiteX344" fmla="*/ 4140422 w 8062436"/>
                  <a:gd name="connsiteY344" fmla="*/ 32766 h 316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</a:cxnLst>
                <a:rect l="l" t="t" r="r" b="b"/>
                <a:pathLst>
                  <a:path w="8062436" h="3162490">
                    <a:moveTo>
                      <a:pt x="5805107" y="3162491"/>
                    </a:moveTo>
                    <a:cubicBezTo>
                      <a:pt x="5800154" y="3162491"/>
                      <a:pt x="5796058" y="3158681"/>
                      <a:pt x="5795582" y="3153727"/>
                    </a:cubicBezTo>
                    <a:cubicBezTo>
                      <a:pt x="5795201" y="3148489"/>
                      <a:pt x="5799106" y="3143917"/>
                      <a:pt x="5804345" y="3143536"/>
                    </a:cubicBezTo>
                    <a:cubicBezTo>
                      <a:pt x="5857209" y="3139440"/>
                      <a:pt x="5909501" y="3129343"/>
                      <a:pt x="5959793" y="3113532"/>
                    </a:cubicBezTo>
                    <a:cubicBezTo>
                      <a:pt x="5964841" y="3111913"/>
                      <a:pt x="5970175" y="3114770"/>
                      <a:pt x="5971699" y="3119724"/>
                    </a:cubicBezTo>
                    <a:cubicBezTo>
                      <a:pt x="5973318" y="3124772"/>
                      <a:pt x="5970461" y="3130106"/>
                      <a:pt x="5965508" y="3131630"/>
                    </a:cubicBezTo>
                    <a:cubicBezTo>
                      <a:pt x="5913787" y="3147822"/>
                      <a:pt x="5860066" y="3158204"/>
                      <a:pt x="5805773" y="3162491"/>
                    </a:cubicBezTo>
                    <a:cubicBezTo>
                      <a:pt x="5805583" y="3162491"/>
                      <a:pt x="5805297" y="3162491"/>
                      <a:pt x="5805107" y="3162491"/>
                    </a:cubicBezTo>
                    <a:close/>
                    <a:moveTo>
                      <a:pt x="5644706" y="3157061"/>
                    </a:moveTo>
                    <a:cubicBezTo>
                      <a:pt x="5644230" y="3157061"/>
                      <a:pt x="5643753" y="3157061"/>
                      <a:pt x="5643277" y="3156966"/>
                    </a:cubicBezTo>
                    <a:cubicBezTo>
                      <a:pt x="5589461" y="3149060"/>
                      <a:pt x="5536597" y="3135059"/>
                      <a:pt x="5486019" y="3115247"/>
                    </a:cubicBezTo>
                    <a:cubicBezTo>
                      <a:pt x="5481162" y="3113341"/>
                      <a:pt x="5478685" y="3107817"/>
                      <a:pt x="5480590" y="3102864"/>
                    </a:cubicBezTo>
                    <a:cubicBezTo>
                      <a:pt x="5482495" y="3098006"/>
                      <a:pt x="5488019" y="3095530"/>
                      <a:pt x="5492973" y="3097435"/>
                    </a:cubicBezTo>
                    <a:cubicBezTo>
                      <a:pt x="5542121" y="3116676"/>
                      <a:pt x="5593652" y="3130296"/>
                      <a:pt x="5646039" y="3138011"/>
                    </a:cubicBezTo>
                    <a:cubicBezTo>
                      <a:pt x="5651278" y="3138774"/>
                      <a:pt x="5654802" y="3143631"/>
                      <a:pt x="5654040" y="3148775"/>
                    </a:cubicBezTo>
                    <a:cubicBezTo>
                      <a:pt x="5653373" y="3153727"/>
                      <a:pt x="5649278" y="3157061"/>
                      <a:pt x="5644706" y="3157061"/>
                    </a:cubicBezTo>
                    <a:close/>
                    <a:moveTo>
                      <a:pt x="6109430" y="3066955"/>
                    </a:moveTo>
                    <a:cubicBezTo>
                      <a:pt x="6106192" y="3066955"/>
                      <a:pt x="6102953" y="3065240"/>
                      <a:pt x="6101239" y="3062288"/>
                    </a:cubicBezTo>
                    <a:cubicBezTo>
                      <a:pt x="6098572" y="3057716"/>
                      <a:pt x="6100096" y="3051905"/>
                      <a:pt x="6104668" y="3049238"/>
                    </a:cubicBezTo>
                    <a:cubicBezTo>
                      <a:pt x="6150198" y="3022473"/>
                      <a:pt x="6192869" y="2990469"/>
                      <a:pt x="6231350" y="2954179"/>
                    </a:cubicBezTo>
                    <a:cubicBezTo>
                      <a:pt x="6235161" y="2950560"/>
                      <a:pt x="6241161" y="2950750"/>
                      <a:pt x="6244781" y="2954560"/>
                    </a:cubicBezTo>
                    <a:cubicBezTo>
                      <a:pt x="6248400" y="2958370"/>
                      <a:pt x="6248210" y="2964370"/>
                      <a:pt x="6244399" y="2967990"/>
                    </a:cubicBezTo>
                    <a:cubicBezTo>
                      <a:pt x="6204871" y="3005328"/>
                      <a:pt x="6161056" y="3038189"/>
                      <a:pt x="6114288" y="3065621"/>
                    </a:cubicBezTo>
                    <a:cubicBezTo>
                      <a:pt x="6112764" y="3066479"/>
                      <a:pt x="6111049" y="3066955"/>
                      <a:pt x="6109430" y="3066955"/>
                    </a:cubicBezTo>
                    <a:close/>
                    <a:moveTo>
                      <a:pt x="5347621" y="3040952"/>
                    </a:moveTo>
                    <a:cubicBezTo>
                      <a:pt x="5345811" y="3040952"/>
                      <a:pt x="5343906" y="3040380"/>
                      <a:pt x="5342287" y="3039333"/>
                    </a:cubicBezTo>
                    <a:cubicBezTo>
                      <a:pt x="5297424" y="3008757"/>
                      <a:pt x="5255991" y="2972943"/>
                      <a:pt x="5219129" y="2933129"/>
                    </a:cubicBezTo>
                    <a:cubicBezTo>
                      <a:pt x="5215509" y="2929224"/>
                      <a:pt x="5215795" y="2923223"/>
                      <a:pt x="5219605" y="2919699"/>
                    </a:cubicBezTo>
                    <a:cubicBezTo>
                      <a:pt x="5223510" y="2916079"/>
                      <a:pt x="5229511" y="2916365"/>
                      <a:pt x="5233035" y="2920175"/>
                    </a:cubicBezTo>
                    <a:cubicBezTo>
                      <a:pt x="5268944" y="2959036"/>
                      <a:pt x="5309330" y="2993803"/>
                      <a:pt x="5352955" y="3023616"/>
                    </a:cubicBezTo>
                    <a:cubicBezTo>
                      <a:pt x="5357337" y="3026569"/>
                      <a:pt x="5358384" y="3032474"/>
                      <a:pt x="5355432" y="3036856"/>
                    </a:cubicBezTo>
                    <a:cubicBezTo>
                      <a:pt x="5353622" y="3039523"/>
                      <a:pt x="5350669" y="3040952"/>
                      <a:pt x="5347621" y="3040952"/>
                    </a:cubicBezTo>
                    <a:close/>
                    <a:moveTo>
                      <a:pt x="6341459" y="2847975"/>
                    </a:moveTo>
                    <a:cubicBezTo>
                      <a:pt x="6339649" y="2847975"/>
                      <a:pt x="6337840" y="2847499"/>
                      <a:pt x="6336125" y="2846356"/>
                    </a:cubicBezTo>
                    <a:cubicBezTo>
                      <a:pt x="6331744" y="2843403"/>
                      <a:pt x="6330601" y="2837498"/>
                      <a:pt x="6333554" y="2833116"/>
                    </a:cubicBezTo>
                    <a:cubicBezTo>
                      <a:pt x="6362986" y="2789111"/>
                      <a:pt x="6387465" y="2741771"/>
                      <a:pt x="6406230" y="2692432"/>
                    </a:cubicBezTo>
                    <a:cubicBezTo>
                      <a:pt x="6408134" y="2687479"/>
                      <a:pt x="6413564" y="2685003"/>
                      <a:pt x="6418517" y="2686908"/>
                    </a:cubicBezTo>
                    <a:cubicBezTo>
                      <a:pt x="6423470" y="2688812"/>
                      <a:pt x="6425947" y="2694241"/>
                      <a:pt x="6424041" y="2699195"/>
                    </a:cubicBezTo>
                    <a:cubicBezTo>
                      <a:pt x="6404801" y="2749868"/>
                      <a:pt x="6379655" y="2798445"/>
                      <a:pt x="6349461" y="2843689"/>
                    </a:cubicBezTo>
                    <a:cubicBezTo>
                      <a:pt x="6347555" y="2846451"/>
                      <a:pt x="6344603" y="2847975"/>
                      <a:pt x="6341459" y="2847975"/>
                    </a:cubicBezTo>
                    <a:close/>
                    <a:moveTo>
                      <a:pt x="5130927" y="2806827"/>
                    </a:moveTo>
                    <a:cubicBezTo>
                      <a:pt x="5127593" y="2806827"/>
                      <a:pt x="5124450" y="2805113"/>
                      <a:pt x="5122641" y="2802065"/>
                    </a:cubicBezTo>
                    <a:cubicBezTo>
                      <a:pt x="5095494" y="2754916"/>
                      <a:pt x="5073777" y="2704624"/>
                      <a:pt x="5057966" y="2652713"/>
                    </a:cubicBezTo>
                    <a:cubicBezTo>
                      <a:pt x="5056442" y="2647664"/>
                      <a:pt x="5059299" y="2642330"/>
                      <a:pt x="5064348" y="2640806"/>
                    </a:cubicBezTo>
                    <a:cubicBezTo>
                      <a:pt x="5069396" y="2639283"/>
                      <a:pt x="5074730" y="2642140"/>
                      <a:pt x="5076254" y="2647188"/>
                    </a:cubicBezTo>
                    <a:cubicBezTo>
                      <a:pt x="5091589" y="2697766"/>
                      <a:pt x="5112734" y="2746629"/>
                      <a:pt x="5139214" y="2792540"/>
                    </a:cubicBezTo>
                    <a:cubicBezTo>
                      <a:pt x="5141881" y="2797111"/>
                      <a:pt x="5140262" y="2802922"/>
                      <a:pt x="5135690" y="2805589"/>
                    </a:cubicBezTo>
                    <a:cubicBezTo>
                      <a:pt x="5134166" y="2806446"/>
                      <a:pt x="5132546" y="2806827"/>
                      <a:pt x="5130927" y="2806827"/>
                    </a:cubicBezTo>
                    <a:close/>
                    <a:moveTo>
                      <a:pt x="1302353" y="2762631"/>
                    </a:moveTo>
                    <a:lnTo>
                      <a:pt x="1296829" y="2762631"/>
                    </a:lnTo>
                    <a:cubicBezTo>
                      <a:pt x="1291590" y="2762631"/>
                      <a:pt x="1287304" y="2758345"/>
                      <a:pt x="1287304" y="2753106"/>
                    </a:cubicBezTo>
                    <a:cubicBezTo>
                      <a:pt x="1287304" y="2747867"/>
                      <a:pt x="1291590" y="2743581"/>
                      <a:pt x="1296829" y="2743581"/>
                    </a:cubicBezTo>
                    <a:lnTo>
                      <a:pt x="1302353" y="2743581"/>
                    </a:lnTo>
                    <a:cubicBezTo>
                      <a:pt x="1353693" y="2743581"/>
                      <a:pt x="1404938" y="2738533"/>
                      <a:pt x="1454849" y="2728627"/>
                    </a:cubicBezTo>
                    <a:cubicBezTo>
                      <a:pt x="1459992" y="2727674"/>
                      <a:pt x="1465040" y="2730913"/>
                      <a:pt x="1466088" y="2736152"/>
                    </a:cubicBezTo>
                    <a:cubicBezTo>
                      <a:pt x="1467136" y="2741295"/>
                      <a:pt x="1463802" y="2746344"/>
                      <a:pt x="1458563" y="2747391"/>
                    </a:cubicBezTo>
                    <a:cubicBezTo>
                      <a:pt x="1407414" y="2757392"/>
                      <a:pt x="1354836" y="2762631"/>
                      <a:pt x="1302353" y="2762631"/>
                    </a:cubicBezTo>
                    <a:close/>
                    <a:moveTo>
                      <a:pt x="1135952" y="2762631"/>
                    </a:moveTo>
                    <a:lnTo>
                      <a:pt x="975074" y="2762631"/>
                    </a:lnTo>
                    <a:cubicBezTo>
                      <a:pt x="969836" y="2762631"/>
                      <a:pt x="965549" y="2758345"/>
                      <a:pt x="965549" y="2753106"/>
                    </a:cubicBezTo>
                    <a:cubicBezTo>
                      <a:pt x="965549" y="2747867"/>
                      <a:pt x="969836" y="2743581"/>
                      <a:pt x="975074" y="2743581"/>
                    </a:cubicBezTo>
                    <a:lnTo>
                      <a:pt x="1135952" y="2743581"/>
                    </a:lnTo>
                    <a:cubicBezTo>
                      <a:pt x="1141190" y="2743581"/>
                      <a:pt x="1145477" y="2747867"/>
                      <a:pt x="1145477" y="2753106"/>
                    </a:cubicBezTo>
                    <a:cubicBezTo>
                      <a:pt x="1145477" y="2758345"/>
                      <a:pt x="1141190" y="2762631"/>
                      <a:pt x="1135952" y="2762631"/>
                    </a:cubicBezTo>
                    <a:close/>
                    <a:moveTo>
                      <a:pt x="814102" y="2762631"/>
                    </a:moveTo>
                    <a:lnTo>
                      <a:pt x="653225" y="2762631"/>
                    </a:lnTo>
                    <a:cubicBezTo>
                      <a:pt x="647986" y="2762631"/>
                      <a:pt x="643700" y="2758345"/>
                      <a:pt x="643700" y="2753106"/>
                    </a:cubicBezTo>
                    <a:cubicBezTo>
                      <a:pt x="643700" y="2747867"/>
                      <a:pt x="647986" y="2743581"/>
                      <a:pt x="653225" y="2743581"/>
                    </a:cubicBezTo>
                    <a:lnTo>
                      <a:pt x="814102" y="2743581"/>
                    </a:lnTo>
                    <a:cubicBezTo>
                      <a:pt x="819341" y="2743581"/>
                      <a:pt x="823627" y="2747867"/>
                      <a:pt x="823627" y="2753106"/>
                    </a:cubicBezTo>
                    <a:cubicBezTo>
                      <a:pt x="823627" y="2758345"/>
                      <a:pt x="819341" y="2762631"/>
                      <a:pt x="814102" y="2762631"/>
                    </a:cubicBezTo>
                    <a:close/>
                    <a:moveTo>
                      <a:pt x="492252" y="2762631"/>
                    </a:moveTo>
                    <a:lnTo>
                      <a:pt x="331375" y="2762631"/>
                    </a:lnTo>
                    <a:cubicBezTo>
                      <a:pt x="326136" y="2762631"/>
                      <a:pt x="321850" y="2758345"/>
                      <a:pt x="321850" y="2753106"/>
                    </a:cubicBezTo>
                    <a:cubicBezTo>
                      <a:pt x="321850" y="2747867"/>
                      <a:pt x="326136" y="2743581"/>
                      <a:pt x="331375" y="2743581"/>
                    </a:cubicBezTo>
                    <a:lnTo>
                      <a:pt x="492252" y="2743581"/>
                    </a:lnTo>
                    <a:cubicBezTo>
                      <a:pt x="497491" y="2743581"/>
                      <a:pt x="501777" y="2747867"/>
                      <a:pt x="501777" y="2753106"/>
                    </a:cubicBezTo>
                    <a:cubicBezTo>
                      <a:pt x="501777" y="2758345"/>
                      <a:pt x="497586" y="2762631"/>
                      <a:pt x="492252" y="2762631"/>
                    </a:cubicBezTo>
                    <a:close/>
                    <a:moveTo>
                      <a:pt x="170498" y="2762631"/>
                    </a:moveTo>
                    <a:lnTo>
                      <a:pt x="9525" y="2762631"/>
                    </a:lnTo>
                    <a:cubicBezTo>
                      <a:pt x="4286" y="2762631"/>
                      <a:pt x="0" y="2758345"/>
                      <a:pt x="0" y="2753106"/>
                    </a:cubicBezTo>
                    <a:cubicBezTo>
                      <a:pt x="0" y="2747867"/>
                      <a:pt x="4286" y="2743581"/>
                      <a:pt x="9525" y="2743581"/>
                    </a:cubicBezTo>
                    <a:lnTo>
                      <a:pt x="170402" y="2743581"/>
                    </a:lnTo>
                    <a:cubicBezTo>
                      <a:pt x="175641" y="2743581"/>
                      <a:pt x="179927" y="2747867"/>
                      <a:pt x="179927" y="2753106"/>
                    </a:cubicBezTo>
                    <a:cubicBezTo>
                      <a:pt x="180023" y="2758345"/>
                      <a:pt x="175736" y="2762631"/>
                      <a:pt x="170498" y="2762631"/>
                    </a:cubicBezTo>
                    <a:close/>
                    <a:moveTo>
                      <a:pt x="1610106" y="2700052"/>
                    </a:moveTo>
                    <a:cubicBezTo>
                      <a:pt x="1606391" y="2700052"/>
                      <a:pt x="1602867" y="2697861"/>
                      <a:pt x="1601343" y="2694241"/>
                    </a:cubicBezTo>
                    <a:cubicBezTo>
                      <a:pt x="1599248" y="2689384"/>
                      <a:pt x="1601534" y="2683764"/>
                      <a:pt x="1606391" y="2681764"/>
                    </a:cubicBezTo>
                    <a:cubicBezTo>
                      <a:pt x="1654969" y="2661095"/>
                      <a:pt x="1701737" y="2635186"/>
                      <a:pt x="1745171" y="2604897"/>
                    </a:cubicBezTo>
                    <a:cubicBezTo>
                      <a:pt x="1749457" y="2601849"/>
                      <a:pt x="1755458" y="2602992"/>
                      <a:pt x="1758410" y="2607278"/>
                    </a:cubicBezTo>
                    <a:cubicBezTo>
                      <a:pt x="1761458" y="2611565"/>
                      <a:pt x="1760315" y="2617565"/>
                      <a:pt x="1756029" y="2620518"/>
                    </a:cubicBezTo>
                    <a:cubicBezTo>
                      <a:pt x="1711452" y="2651570"/>
                      <a:pt x="1663637" y="2678049"/>
                      <a:pt x="1613821" y="2699195"/>
                    </a:cubicBezTo>
                    <a:cubicBezTo>
                      <a:pt x="1612678" y="2699766"/>
                      <a:pt x="1611344" y="2700052"/>
                      <a:pt x="1610106" y="2700052"/>
                    </a:cubicBezTo>
                    <a:close/>
                    <a:moveTo>
                      <a:pt x="6454807" y="2549843"/>
                    </a:moveTo>
                    <a:cubicBezTo>
                      <a:pt x="6454331" y="2549843"/>
                      <a:pt x="6453949" y="2549843"/>
                      <a:pt x="6453473" y="2549747"/>
                    </a:cubicBezTo>
                    <a:cubicBezTo>
                      <a:pt x="6448235" y="2548985"/>
                      <a:pt x="6444615" y="2544223"/>
                      <a:pt x="6445377" y="2538984"/>
                    </a:cubicBezTo>
                    <a:cubicBezTo>
                      <a:pt x="6449759" y="2507266"/>
                      <a:pt x="6451950" y="2474881"/>
                      <a:pt x="6451950" y="2442591"/>
                    </a:cubicBezTo>
                    <a:lnTo>
                      <a:pt x="6451950" y="2379631"/>
                    </a:lnTo>
                    <a:cubicBezTo>
                      <a:pt x="6451950" y="2374392"/>
                      <a:pt x="6456236" y="2370106"/>
                      <a:pt x="6461475" y="2370106"/>
                    </a:cubicBezTo>
                    <a:cubicBezTo>
                      <a:pt x="6466713" y="2370106"/>
                      <a:pt x="6471000" y="2374392"/>
                      <a:pt x="6471000" y="2379631"/>
                    </a:cubicBezTo>
                    <a:lnTo>
                      <a:pt x="6471000" y="2442591"/>
                    </a:lnTo>
                    <a:cubicBezTo>
                      <a:pt x="6471000" y="2475643"/>
                      <a:pt x="6468714" y="2508980"/>
                      <a:pt x="6464237" y="2541556"/>
                    </a:cubicBezTo>
                    <a:cubicBezTo>
                      <a:pt x="6463570" y="2546414"/>
                      <a:pt x="6459474" y="2549843"/>
                      <a:pt x="6454807" y="2549843"/>
                    </a:cubicBezTo>
                    <a:close/>
                    <a:moveTo>
                      <a:pt x="1872520" y="2517648"/>
                    </a:moveTo>
                    <a:cubicBezTo>
                      <a:pt x="1870139" y="2517648"/>
                      <a:pt x="1867853" y="2516791"/>
                      <a:pt x="1865948" y="2515076"/>
                    </a:cubicBezTo>
                    <a:cubicBezTo>
                      <a:pt x="1862138" y="2511457"/>
                      <a:pt x="1861947" y="2505456"/>
                      <a:pt x="1865567" y="2501646"/>
                    </a:cubicBezTo>
                    <a:cubicBezTo>
                      <a:pt x="1902047" y="2463260"/>
                      <a:pt x="1934623" y="2420969"/>
                      <a:pt x="1962531" y="2376107"/>
                    </a:cubicBezTo>
                    <a:cubicBezTo>
                      <a:pt x="1965293" y="2371630"/>
                      <a:pt x="1971199" y="2370296"/>
                      <a:pt x="1975676" y="2373059"/>
                    </a:cubicBezTo>
                    <a:cubicBezTo>
                      <a:pt x="1980152" y="2375821"/>
                      <a:pt x="1981486" y="2381726"/>
                      <a:pt x="1978724" y="2386203"/>
                    </a:cubicBezTo>
                    <a:cubicBezTo>
                      <a:pt x="1950149" y="2432209"/>
                      <a:pt x="1916716" y="2475453"/>
                      <a:pt x="1879378" y="2514791"/>
                    </a:cubicBezTo>
                    <a:cubicBezTo>
                      <a:pt x="1877568" y="2516601"/>
                      <a:pt x="1874996" y="2517648"/>
                      <a:pt x="1872520" y="2517648"/>
                    </a:cubicBezTo>
                    <a:close/>
                    <a:moveTo>
                      <a:pt x="5038154" y="2501646"/>
                    </a:moveTo>
                    <a:cubicBezTo>
                      <a:pt x="5033201" y="2501646"/>
                      <a:pt x="5029010" y="2497836"/>
                      <a:pt x="5028629" y="2492788"/>
                    </a:cubicBezTo>
                    <a:cubicBezTo>
                      <a:pt x="5027486" y="2476214"/>
                      <a:pt x="5026914" y="2459355"/>
                      <a:pt x="5026914" y="2442782"/>
                    </a:cubicBezTo>
                    <a:lnTo>
                      <a:pt x="5026914" y="2331339"/>
                    </a:lnTo>
                    <a:cubicBezTo>
                      <a:pt x="5026914" y="2326101"/>
                      <a:pt x="5031200" y="2321814"/>
                      <a:pt x="5036439" y="2321814"/>
                    </a:cubicBezTo>
                    <a:cubicBezTo>
                      <a:pt x="5041678" y="2321814"/>
                      <a:pt x="5045964" y="2326101"/>
                      <a:pt x="5045964" y="2331339"/>
                    </a:cubicBezTo>
                    <a:lnTo>
                      <a:pt x="5045964" y="2442782"/>
                    </a:lnTo>
                    <a:cubicBezTo>
                      <a:pt x="5045964" y="2458974"/>
                      <a:pt x="5046536" y="2475453"/>
                      <a:pt x="5047584" y="2491550"/>
                    </a:cubicBezTo>
                    <a:cubicBezTo>
                      <a:pt x="5047964" y="2496788"/>
                      <a:pt x="5043964" y="2501360"/>
                      <a:pt x="5038725" y="2501742"/>
                    </a:cubicBezTo>
                    <a:cubicBezTo>
                      <a:pt x="5038630" y="2501646"/>
                      <a:pt x="5038344" y="2501646"/>
                      <a:pt x="5038154" y="2501646"/>
                    </a:cubicBezTo>
                    <a:close/>
                    <a:moveTo>
                      <a:pt x="2040922" y="2246090"/>
                    </a:moveTo>
                    <a:cubicBezTo>
                      <a:pt x="2039874" y="2246090"/>
                      <a:pt x="2038731" y="2245900"/>
                      <a:pt x="2037683" y="2245519"/>
                    </a:cubicBezTo>
                    <a:cubicBezTo>
                      <a:pt x="2032730" y="2243709"/>
                      <a:pt x="2030159" y="2238280"/>
                      <a:pt x="2031968" y="2233327"/>
                    </a:cubicBezTo>
                    <a:cubicBezTo>
                      <a:pt x="2050066" y="2183702"/>
                      <a:pt x="2063115" y="2131981"/>
                      <a:pt x="2070735" y="2079498"/>
                    </a:cubicBezTo>
                    <a:cubicBezTo>
                      <a:pt x="2071497" y="2074259"/>
                      <a:pt x="2076355" y="2070735"/>
                      <a:pt x="2081498" y="2071402"/>
                    </a:cubicBezTo>
                    <a:cubicBezTo>
                      <a:pt x="2086737" y="2072164"/>
                      <a:pt x="2090357" y="2077022"/>
                      <a:pt x="2089595" y="2082165"/>
                    </a:cubicBezTo>
                    <a:cubicBezTo>
                      <a:pt x="2081784" y="2135886"/>
                      <a:pt x="2068449" y="2188940"/>
                      <a:pt x="2049875" y="2239804"/>
                    </a:cubicBezTo>
                    <a:cubicBezTo>
                      <a:pt x="2048447" y="2243709"/>
                      <a:pt x="2044827" y="2246090"/>
                      <a:pt x="2040922" y="2246090"/>
                    </a:cubicBezTo>
                    <a:close/>
                    <a:moveTo>
                      <a:pt x="6461475" y="2228374"/>
                    </a:moveTo>
                    <a:cubicBezTo>
                      <a:pt x="6456236" y="2228374"/>
                      <a:pt x="6451950" y="2224088"/>
                      <a:pt x="6451950" y="2218849"/>
                    </a:cubicBezTo>
                    <a:lnTo>
                      <a:pt x="6451950" y="2057972"/>
                    </a:lnTo>
                    <a:cubicBezTo>
                      <a:pt x="6451950" y="2052733"/>
                      <a:pt x="6456236" y="2048447"/>
                      <a:pt x="6461475" y="2048447"/>
                    </a:cubicBezTo>
                    <a:cubicBezTo>
                      <a:pt x="6466713" y="2048447"/>
                      <a:pt x="6471000" y="2052733"/>
                      <a:pt x="6471000" y="2057972"/>
                    </a:cubicBezTo>
                    <a:lnTo>
                      <a:pt x="6471000" y="2218849"/>
                    </a:lnTo>
                    <a:cubicBezTo>
                      <a:pt x="6471000" y="2224088"/>
                      <a:pt x="6466713" y="2228374"/>
                      <a:pt x="6461475" y="2228374"/>
                    </a:cubicBezTo>
                    <a:close/>
                    <a:moveTo>
                      <a:pt x="5036534" y="2179891"/>
                    </a:moveTo>
                    <a:cubicBezTo>
                      <a:pt x="5031296" y="2179891"/>
                      <a:pt x="5027009" y="2175605"/>
                      <a:pt x="5027009" y="2170366"/>
                    </a:cubicBezTo>
                    <a:lnTo>
                      <a:pt x="5027009" y="2009489"/>
                    </a:lnTo>
                    <a:cubicBezTo>
                      <a:pt x="5027009" y="2004251"/>
                      <a:pt x="5031296" y="1999964"/>
                      <a:pt x="5036534" y="1999964"/>
                    </a:cubicBezTo>
                    <a:cubicBezTo>
                      <a:pt x="5041773" y="1999964"/>
                      <a:pt x="5046059" y="2004251"/>
                      <a:pt x="5046059" y="2009489"/>
                    </a:cubicBezTo>
                    <a:lnTo>
                      <a:pt x="5046059" y="2170366"/>
                    </a:lnTo>
                    <a:cubicBezTo>
                      <a:pt x="5046059" y="2175605"/>
                      <a:pt x="5041773" y="2179891"/>
                      <a:pt x="5036534" y="2179891"/>
                    </a:cubicBezTo>
                    <a:close/>
                    <a:moveTo>
                      <a:pt x="2090547" y="1930051"/>
                    </a:moveTo>
                    <a:cubicBezTo>
                      <a:pt x="2090261" y="1930051"/>
                      <a:pt x="2089976" y="1930051"/>
                      <a:pt x="2089690" y="1930051"/>
                    </a:cubicBezTo>
                    <a:cubicBezTo>
                      <a:pt x="2084451" y="1929574"/>
                      <a:pt x="2080641" y="1924907"/>
                      <a:pt x="2081117" y="1919669"/>
                    </a:cubicBezTo>
                    <a:cubicBezTo>
                      <a:pt x="2086261" y="1864900"/>
                      <a:pt x="2100263" y="1811750"/>
                      <a:pt x="2122742" y="1761744"/>
                    </a:cubicBezTo>
                    <a:cubicBezTo>
                      <a:pt x="2124932" y="1756981"/>
                      <a:pt x="2130552" y="1754791"/>
                      <a:pt x="2135315" y="1756981"/>
                    </a:cubicBezTo>
                    <a:cubicBezTo>
                      <a:pt x="2140077" y="1759172"/>
                      <a:pt x="2142268" y="1764792"/>
                      <a:pt x="2140077" y="1769555"/>
                    </a:cubicBezTo>
                    <a:cubicBezTo>
                      <a:pt x="2118455" y="1817656"/>
                      <a:pt x="2105025" y="1868710"/>
                      <a:pt x="2100072" y="1921383"/>
                    </a:cubicBezTo>
                    <a:cubicBezTo>
                      <a:pt x="2099596" y="1926336"/>
                      <a:pt x="2095405" y="1930051"/>
                      <a:pt x="2090547" y="1930051"/>
                    </a:cubicBezTo>
                    <a:close/>
                    <a:moveTo>
                      <a:pt x="6461475" y="1906524"/>
                    </a:moveTo>
                    <a:cubicBezTo>
                      <a:pt x="6456236" y="1906524"/>
                      <a:pt x="6451950" y="1902238"/>
                      <a:pt x="6451950" y="1896999"/>
                    </a:cubicBezTo>
                    <a:lnTo>
                      <a:pt x="6451950" y="1736122"/>
                    </a:lnTo>
                    <a:cubicBezTo>
                      <a:pt x="6451950" y="1730883"/>
                      <a:pt x="6456236" y="1726597"/>
                      <a:pt x="6461475" y="1726597"/>
                    </a:cubicBezTo>
                    <a:cubicBezTo>
                      <a:pt x="6466713" y="1726597"/>
                      <a:pt x="6471000" y="1730883"/>
                      <a:pt x="6471000" y="1736122"/>
                    </a:cubicBezTo>
                    <a:lnTo>
                      <a:pt x="6471000" y="1896999"/>
                    </a:lnTo>
                    <a:cubicBezTo>
                      <a:pt x="6471000" y="1902333"/>
                      <a:pt x="6466713" y="1906524"/>
                      <a:pt x="6461475" y="1906524"/>
                    </a:cubicBezTo>
                    <a:close/>
                    <a:moveTo>
                      <a:pt x="5036534" y="1858042"/>
                    </a:moveTo>
                    <a:cubicBezTo>
                      <a:pt x="5031296" y="1858042"/>
                      <a:pt x="5027009" y="1853756"/>
                      <a:pt x="5027009" y="1848517"/>
                    </a:cubicBezTo>
                    <a:lnTo>
                      <a:pt x="5027009" y="1687639"/>
                    </a:lnTo>
                    <a:cubicBezTo>
                      <a:pt x="5027009" y="1682401"/>
                      <a:pt x="5031296" y="1678114"/>
                      <a:pt x="5036534" y="1678114"/>
                    </a:cubicBezTo>
                    <a:cubicBezTo>
                      <a:pt x="5041773" y="1678114"/>
                      <a:pt x="5046059" y="1682401"/>
                      <a:pt x="5046059" y="1687639"/>
                    </a:cubicBezTo>
                    <a:lnTo>
                      <a:pt x="5046059" y="1848517"/>
                    </a:lnTo>
                    <a:cubicBezTo>
                      <a:pt x="5046059" y="1853756"/>
                      <a:pt x="5041773" y="1858042"/>
                      <a:pt x="5036534" y="1858042"/>
                    </a:cubicBezTo>
                    <a:close/>
                    <a:moveTo>
                      <a:pt x="2219992" y="1641729"/>
                    </a:moveTo>
                    <a:cubicBezTo>
                      <a:pt x="2217706" y="1641729"/>
                      <a:pt x="2215325" y="1640872"/>
                      <a:pt x="2213515" y="1639157"/>
                    </a:cubicBezTo>
                    <a:cubicBezTo>
                      <a:pt x="2209705" y="1635538"/>
                      <a:pt x="2209419" y="1629537"/>
                      <a:pt x="2213039" y="1625727"/>
                    </a:cubicBezTo>
                    <a:cubicBezTo>
                      <a:pt x="2250472" y="1585436"/>
                      <a:pt x="2293906" y="1551813"/>
                      <a:pt x="2342102" y="1525810"/>
                    </a:cubicBezTo>
                    <a:cubicBezTo>
                      <a:pt x="2346770" y="1523333"/>
                      <a:pt x="2352485" y="1525048"/>
                      <a:pt x="2355057" y="1529620"/>
                    </a:cubicBezTo>
                    <a:cubicBezTo>
                      <a:pt x="2357533" y="1534287"/>
                      <a:pt x="2355818" y="1540002"/>
                      <a:pt x="2351246" y="1542574"/>
                    </a:cubicBezTo>
                    <a:cubicBezTo>
                      <a:pt x="2304860" y="1567624"/>
                      <a:pt x="2263045" y="1600010"/>
                      <a:pt x="2227040" y="1638776"/>
                    </a:cubicBezTo>
                    <a:cubicBezTo>
                      <a:pt x="2225040" y="1640681"/>
                      <a:pt x="2222468" y="1641729"/>
                      <a:pt x="2219992" y="1641729"/>
                    </a:cubicBezTo>
                    <a:close/>
                    <a:moveTo>
                      <a:pt x="6471952" y="1585531"/>
                    </a:moveTo>
                    <a:cubicBezTo>
                      <a:pt x="6471285" y="1585531"/>
                      <a:pt x="6470618" y="1585436"/>
                      <a:pt x="6469952" y="1585341"/>
                    </a:cubicBezTo>
                    <a:cubicBezTo>
                      <a:pt x="6464808" y="1584293"/>
                      <a:pt x="6461475" y="1579245"/>
                      <a:pt x="6462618" y="1574102"/>
                    </a:cubicBezTo>
                    <a:cubicBezTo>
                      <a:pt x="6473952" y="1520381"/>
                      <a:pt x="6493859" y="1469231"/>
                      <a:pt x="6521958" y="1421987"/>
                    </a:cubicBezTo>
                    <a:cubicBezTo>
                      <a:pt x="6524625" y="1417511"/>
                      <a:pt x="6530531" y="1415987"/>
                      <a:pt x="6535007" y="1418654"/>
                    </a:cubicBezTo>
                    <a:cubicBezTo>
                      <a:pt x="6539484" y="1421321"/>
                      <a:pt x="6541008" y="1427226"/>
                      <a:pt x="6538341" y="1431703"/>
                    </a:cubicBezTo>
                    <a:cubicBezTo>
                      <a:pt x="6511290" y="1477137"/>
                      <a:pt x="6492145" y="1526381"/>
                      <a:pt x="6481287" y="1578007"/>
                    </a:cubicBezTo>
                    <a:cubicBezTo>
                      <a:pt x="6480334" y="1582484"/>
                      <a:pt x="6476429" y="1585531"/>
                      <a:pt x="6471952" y="1585531"/>
                    </a:cubicBezTo>
                    <a:close/>
                    <a:moveTo>
                      <a:pt x="5036534" y="1536192"/>
                    </a:moveTo>
                    <a:cubicBezTo>
                      <a:pt x="5031296" y="1536192"/>
                      <a:pt x="5027009" y="1531906"/>
                      <a:pt x="5027009" y="1526667"/>
                    </a:cubicBezTo>
                    <a:lnTo>
                      <a:pt x="5027009" y="1365790"/>
                    </a:lnTo>
                    <a:cubicBezTo>
                      <a:pt x="5027009" y="1360551"/>
                      <a:pt x="5031296" y="1356265"/>
                      <a:pt x="5036534" y="1356265"/>
                    </a:cubicBezTo>
                    <a:cubicBezTo>
                      <a:pt x="5041773" y="1356265"/>
                      <a:pt x="5046059" y="1360551"/>
                      <a:pt x="5046059" y="1365790"/>
                    </a:cubicBezTo>
                    <a:lnTo>
                      <a:pt x="5046059" y="1526667"/>
                    </a:lnTo>
                    <a:cubicBezTo>
                      <a:pt x="5046059" y="1532001"/>
                      <a:pt x="5041773" y="1536192"/>
                      <a:pt x="5036534" y="1536192"/>
                    </a:cubicBezTo>
                    <a:close/>
                    <a:moveTo>
                      <a:pt x="2498027" y="1491615"/>
                    </a:moveTo>
                    <a:cubicBezTo>
                      <a:pt x="2493455" y="1491615"/>
                      <a:pt x="2489454" y="1488281"/>
                      <a:pt x="2488692" y="1483709"/>
                    </a:cubicBezTo>
                    <a:cubicBezTo>
                      <a:pt x="2487835" y="1478566"/>
                      <a:pt x="2491359" y="1473613"/>
                      <a:pt x="2496503" y="1472756"/>
                    </a:cubicBezTo>
                    <a:cubicBezTo>
                      <a:pt x="2523935" y="1468184"/>
                      <a:pt x="2552129" y="1465802"/>
                      <a:pt x="2580227" y="1465802"/>
                    </a:cubicBezTo>
                    <a:lnTo>
                      <a:pt x="2658618" y="1465802"/>
                    </a:lnTo>
                    <a:cubicBezTo>
                      <a:pt x="2663857" y="1465802"/>
                      <a:pt x="2668143" y="1470089"/>
                      <a:pt x="2668143" y="1475327"/>
                    </a:cubicBezTo>
                    <a:cubicBezTo>
                      <a:pt x="2668143" y="1480566"/>
                      <a:pt x="2663857" y="1484852"/>
                      <a:pt x="2658618" y="1484852"/>
                    </a:cubicBezTo>
                    <a:lnTo>
                      <a:pt x="2580227" y="1484852"/>
                    </a:lnTo>
                    <a:cubicBezTo>
                      <a:pt x="2553176" y="1484852"/>
                      <a:pt x="2526125" y="1487138"/>
                      <a:pt x="2499646" y="1491520"/>
                    </a:cubicBezTo>
                    <a:cubicBezTo>
                      <a:pt x="2499074" y="1491520"/>
                      <a:pt x="2498503" y="1491615"/>
                      <a:pt x="2498027" y="1491615"/>
                    </a:cubicBezTo>
                    <a:close/>
                    <a:moveTo>
                      <a:pt x="2980277" y="1484757"/>
                    </a:moveTo>
                    <a:lnTo>
                      <a:pt x="2819400" y="1484757"/>
                    </a:lnTo>
                    <a:cubicBezTo>
                      <a:pt x="2814161" y="1484757"/>
                      <a:pt x="2809875" y="1480471"/>
                      <a:pt x="2809875" y="1475232"/>
                    </a:cubicBezTo>
                    <a:cubicBezTo>
                      <a:pt x="2809875" y="1469993"/>
                      <a:pt x="2814161" y="1465707"/>
                      <a:pt x="2819400" y="1465707"/>
                    </a:cubicBezTo>
                    <a:lnTo>
                      <a:pt x="2980277" y="1465707"/>
                    </a:lnTo>
                    <a:cubicBezTo>
                      <a:pt x="2985516" y="1465707"/>
                      <a:pt x="2989802" y="1469993"/>
                      <a:pt x="2989802" y="1475232"/>
                    </a:cubicBezTo>
                    <a:cubicBezTo>
                      <a:pt x="2989802" y="1480471"/>
                      <a:pt x="2985611" y="1484757"/>
                      <a:pt x="2980277" y="1484757"/>
                    </a:cubicBezTo>
                    <a:close/>
                    <a:moveTo>
                      <a:pt x="3140488" y="1474565"/>
                    </a:moveTo>
                    <a:cubicBezTo>
                      <a:pt x="3136107" y="1474565"/>
                      <a:pt x="3132106" y="1471422"/>
                      <a:pt x="3131153" y="1466945"/>
                    </a:cubicBezTo>
                    <a:cubicBezTo>
                      <a:pt x="3130106" y="1461802"/>
                      <a:pt x="3133439" y="1456754"/>
                      <a:pt x="3138583" y="1455706"/>
                    </a:cubicBezTo>
                    <a:cubicBezTo>
                      <a:pt x="3190208" y="1445038"/>
                      <a:pt x="3239548" y="1425988"/>
                      <a:pt x="3285077" y="1399127"/>
                    </a:cubicBezTo>
                    <a:cubicBezTo>
                      <a:pt x="3289649" y="1396460"/>
                      <a:pt x="3295460" y="1397984"/>
                      <a:pt x="3298127" y="1402461"/>
                    </a:cubicBezTo>
                    <a:cubicBezTo>
                      <a:pt x="3300794" y="1407033"/>
                      <a:pt x="3299270" y="1412843"/>
                      <a:pt x="3294793" y="1415510"/>
                    </a:cubicBezTo>
                    <a:cubicBezTo>
                      <a:pt x="3247454" y="1443419"/>
                      <a:pt x="3196209" y="1463231"/>
                      <a:pt x="3142488" y="1474375"/>
                    </a:cubicBezTo>
                    <a:cubicBezTo>
                      <a:pt x="3141821" y="1474470"/>
                      <a:pt x="3141155" y="1474565"/>
                      <a:pt x="3140488" y="1474565"/>
                    </a:cubicBezTo>
                    <a:close/>
                    <a:moveTo>
                      <a:pt x="3412808" y="1314164"/>
                    </a:moveTo>
                    <a:cubicBezTo>
                      <a:pt x="3410617" y="1314164"/>
                      <a:pt x="3408426" y="1313402"/>
                      <a:pt x="3406616" y="1311878"/>
                    </a:cubicBezTo>
                    <a:cubicBezTo>
                      <a:pt x="3402616" y="1308449"/>
                      <a:pt x="3402235" y="1302448"/>
                      <a:pt x="3405664" y="1298448"/>
                    </a:cubicBezTo>
                    <a:cubicBezTo>
                      <a:pt x="3440240" y="1258348"/>
                      <a:pt x="3467767" y="1213295"/>
                      <a:pt x="3487579" y="1164527"/>
                    </a:cubicBezTo>
                    <a:cubicBezTo>
                      <a:pt x="3489579" y="1159669"/>
                      <a:pt x="3495104" y="1157288"/>
                      <a:pt x="3499961" y="1159288"/>
                    </a:cubicBezTo>
                    <a:cubicBezTo>
                      <a:pt x="3504819" y="1161288"/>
                      <a:pt x="3507200" y="1166813"/>
                      <a:pt x="3505200" y="1171670"/>
                    </a:cubicBezTo>
                    <a:cubicBezTo>
                      <a:pt x="3484626" y="1222439"/>
                      <a:pt x="3455956" y="1269302"/>
                      <a:pt x="3420047" y="1310926"/>
                    </a:cubicBezTo>
                    <a:cubicBezTo>
                      <a:pt x="3418142" y="1313021"/>
                      <a:pt x="3415475" y="1314164"/>
                      <a:pt x="3412808" y="1314164"/>
                    </a:cubicBezTo>
                    <a:close/>
                    <a:moveTo>
                      <a:pt x="6633305" y="1313688"/>
                    </a:moveTo>
                    <a:cubicBezTo>
                      <a:pt x="6630639" y="1313688"/>
                      <a:pt x="6627971" y="1312545"/>
                      <a:pt x="6626066" y="1310354"/>
                    </a:cubicBezTo>
                    <a:cubicBezTo>
                      <a:pt x="6622637" y="1306354"/>
                      <a:pt x="6623114" y="1300353"/>
                      <a:pt x="6627114" y="1296924"/>
                    </a:cubicBezTo>
                    <a:cubicBezTo>
                      <a:pt x="6668834" y="1261110"/>
                      <a:pt x="6715792" y="1232630"/>
                      <a:pt x="6766655" y="1212247"/>
                    </a:cubicBezTo>
                    <a:cubicBezTo>
                      <a:pt x="6771513" y="1210342"/>
                      <a:pt x="6777038" y="1212628"/>
                      <a:pt x="6779038" y="1217581"/>
                    </a:cubicBezTo>
                    <a:cubicBezTo>
                      <a:pt x="6781038" y="1222439"/>
                      <a:pt x="6778657" y="1227963"/>
                      <a:pt x="6773704" y="1229963"/>
                    </a:cubicBezTo>
                    <a:cubicBezTo>
                      <a:pt x="6724841" y="1249585"/>
                      <a:pt x="6679692" y="1277017"/>
                      <a:pt x="6639497" y="1311402"/>
                    </a:cubicBezTo>
                    <a:cubicBezTo>
                      <a:pt x="6637687" y="1313021"/>
                      <a:pt x="6635497" y="1313688"/>
                      <a:pt x="6633305" y="1313688"/>
                    </a:cubicBezTo>
                    <a:close/>
                    <a:moveTo>
                      <a:pt x="5036534" y="1214438"/>
                    </a:moveTo>
                    <a:cubicBezTo>
                      <a:pt x="5031296" y="1214438"/>
                      <a:pt x="5027009" y="1210151"/>
                      <a:pt x="5027009" y="1204913"/>
                    </a:cubicBezTo>
                    <a:lnTo>
                      <a:pt x="5027009" y="1043940"/>
                    </a:lnTo>
                    <a:cubicBezTo>
                      <a:pt x="5027009" y="1038701"/>
                      <a:pt x="5031296" y="1034415"/>
                      <a:pt x="5036534" y="1034415"/>
                    </a:cubicBezTo>
                    <a:cubicBezTo>
                      <a:pt x="5041773" y="1034415"/>
                      <a:pt x="5046059" y="1038701"/>
                      <a:pt x="5046059" y="1043940"/>
                    </a:cubicBezTo>
                    <a:lnTo>
                      <a:pt x="5046059" y="1204913"/>
                    </a:lnTo>
                    <a:cubicBezTo>
                      <a:pt x="5046059" y="1210151"/>
                      <a:pt x="5041773" y="1214438"/>
                      <a:pt x="5036534" y="1214438"/>
                    </a:cubicBezTo>
                    <a:close/>
                    <a:moveTo>
                      <a:pt x="6926581" y="1196149"/>
                    </a:moveTo>
                    <a:cubicBezTo>
                      <a:pt x="6921532" y="1196149"/>
                      <a:pt x="6917341" y="1192244"/>
                      <a:pt x="6917056" y="1187101"/>
                    </a:cubicBezTo>
                    <a:cubicBezTo>
                      <a:pt x="6916769" y="1181862"/>
                      <a:pt x="6920770" y="1177385"/>
                      <a:pt x="6926009" y="1177099"/>
                    </a:cubicBezTo>
                    <a:cubicBezTo>
                      <a:pt x="6934962" y="1176623"/>
                      <a:pt x="6944106" y="1176338"/>
                      <a:pt x="6953250" y="1176338"/>
                    </a:cubicBezTo>
                    <a:lnTo>
                      <a:pt x="7087457" y="1176338"/>
                    </a:lnTo>
                    <a:cubicBezTo>
                      <a:pt x="7092697" y="1176338"/>
                      <a:pt x="7096982" y="1180624"/>
                      <a:pt x="7096982" y="1185863"/>
                    </a:cubicBezTo>
                    <a:cubicBezTo>
                      <a:pt x="7096982" y="1191101"/>
                      <a:pt x="7092697" y="1195388"/>
                      <a:pt x="7087457" y="1195388"/>
                    </a:cubicBezTo>
                    <a:lnTo>
                      <a:pt x="6953250" y="1195388"/>
                    </a:lnTo>
                    <a:cubicBezTo>
                      <a:pt x="6944487" y="1195388"/>
                      <a:pt x="6935724" y="1195578"/>
                      <a:pt x="6927057" y="1196054"/>
                    </a:cubicBezTo>
                    <a:cubicBezTo>
                      <a:pt x="6926866" y="1196149"/>
                      <a:pt x="6926675" y="1196149"/>
                      <a:pt x="6926581" y="1196149"/>
                    </a:cubicBezTo>
                    <a:close/>
                    <a:moveTo>
                      <a:pt x="8052912" y="1195483"/>
                    </a:moveTo>
                    <a:lnTo>
                      <a:pt x="7892034" y="1195483"/>
                    </a:lnTo>
                    <a:cubicBezTo>
                      <a:pt x="7886796" y="1195483"/>
                      <a:pt x="7882509" y="1191197"/>
                      <a:pt x="7882509" y="1185958"/>
                    </a:cubicBezTo>
                    <a:cubicBezTo>
                      <a:pt x="7882509" y="1180719"/>
                      <a:pt x="7886796" y="1176433"/>
                      <a:pt x="7892034" y="1176433"/>
                    </a:cubicBezTo>
                    <a:lnTo>
                      <a:pt x="8052912" y="1176433"/>
                    </a:lnTo>
                    <a:cubicBezTo>
                      <a:pt x="8058150" y="1176433"/>
                      <a:pt x="8062437" y="1180719"/>
                      <a:pt x="8062437" y="1185958"/>
                    </a:cubicBezTo>
                    <a:cubicBezTo>
                      <a:pt x="8062437" y="1191197"/>
                      <a:pt x="8058150" y="1195483"/>
                      <a:pt x="8052912" y="1195483"/>
                    </a:cubicBezTo>
                    <a:close/>
                    <a:moveTo>
                      <a:pt x="7731062" y="1195483"/>
                    </a:moveTo>
                    <a:lnTo>
                      <a:pt x="7570184" y="1195483"/>
                    </a:lnTo>
                    <a:cubicBezTo>
                      <a:pt x="7564946" y="1195483"/>
                      <a:pt x="7560659" y="1191197"/>
                      <a:pt x="7560659" y="1185958"/>
                    </a:cubicBezTo>
                    <a:cubicBezTo>
                      <a:pt x="7560659" y="1180719"/>
                      <a:pt x="7564946" y="1176433"/>
                      <a:pt x="7570184" y="1176433"/>
                    </a:cubicBezTo>
                    <a:lnTo>
                      <a:pt x="7731062" y="1176433"/>
                    </a:lnTo>
                    <a:cubicBezTo>
                      <a:pt x="7736300" y="1176433"/>
                      <a:pt x="7740587" y="1180719"/>
                      <a:pt x="7740587" y="1185958"/>
                    </a:cubicBezTo>
                    <a:cubicBezTo>
                      <a:pt x="7740587" y="1191197"/>
                      <a:pt x="7736300" y="1195483"/>
                      <a:pt x="7731062" y="1195483"/>
                    </a:cubicBezTo>
                    <a:close/>
                    <a:moveTo>
                      <a:pt x="7409212" y="1195483"/>
                    </a:moveTo>
                    <a:lnTo>
                      <a:pt x="7248335" y="1195483"/>
                    </a:lnTo>
                    <a:cubicBezTo>
                      <a:pt x="7243096" y="1195483"/>
                      <a:pt x="7238810" y="1191197"/>
                      <a:pt x="7238810" y="1185958"/>
                    </a:cubicBezTo>
                    <a:cubicBezTo>
                      <a:pt x="7238810" y="1180719"/>
                      <a:pt x="7243096" y="1176433"/>
                      <a:pt x="7248335" y="1176433"/>
                    </a:cubicBezTo>
                    <a:lnTo>
                      <a:pt x="7409212" y="1176433"/>
                    </a:lnTo>
                    <a:cubicBezTo>
                      <a:pt x="7414451" y="1176433"/>
                      <a:pt x="7418737" y="1180719"/>
                      <a:pt x="7418737" y="1185958"/>
                    </a:cubicBezTo>
                    <a:cubicBezTo>
                      <a:pt x="7418737" y="1191197"/>
                      <a:pt x="7414546" y="1195483"/>
                      <a:pt x="7409212" y="1195483"/>
                    </a:cubicBezTo>
                    <a:close/>
                    <a:moveTo>
                      <a:pt x="3531394" y="1021271"/>
                    </a:moveTo>
                    <a:cubicBezTo>
                      <a:pt x="3531203" y="1021271"/>
                      <a:pt x="3531013" y="1021271"/>
                      <a:pt x="3530822" y="1021271"/>
                    </a:cubicBezTo>
                    <a:cubicBezTo>
                      <a:pt x="3525584" y="1020985"/>
                      <a:pt x="3521583" y="1016508"/>
                      <a:pt x="3521869" y="1011174"/>
                    </a:cubicBezTo>
                    <a:cubicBezTo>
                      <a:pt x="3522345" y="1002030"/>
                      <a:pt x="3522631" y="992600"/>
                      <a:pt x="3522631" y="983361"/>
                    </a:cubicBezTo>
                    <a:lnTo>
                      <a:pt x="3522631" y="850773"/>
                    </a:lnTo>
                    <a:cubicBezTo>
                      <a:pt x="3522631" y="845534"/>
                      <a:pt x="3526917" y="841248"/>
                      <a:pt x="3532156" y="841248"/>
                    </a:cubicBezTo>
                    <a:cubicBezTo>
                      <a:pt x="3537395" y="841248"/>
                      <a:pt x="3541681" y="845534"/>
                      <a:pt x="3541681" y="850773"/>
                    </a:cubicBezTo>
                    <a:lnTo>
                      <a:pt x="3541681" y="983361"/>
                    </a:lnTo>
                    <a:cubicBezTo>
                      <a:pt x="3541681" y="992981"/>
                      <a:pt x="3541395" y="1002697"/>
                      <a:pt x="3540824" y="1012222"/>
                    </a:cubicBezTo>
                    <a:cubicBezTo>
                      <a:pt x="3540633" y="1017365"/>
                      <a:pt x="3536442" y="1021271"/>
                      <a:pt x="3531394" y="1021271"/>
                    </a:cubicBezTo>
                    <a:close/>
                    <a:moveTo>
                      <a:pt x="5036534" y="892588"/>
                    </a:moveTo>
                    <a:cubicBezTo>
                      <a:pt x="5031296" y="892588"/>
                      <a:pt x="5027009" y="888302"/>
                      <a:pt x="5027009" y="883063"/>
                    </a:cubicBezTo>
                    <a:lnTo>
                      <a:pt x="5027009" y="761619"/>
                    </a:lnTo>
                    <a:cubicBezTo>
                      <a:pt x="5027009" y="748665"/>
                      <a:pt x="5026628" y="735521"/>
                      <a:pt x="5025962" y="722662"/>
                    </a:cubicBezTo>
                    <a:cubicBezTo>
                      <a:pt x="5025676" y="717423"/>
                      <a:pt x="5029772" y="712946"/>
                      <a:pt x="5035011" y="712661"/>
                    </a:cubicBezTo>
                    <a:cubicBezTo>
                      <a:pt x="5040249" y="712375"/>
                      <a:pt x="5044726" y="716471"/>
                      <a:pt x="5045012" y="721709"/>
                    </a:cubicBezTo>
                    <a:cubicBezTo>
                      <a:pt x="5045678" y="734949"/>
                      <a:pt x="5046059" y="748379"/>
                      <a:pt x="5046059" y="761619"/>
                    </a:cubicBezTo>
                    <a:lnTo>
                      <a:pt x="5046059" y="883063"/>
                    </a:lnTo>
                    <a:cubicBezTo>
                      <a:pt x="5046059" y="888302"/>
                      <a:pt x="5041773" y="892588"/>
                      <a:pt x="5036534" y="892588"/>
                    </a:cubicBezTo>
                    <a:close/>
                    <a:moveTo>
                      <a:pt x="3535585" y="699611"/>
                    </a:moveTo>
                    <a:cubicBezTo>
                      <a:pt x="3535299" y="699611"/>
                      <a:pt x="3535013" y="699611"/>
                      <a:pt x="3534632" y="699611"/>
                    </a:cubicBezTo>
                    <a:cubicBezTo>
                      <a:pt x="3529394" y="699135"/>
                      <a:pt x="3525584" y="694468"/>
                      <a:pt x="3526060" y="689229"/>
                    </a:cubicBezTo>
                    <a:cubicBezTo>
                      <a:pt x="3531203" y="635127"/>
                      <a:pt x="3542062" y="581501"/>
                      <a:pt x="3558540" y="529876"/>
                    </a:cubicBezTo>
                    <a:cubicBezTo>
                      <a:pt x="3560159" y="524828"/>
                      <a:pt x="3565493" y="522065"/>
                      <a:pt x="3570542" y="523685"/>
                    </a:cubicBezTo>
                    <a:cubicBezTo>
                      <a:pt x="3575590" y="525304"/>
                      <a:pt x="3578352" y="530638"/>
                      <a:pt x="3576733" y="535686"/>
                    </a:cubicBezTo>
                    <a:cubicBezTo>
                      <a:pt x="3560636" y="585978"/>
                      <a:pt x="3550063" y="638270"/>
                      <a:pt x="3545015" y="691039"/>
                    </a:cubicBezTo>
                    <a:cubicBezTo>
                      <a:pt x="3544538" y="695897"/>
                      <a:pt x="3540443" y="699611"/>
                      <a:pt x="3535585" y="699611"/>
                    </a:cubicBezTo>
                    <a:close/>
                    <a:moveTo>
                      <a:pt x="5010150" y="573119"/>
                    </a:moveTo>
                    <a:cubicBezTo>
                      <a:pt x="5005959" y="573119"/>
                      <a:pt x="5002149" y="570357"/>
                      <a:pt x="5001006" y="566071"/>
                    </a:cubicBezTo>
                    <a:cubicBezTo>
                      <a:pt x="4987099" y="515112"/>
                      <a:pt x="4967669" y="465391"/>
                      <a:pt x="4943189" y="418433"/>
                    </a:cubicBezTo>
                    <a:cubicBezTo>
                      <a:pt x="4940713" y="413766"/>
                      <a:pt x="4942523" y="408051"/>
                      <a:pt x="4947190" y="405574"/>
                    </a:cubicBezTo>
                    <a:cubicBezTo>
                      <a:pt x="4951857" y="403098"/>
                      <a:pt x="4957572" y="404908"/>
                      <a:pt x="4960049" y="409575"/>
                    </a:cubicBezTo>
                    <a:cubicBezTo>
                      <a:pt x="4985195" y="457676"/>
                      <a:pt x="5005102" y="508635"/>
                      <a:pt x="5019389" y="560927"/>
                    </a:cubicBezTo>
                    <a:cubicBezTo>
                      <a:pt x="5020818" y="565976"/>
                      <a:pt x="5017770" y="571214"/>
                      <a:pt x="5012722" y="572643"/>
                    </a:cubicBezTo>
                    <a:cubicBezTo>
                      <a:pt x="5011865" y="573024"/>
                      <a:pt x="5011007" y="573119"/>
                      <a:pt x="5010150" y="573119"/>
                    </a:cubicBezTo>
                    <a:close/>
                    <a:moveTo>
                      <a:pt x="3632645" y="395383"/>
                    </a:moveTo>
                    <a:cubicBezTo>
                      <a:pt x="3631025" y="395383"/>
                      <a:pt x="3629406" y="395002"/>
                      <a:pt x="3627882" y="394145"/>
                    </a:cubicBezTo>
                    <a:cubicBezTo>
                      <a:pt x="3623310" y="391478"/>
                      <a:pt x="3621786" y="385667"/>
                      <a:pt x="3624358" y="381095"/>
                    </a:cubicBezTo>
                    <a:cubicBezTo>
                      <a:pt x="3651504" y="334137"/>
                      <a:pt x="3683699" y="289941"/>
                      <a:pt x="3720275" y="249746"/>
                    </a:cubicBezTo>
                    <a:cubicBezTo>
                      <a:pt x="3723799" y="245840"/>
                      <a:pt x="3729800" y="245554"/>
                      <a:pt x="3733705" y="249079"/>
                    </a:cubicBezTo>
                    <a:cubicBezTo>
                      <a:pt x="3737610" y="252603"/>
                      <a:pt x="3737896" y="258604"/>
                      <a:pt x="3734372" y="262509"/>
                    </a:cubicBezTo>
                    <a:cubicBezTo>
                      <a:pt x="3698748" y="301752"/>
                      <a:pt x="3667316" y="344805"/>
                      <a:pt x="3640836" y="390525"/>
                    </a:cubicBezTo>
                    <a:cubicBezTo>
                      <a:pt x="3639122" y="393668"/>
                      <a:pt x="3635883" y="395383"/>
                      <a:pt x="3632645" y="395383"/>
                    </a:cubicBezTo>
                    <a:close/>
                    <a:moveTo>
                      <a:pt x="4862513" y="290131"/>
                    </a:moveTo>
                    <a:cubicBezTo>
                      <a:pt x="4859750" y="290131"/>
                      <a:pt x="4857084" y="288988"/>
                      <a:pt x="4855178" y="286703"/>
                    </a:cubicBezTo>
                    <a:cubicBezTo>
                      <a:pt x="4821365" y="246031"/>
                      <a:pt x="4782979" y="208883"/>
                      <a:pt x="4741355" y="176308"/>
                    </a:cubicBezTo>
                    <a:cubicBezTo>
                      <a:pt x="4737259" y="173069"/>
                      <a:pt x="4736497" y="167069"/>
                      <a:pt x="4739736" y="162973"/>
                    </a:cubicBezTo>
                    <a:cubicBezTo>
                      <a:pt x="4742974" y="158877"/>
                      <a:pt x="4748974" y="158115"/>
                      <a:pt x="4753071" y="161354"/>
                    </a:cubicBezTo>
                    <a:cubicBezTo>
                      <a:pt x="4795838" y="194786"/>
                      <a:pt x="4835081" y="232886"/>
                      <a:pt x="4869752" y="274511"/>
                    </a:cubicBezTo>
                    <a:cubicBezTo>
                      <a:pt x="4873086" y="278511"/>
                      <a:pt x="4872609" y="284607"/>
                      <a:pt x="4868514" y="287941"/>
                    </a:cubicBezTo>
                    <a:cubicBezTo>
                      <a:pt x="4866894" y="289370"/>
                      <a:pt x="4864703" y="290131"/>
                      <a:pt x="4862513" y="290131"/>
                    </a:cubicBezTo>
                    <a:close/>
                    <a:moveTo>
                      <a:pt x="3847243" y="158972"/>
                    </a:moveTo>
                    <a:cubicBezTo>
                      <a:pt x="3844290" y="158972"/>
                      <a:pt x="3841337" y="157544"/>
                      <a:pt x="3839528" y="154972"/>
                    </a:cubicBezTo>
                    <a:cubicBezTo>
                      <a:pt x="3836480" y="150686"/>
                      <a:pt x="3837432" y="144780"/>
                      <a:pt x="3841718" y="141732"/>
                    </a:cubicBezTo>
                    <a:cubicBezTo>
                      <a:pt x="3885914" y="110109"/>
                      <a:pt x="3933539" y="83248"/>
                      <a:pt x="3983260" y="61817"/>
                    </a:cubicBezTo>
                    <a:cubicBezTo>
                      <a:pt x="3988118" y="59722"/>
                      <a:pt x="3993737" y="62008"/>
                      <a:pt x="3995738" y="66770"/>
                    </a:cubicBezTo>
                    <a:cubicBezTo>
                      <a:pt x="3997833" y="71628"/>
                      <a:pt x="3995547" y="77248"/>
                      <a:pt x="3990785" y="79248"/>
                    </a:cubicBezTo>
                    <a:cubicBezTo>
                      <a:pt x="3942302" y="100108"/>
                      <a:pt x="3895820" y="126397"/>
                      <a:pt x="3852767" y="157163"/>
                    </a:cubicBezTo>
                    <a:cubicBezTo>
                      <a:pt x="3851148" y="158401"/>
                      <a:pt x="3849148" y="158972"/>
                      <a:pt x="3847243" y="158972"/>
                    </a:cubicBezTo>
                    <a:close/>
                    <a:moveTo>
                      <a:pt x="4610958" y="93440"/>
                    </a:moveTo>
                    <a:cubicBezTo>
                      <a:pt x="4609529" y="93440"/>
                      <a:pt x="4608195" y="93154"/>
                      <a:pt x="4606862" y="92488"/>
                    </a:cubicBezTo>
                    <a:cubicBezTo>
                      <a:pt x="4559142" y="69437"/>
                      <a:pt x="4508945" y="51626"/>
                      <a:pt x="4457510" y="39338"/>
                    </a:cubicBezTo>
                    <a:cubicBezTo>
                      <a:pt x="4452366" y="38100"/>
                      <a:pt x="4449223" y="32956"/>
                      <a:pt x="4450461" y="27813"/>
                    </a:cubicBezTo>
                    <a:cubicBezTo>
                      <a:pt x="4451700" y="22670"/>
                      <a:pt x="4456843" y="19526"/>
                      <a:pt x="4461891" y="20764"/>
                    </a:cubicBezTo>
                    <a:cubicBezTo>
                      <a:pt x="4514660" y="33338"/>
                      <a:pt x="4566190" y="51721"/>
                      <a:pt x="4615149" y="75343"/>
                    </a:cubicBezTo>
                    <a:cubicBezTo>
                      <a:pt x="4619911" y="77629"/>
                      <a:pt x="4621911" y="83344"/>
                      <a:pt x="4619625" y="88106"/>
                    </a:cubicBezTo>
                    <a:cubicBezTo>
                      <a:pt x="4617911" y="91440"/>
                      <a:pt x="4614482" y="93440"/>
                      <a:pt x="4610958" y="93440"/>
                    </a:cubicBezTo>
                    <a:close/>
                    <a:moveTo>
                      <a:pt x="4140422" y="32766"/>
                    </a:moveTo>
                    <a:cubicBezTo>
                      <a:pt x="4135945" y="32766"/>
                      <a:pt x="4131945" y="29623"/>
                      <a:pt x="4131088" y="25051"/>
                    </a:cubicBezTo>
                    <a:cubicBezTo>
                      <a:pt x="4130135" y="19907"/>
                      <a:pt x="4133469" y="14859"/>
                      <a:pt x="4138613" y="13906"/>
                    </a:cubicBezTo>
                    <a:cubicBezTo>
                      <a:pt x="4186238" y="4667"/>
                      <a:pt x="4235292" y="0"/>
                      <a:pt x="4284250" y="0"/>
                    </a:cubicBezTo>
                    <a:cubicBezTo>
                      <a:pt x="4289489" y="95"/>
                      <a:pt x="4295204" y="95"/>
                      <a:pt x="4300633" y="190"/>
                    </a:cubicBezTo>
                    <a:cubicBezTo>
                      <a:pt x="4305872" y="286"/>
                      <a:pt x="4310063" y="4667"/>
                      <a:pt x="4309968" y="9906"/>
                    </a:cubicBezTo>
                    <a:cubicBezTo>
                      <a:pt x="4309872" y="15145"/>
                      <a:pt x="4305586" y="19145"/>
                      <a:pt x="4300252" y="19240"/>
                    </a:cubicBezTo>
                    <a:cubicBezTo>
                      <a:pt x="4295013" y="19145"/>
                      <a:pt x="4289679" y="19050"/>
                      <a:pt x="4284345" y="19050"/>
                    </a:cubicBezTo>
                    <a:cubicBezTo>
                      <a:pt x="4284345" y="19050"/>
                      <a:pt x="4284250" y="19050"/>
                      <a:pt x="4284250" y="19050"/>
                    </a:cubicBezTo>
                    <a:cubicBezTo>
                      <a:pt x="4236530" y="19050"/>
                      <a:pt x="4188714" y="23622"/>
                      <a:pt x="4142232" y="32576"/>
                    </a:cubicBezTo>
                    <a:cubicBezTo>
                      <a:pt x="4141661" y="32671"/>
                      <a:pt x="4140994" y="32766"/>
                      <a:pt x="4140422" y="327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8473ACF-CF8F-D71C-7FC3-B45DD1DD5EE5}"/>
                  </a:ext>
                </a:extLst>
              </p:cNvPr>
              <p:cNvSpPr/>
              <p:nvPr/>
            </p:nvSpPr>
            <p:spPr>
              <a:xfrm>
                <a:off x="10269092" y="3867245"/>
                <a:ext cx="100012" cy="19050"/>
              </a:xfrm>
              <a:custGeom>
                <a:avLst/>
                <a:gdLst>
                  <a:gd name="connsiteX0" fmla="*/ 90488 w 100012"/>
                  <a:gd name="connsiteY0" fmla="*/ 19050 h 19050"/>
                  <a:gd name="connsiteX1" fmla="*/ 9525 w 100012"/>
                  <a:gd name="connsiteY1" fmla="*/ 19050 h 19050"/>
                  <a:gd name="connsiteX2" fmla="*/ 0 w 100012"/>
                  <a:gd name="connsiteY2" fmla="*/ 9525 h 19050"/>
                  <a:gd name="connsiteX3" fmla="*/ 9525 w 100012"/>
                  <a:gd name="connsiteY3" fmla="*/ 0 h 19050"/>
                  <a:gd name="connsiteX4" fmla="*/ 90488 w 100012"/>
                  <a:gd name="connsiteY4" fmla="*/ 0 h 19050"/>
                  <a:gd name="connsiteX5" fmla="*/ 100013 w 100012"/>
                  <a:gd name="connsiteY5" fmla="*/ 9525 h 19050"/>
                  <a:gd name="connsiteX6" fmla="*/ 90488 w 100012"/>
                  <a:gd name="connsiteY6" fmla="*/ 1905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012" h="19050">
                    <a:moveTo>
                      <a:pt x="90488" y="19050"/>
                    </a:moveTo>
                    <a:lnTo>
                      <a:pt x="9525" y="19050"/>
                    </a:lnTo>
                    <a:cubicBezTo>
                      <a:pt x="4286" y="19050"/>
                      <a:pt x="0" y="14764"/>
                      <a:pt x="0" y="9525"/>
                    </a:cubicBezTo>
                    <a:cubicBezTo>
                      <a:pt x="0" y="4286"/>
                      <a:pt x="4286" y="0"/>
                      <a:pt x="9525" y="0"/>
                    </a:cubicBezTo>
                    <a:lnTo>
                      <a:pt x="90488" y="0"/>
                    </a:lnTo>
                    <a:cubicBezTo>
                      <a:pt x="95726" y="0"/>
                      <a:pt x="100013" y="4286"/>
                      <a:pt x="100013" y="9525"/>
                    </a:cubicBezTo>
                    <a:cubicBezTo>
                      <a:pt x="100013" y="14764"/>
                      <a:pt x="95821" y="19050"/>
                      <a:pt x="90488" y="19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376781-7ECD-7216-C87D-EEE5CE951EA0}"/>
              </a:ext>
            </a:extLst>
          </p:cNvPr>
          <p:cNvGrpSpPr/>
          <p:nvPr/>
        </p:nvGrpSpPr>
        <p:grpSpPr>
          <a:xfrm>
            <a:off x="361954" y="3457759"/>
            <a:ext cx="2009771" cy="2480251"/>
            <a:chOff x="676278" y="3592906"/>
            <a:chExt cx="2009771" cy="24802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21D816-FE6B-7B82-5357-EE29730C8BCC}"/>
                </a:ext>
              </a:extLst>
            </p:cNvPr>
            <p:cNvSpPr txBox="1"/>
            <p:nvPr/>
          </p:nvSpPr>
          <p:spPr>
            <a:xfrm>
              <a:off x="676279" y="4412125"/>
              <a:ext cx="2009770" cy="16610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800"/>
                </a:spcBef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MedShield is setting up offices in Italy, USA, and the UK, strengthening its global presence and ensuring seamless healthcare support for maritime clients worldwide.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F64B5C-B577-B922-42DE-CFC3BE69C792}"/>
                </a:ext>
              </a:extLst>
            </p:cNvPr>
            <p:cNvSpPr txBox="1"/>
            <p:nvPr/>
          </p:nvSpPr>
          <p:spPr>
            <a:xfrm>
              <a:off x="676278" y="3592906"/>
              <a:ext cx="1944151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en-US" dirty="0">
                  <a:latin typeface="+mj-lt"/>
                </a:rPr>
                <a:t>Global</a:t>
              </a:r>
            </a:p>
            <a:p>
              <a:pPr>
                <a:buClr>
                  <a:schemeClr val="accent2"/>
                </a:buClr>
              </a:pPr>
              <a:r>
                <a:rPr lang="en-US" dirty="0">
                  <a:latin typeface="+mj-lt"/>
                </a:rPr>
                <a:t>Expansion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44BCDF-944D-85CB-9AB4-616FE8208A49}"/>
              </a:ext>
            </a:extLst>
          </p:cNvPr>
          <p:cNvGrpSpPr/>
          <p:nvPr/>
        </p:nvGrpSpPr>
        <p:grpSpPr>
          <a:xfrm>
            <a:off x="5192499" y="3803053"/>
            <a:ext cx="2922800" cy="1876295"/>
            <a:chOff x="3558785" y="3592906"/>
            <a:chExt cx="2922800" cy="187629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3FAA1E-41DD-9B35-B524-262542A26F30}"/>
                </a:ext>
              </a:extLst>
            </p:cNvPr>
            <p:cNvSpPr txBox="1"/>
            <p:nvPr/>
          </p:nvSpPr>
          <p:spPr>
            <a:xfrm>
              <a:off x="3568310" y="4288300"/>
              <a:ext cx="2913275" cy="1180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800"/>
                </a:spcBef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MedShield is launching customized mobile applications tailored to each client’s brand, enhancing accessibility &amp; streamlining healthcare management for maritime employers.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F32CC22-DFF4-F40E-9C18-D4D2F1559863}"/>
                </a:ext>
              </a:extLst>
            </p:cNvPr>
            <p:cNvSpPr txBox="1"/>
            <p:nvPr/>
          </p:nvSpPr>
          <p:spPr>
            <a:xfrm>
              <a:off x="3558785" y="3592906"/>
              <a:ext cx="1944151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en-US" dirty="0">
                  <a:latin typeface="+mj-lt"/>
                </a:rPr>
                <a:t>Customized</a:t>
              </a:r>
            </a:p>
            <a:p>
              <a:pPr>
                <a:buClr>
                  <a:schemeClr val="accent2"/>
                </a:buClr>
              </a:pPr>
              <a:r>
                <a:rPr lang="en-US" dirty="0">
                  <a:latin typeface="+mj-lt"/>
                </a:rPr>
                <a:t>Digital Solutions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E9D913-CF33-9A77-9E1C-73056FB8028D}"/>
              </a:ext>
            </a:extLst>
          </p:cNvPr>
          <p:cNvGrpSpPr/>
          <p:nvPr/>
        </p:nvGrpSpPr>
        <p:grpSpPr>
          <a:xfrm>
            <a:off x="7059661" y="1159979"/>
            <a:ext cx="4084591" cy="1023914"/>
            <a:chOff x="3499011" y="3888955"/>
            <a:chExt cx="1971741" cy="102391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EBA395-F4BA-2688-0839-FF9083D8D93C}"/>
                </a:ext>
              </a:extLst>
            </p:cNvPr>
            <p:cNvSpPr txBox="1"/>
            <p:nvPr/>
          </p:nvSpPr>
          <p:spPr>
            <a:xfrm>
              <a:off x="3526600" y="4212100"/>
              <a:ext cx="1944152" cy="7007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800"/>
                </a:spcBef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We are establishing 10 PEME Centers across key cities in India to provide standardized and high-quality pre-employment medical examinations for seafarers.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FA5584-4FEA-5673-4849-56AAB5CD0DF4}"/>
                </a:ext>
              </a:extLst>
            </p:cNvPr>
            <p:cNvSpPr txBox="1"/>
            <p:nvPr/>
          </p:nvSpPr>
          <p:spPr>
            <a:xfrm>
              <a:off x="3499011" y="3888955"/>
              <a:ext cx="1944151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en-US" dirty="0">
                  <a:latin typeface="+mj-lt"/>
                </a:rPr>
                <a:t>Strategic Growth in India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76D0F4-89B1-6FEF-1DF9-744BA2161858}"/>
              </a:ext>
            </a:extLst>
          </p:cNvPr>
          <p:cNvGrpSpPr/>
          <p:nvPr/>
        </p:nvGrpSpPr>
        <p:grpSpPr>
          <a:xfrm>
            <a:off x="9393803" y="3058532"/>
            <a:ext cx="2588647" cy="1523096"/>
            <a:chOff x="3558786" y="3869905"/>
            <a:chExt cx="2588647" cy="152309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D5AA83-088C-4123-D3CB-F9AE3D510A70}"/>
                </a:ext>
              </a:extLst>
            </p:cNvPr>
            <p:cNvSpPr txBox="1"/>
            <p:nvPr/>
          </p:nvSpPr>
          <p:spPr>
            <a:xfrm>
              <a:off x="3558786" y="4212100"/>
              <a:ext cx="2588647" cy="1180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800"/>
                </a:spcBef>
                <a:spcAft>
                  <a:spcPts val="1200"/>
                </a:spcAft>
                <a:buClr>
                  <a:schemeClr val="accent2"/>
                </a:buClr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MedShield is in the process of setting up recruitment offices in India, UAE &amp; Singapore to attract talent and bridge the gap of personnel needs of our clients.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9A6632-F82E-D731-6EF5-BED23F134AC6}"/>
                </a:ext>
              </a:extLst>
            </p:cNvPr>
            <p:cNvSpPr txBox="1"/>
            <p:nvPr/>
          </p:nvSpPr>
          <p:spPr>
            <a:xfrm>
              <a:off x="3558786" y="3869905"/>
              <a:ext cx="2283847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>
                <a:buClr>
                  <a:schemeClr val="accent2"/>
                </a:buClr>
              </a:pPr>
              <a:r>
                <a:rPr lang="en-US" dirty="0">
                  <a:latin typeface="+mj-lt"/>
                </a:rPr>
                <a:t>Recruitment Partner</a:t>
              </a:r>
            </a:p>
          </p:txBody>
        </p:sp>
      </p:grpSp>
      <p:grpSp>
        <p:nvGrpSpPr>
          <p:cNvPr id="32" name="easyIcon">
            <a:extLst>
              <a:ext uri="{FF2B5EF4-FFF2-40B4-BE49-F238E27FC236}">
                <a16:creationId xmlns:a16="http://schemas.microsoft.com/office/drawing/2014/main" id="{81863AF1-D13D-1C60-0B46-7F812460CA3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44440" y="2728798"/>
            <a:ext cx="627109" cy="627109"/>
            <a:chOff x="7601309" y="2006089"/>
            <a:chExt cx="864002" cy="864001"/>
          </a:xfrm>
          <a:solidFill>
            <a:srgbClr val="00B6A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" name="Background">
              <a:extLst>
                <a:ext uri="{FF2B5EF4-FFF2-40B4-BE49-F238E27FC236}">
                  <a16:creationId xmlns:a16="http://schemas.microsoft.com/office/drawing/2014/main" id="{DD1DC6C8-CF02-D157-1425-915447893971}"/>
                </a:ext>
              </a:extLst>
            </p:cNvPr>
            <p:cNvSpPr/>
            <p:nvPr/>
          </p:nvSpPr>
          <p:spPr>
            <a:xfrm>
              <a:off x="7601309" y="2006089"/>
              <a:ext cx="864002" cy="864001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1BB68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987" tIns="73987" rIns="73987" bIns="73987" rtlCol="0" anchor="ctr"/>
            <a:lstStyle/>
            <a:p>
              <a:pPr algn="ctr" defTabSz="1036198">
                <a:defRPr/>
              </a:pPr>
              <a:endParaRPr lang="en-US" sz="1600" dirty="0" err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34" name="Group 1707">
              <a:extLst>
                <a:ext uri="{FF2B5EF4-FFF2-40B4-BE49-F238E27FC236}">
                  <a16:creationId xmlns:a16="http://schemas.microsoft.com/office/drawing/2014/main" id="{9CE6F82A-3034-6E0D-CE40-F60F0C841C0B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7745314" y="2150093"/>
              <a:ext cx="576001" cy="576001"/>
              <a:chOff x="9148763" y="2336801"/>
              <a:chExt cx="704850" cy="704850"/>
            </a:xfrm>
            <a:grpFill/>
          </p:grpSpPr>
          <p:sp>
            <p:nvSpPr>
              <p:cNvPr id="35" name="CLR 0">
                <a:extLst>
                  <a:ext uri="{FF2B5EF4-FFF2-40B4-BE49-F238E27FC236}">
                    <a16:creationId xmlns:a16="http://schemas.microsoft.com/office/drawing/2014/main" id="{236DA570-B120-9D6C-FE51-D23B4CCEB5FD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456738" y="2336801"/>
                <a:ext cx="88900" cy="87313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24 h 96"/>
                  <a:gd name="T12" fmla="*/ 24 w 96"/>
                  <a:gd name="T13" fmla="*/ 48 h 96"/>
                  <a:gd name="T14" fmla="*/ 48 w 96"/>
                  <a:gd name="T15" fmla="*/ 72 h 96"/>
                  <a:gd name="T16" fmla="*/ 72 w 96"/>
                  <a:gd name="T17" fmla="*/ 48 h 96"/>
                  <a:gd name="T18" fmla="*/ 48 w 96"/>
                  <a:gd name="T19" fmla="*/ 2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1" y="96"/>
                      <a:pt x="0" y="74"/>
                      <a:pt x="0" y="48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74" y="0"/>
                      <a:pt x="96" y="21"/>
                      <a:pt x="96" y="48"/>
                    </a:cubicBezTo>
                    <a:cubicBezTo>
                      <a:pt x="96" y="74"/>
                      <a:pt x="74" y="96"/>
                      <a:pt x="48" y="96"/>
                    </a:cubicBezTo>
                    <a:close/>
                    <a:moveTo>
                      <a:pt x="48" y="24"/>
                    </a:moveTo>
                    <a:cubicBezTo>
                      <a:pt x="35" y="24"/>
                      <a:pt x="24" y="34"/>
                      <a:pt x="24" y="48"/>
                    </a:cubicBezTo>
                    <a:cubicBezTo>
                      <a:pt x="24" y="61"/>
                      <a:pt x="35" y="72"/>
                      <a:pt x="48" y="72"/>
                    </a:cubicBezTo>
                    <a:cubicBezTo>
                      <a:pt x="61" y="72"/>
                      <a:pt x="72" y="61"/>
                      <a:pt x="72" y="48"/>
                    </a:cubicBezTo>
                    <a:cubicBezTo>
                      <a:pt x="72" y="34"/>
                      <a:pt x="61" y="24"/>
                      <a:pt x="4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CLR 0">
                <a:extLst>
                  <a:ext uri="{FF2B5EF4-FFF2-40B4-BE49-F238E27FC236}">
                    <a16:creationId xmlns:a16="http://schemas.microsoft.com/office/drawing/2014/main" id="{ECC81355-24DE-2FAF-24B9-C55FF65C2464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456738" y="2954338"/>
                <a:ext cx="88900" cy="87313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24 h 96"/>
                  <a:gd name="T12" fmla="*/ 24 w 96"/>
                  <a:gd name="T13" fmla="*/ 48 h 96"/>
                  <a:gd name="T14" fmla="*/ 48 w 96"/>
                  <a:gd name="T15" fmla="*/ 72 h 96"/>
                  <a:gd name="T16" fmla="*/ 72 w 96"/>
                  <a:gd name="T17" fmla="*/ 48 h 96"/>
                  <a:gd name="T18" fmla="*/ 48 w 96"/>
                  <a:gd name="T19" fmla="*/ 2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1" y="96"/>
                      <a:pt x="0" y="74"/>
                      <a:pt x="0" y="48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74" y="0"/>
                      <a:pt x="96" y="21"/>
                      <a:pt x="96" y="48"/>
                    </a:cubicBezTo>
                    <a:cubicBezTo>
                      <a:pt x="96" y="74"/>
                      <a:pt x="74" y="96"/>
                      <a:pt x="48" y="96"/>
                    </a:cubicBezTo>
                    <a:close/>
                    <a:moveTo>
                      <a:pt x="48" y="24"/>
                    </a:moveTo>
                    <a:cubicBezTo>
                      <a:pt x="35" y="24"/>
                      <a:pt x="24" y="34"/>
                      <a:pt x="24" y="48"/>
                    </a:cubicBezTo>
                    <a:cubicBezTo>
                      <a:pt x="24" y="61"/>
                      <a:pt x="35" y="72"/>
                      <a:pt x="48" y="72"/>
                    </a:cubicBezTo>
                    <a:cubicBezTo>
                      <a:pt x="61" y="72"/>
                      <a:pt x="72" y="61"/>
                      <a:pt x="72" y="48"/>
                    </a:cubicBezTo>
                    <a:cubicBezTo>
                      <a:pt x="72" y="34"/>
                      <a:pt x="61" y="24"/>
                      <a:pt x="4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CLR 0">
                <a:extLst>
                  <a:ext uri="{FF2B5EF4-FFF2-40B4-BE49-F238E27FC236}">
                    <a16:creationId xmlns:a16="http://schemas.microsoft.com/office/drawing/2014/main" id="{6562C885-9A74-1CDB-5C7C-4BF887C8B92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490075" y="2413001"/>
                <a:ext cx="22225" cy="1000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CLR 0">
                <a:extLst>
                  <a:ext uri="{FF2B5EF4-FFF2-40B4-BE49-F238E27FC236}">
                    <a16:creationId xmlns:a16="http://schemas.microsoft.com/office/drawing/2014/main" id="{2EA76B53-33B3-3BE2-8523-D3C3A34401F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490075" y="2865438"/>
                <a:ext cx="22225" cy="1000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CLR 0">
                <a:extLst>
                  <a:ext uri="{FF2B5EF4-FFF2-40B4-BE49-F238E27FC236}">
                    <a16:creationId xmlns:a16="http://schemas.microsoft.com/office/drawing/2014/main" id="{75996ABE-63B3-94FD-3445-C39115881992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766300" y="2644776"/>
                <a:ext cx="87313" cy="88900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24 h 96"/>
                  <a:gd name="T12" fmla="*/ 24 w 96"/>
                  <a:gd name="T13" fmla="*/ 48 h 96"/>
                  <a:gd name="T14" fmla="*/ 48 w 96"/>
                  <a:gd name="T15" fmla="*/ 72 h 96"/>
                  <a:gd name="T16" fmla="*/ 72 w 96"/>
                  <a:gd name="T17" fmla="*/ 48 h 96"/>
                  <a:gd name="T18" fmla="*/ 48 w 96"/>
                  <a:gd name="T19" fmla="*/ 2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1" y="96"/>
                      <a:pt x="0" y="74"/>
                      <a:pt x="0" y="48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74" y="0"/>
                      <a:pt x="96" y="21"/>
                      <a:pt x="96" y="48"/>
                    </a:cubicBezTo>
                    <a:cubicBezTo>
                      <a:pt x="96" y="74"/>
                      <a:pt x="74" y="96"/>
                      <a:pt x="48" y="96"/>
                    </a:cubicBezTo>
                    <a:close/>
                    <a:moveTo>
                      <a:pt x="48" y="24"/>
                    </a:moveTo>
                    <a:cubicBezTo>
                      <a:pt x="35" y="24"/>
                      <a:pt x="24" y="34"/>
                      <a:pt x="24" y="48"/>
                    </a:cubicBezTo>
                    <a:cubicBezTo>
                      <a:pt x="24" y="61"/>
                      <a:pt x="35" y="72"/>
                      <a:pt x="48" y="72"/>
                    </a:cubicBezTo>
                    <a:cubicBezTo>
                      <a:pt x="61" y="72"/>
                      <a:pt x="72" y="61"/>
                      <a:pt x="72" y="48"/>
                    </a:cubicBezTo>
                    <a:cubicBezTo>
                      <a:pt x="72" y="34"/>
                      <a:pt x="61" y="24"/>
                      <a:pt x="4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CLR 0">
                <a:extLst>
                  <a:ext uri="{FF2B5EF4-FFF2-40B4-BE49-F238E27FC236}">
                    <a16:creationId xmlns:a16="http://schemas.microsoft.com/office/drawing/2014/main" id="{B101140E-07C6-DBF0-3238-E5DBF4D57D8F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148763" y="2644776"/>
                <a:ext cx="87313" cy="88900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24 h 96"/>
                  <a:gd name="T12" fmla="*/ 24 w 96"/>
                  <a:gd name="T13" fmla="*/ 48 h 96"/>
                  <a:gd name="T14" fmla="*/ 48 w 96"/>
                  <a:gd name="T15" fmla="*/ 72 h 96"/>
                  <a:gd name="T16" fmla="*/ 72 w 96"/>
                  <a:gd name="T17" fmla="*/ 48 h 96"/>
                  <a:gd name="T18" fmla="*/ 48 w 96"/>
                  <a:gd name="T19" fmla="*/ 24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1" y="96"/>
                      <a:pt x="0" y="74"/>
                      <a:pt x="0" y="48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74" y="0"/>
                      <a:pt x="96" y="21"/>
                      <a:pt x="96" y="48"/>
                    </a:cubicBezTo>
                    <a:cubicBezTo>
                      <a:pt x="96" y="74"/>
                      <a:pt x="74" y="96"/>
                      <a:pt x="48" y="96"/>
                    </a:cubicBezTo>
                    <a:close/>
                    <a:moveTo>
                      <a:pt x="48" y="24"/>
                    </a:moveTo>
                    <a:cubicBezTo>
                      <a:pt x="35" y="24"/>
                      <a:pt x="24" y="34"/>
                      <a:pt x="24" y="48"/>
                    </a:cubicBezTo>
                    <a:cubicBezTo>
                      <a:pt x="24" y="61"/>
                      <a:pt x="35" y="72"/>
                      <a:pt x="48" y="72"/>
                    </a:cubicBezTo>
                    <a:cubicBezTo>
                      <a:pt x="61" y="72"/>
                      <a:pt x="72" y="61"/>
                      <a:pt x="72" y="48"/>
                    </a:cubicBezTo>
                    <a:cubicBezTo>
                      <a:pt x="72" y="34"/>
                      <a:pt x="61" y="24"/>
                      <a:pt x="4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CLR 0">
                <a:extLst>
                  <a:ext uri="{FF2B5EF4-FFF2-40B4-BE49-F238E27FC236}">
                    <a16:creationId xmlns:a16="http://schemas.microsoft.com/office/drawing/2014/main" id="{EAE0671B-5A1D-AC3B-059A-39322A0B9D0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677400" y="2678113"/>
                <a:ext cx="10001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CLR 0">
                <a:extLst>
                  <a:ext uri="{FF2B5EF4-FFF2-40B4-BE49-F238E27FC236}">
                    <a16:creationId xmlns:a16="http://schemas.microsoft.com/office/drawing/2014/main" id="{1E79644B-3A7A-8417-89FB-D4862C1950A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9224963" y="2678113"/>
                <a:ext cx="10001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CLR 0">
                <a:extLst>
                  <a:ext uri="{FF2B5EF4-FFF2-40B4-BE49-F238E27FC236}">
                    <a16:creationId xmlns:a16="http://schemas.microsoft.com/office/drawing/2014/main" id="{12C6B3C2-E893-07F0-B622-83A4F3A93F01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258300" y="2446338"/>
                <a:ext cx="485775" cy="485775"/>
              </a:xfrm>
              <a:custGeom>
                <a:avLst/>
                <a:gdLst>
                  <a:gd name="T0" fmla="*/ 264 w 528"/>
                  <a:gd name="T1" fmla="*/ 528 h 528"/>
                  <a:gd name="T2" fmla="*/ 0 w 528"/>
                  <a:gd name="T3" fmla="*/ 264 h 528"/>
                  <a:gd name="T4" fmla="*/ 264 w 528"/>
                  <a:gd name="T5" fmla="*/ 0 h 528"/>
                  <a:gd name="T6" fmla="*/ 528 w 528"/>
                  <a:gd name="T7" fmla="*/ 264 h 528"/>
                  <a:gd name="T8" fmla="*/ 264 w 528"/>
                  <a:gd name="T9" fmla="*/ 528 h 528"/>
                  <a:gd name="T10" fmla="*/ 264 w 528"/>
                  <a:gd name="T11" fmla="*/ 24 h 528"/>
                  <a:gd name="T12" fmla="*/ 24 w 528"/>
                  <a:gd name="T13" fmla="*/ 264 h 528"/>
                  <a:gd name="T14" fmla="*/ 264 w 528"/>
                  <a:gd name="T15" fmla="*/ 504 h 528"/>
                  <a:gd name="T16" fmla="*/ 504 w 528"/>
                  <a:gd name="T17" fmla="*/ 264 h 528"/>
                  <a:gd name="T18" fmla="*/ 264 w 528"/>
                  <a:gd name="T19" fmla="*/ 2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28" h="528">
                    <a:moveTo>
                      <a:pt x="264" y="528"/>
                    </a:moveTo>
                    <a:cubicBezTo>
                      <a:pt x="118" y="528"/>
                      <a:pt x="0" y="409"/>
                      <a:pt x="0" y="264"/>
                    </a:cubicBezTo>
                    <a:cubicBezTo>
                      <a:pt x="0" y="118"/>
                      <a:pt x="118" y="0"/>
                      <a:pt x="264" y="0"/>
                    </a:cubicBezTo>
                    <a:cubicBezTo>
                      <a:pt x="409" y="0"/>
                      <a:pt x="528" y="118"/>
                      <a:pt x="528" y="264"/>
                    </a:cubicBezTo>
                    <a:cubicBezTo>
                      <a:pt x="528" y="409"/>
                      <a:pt x="409" y="528"/>
                      <a:pt x="264" y="528"/>
                    </a:cubicBezTo>
                    <a:close/>
                    <a:moveTo>
                      <a:pt x="264" y="24"/>
                    </a:moveTo>
                    <a:cubicBezTo>
                      <a:pt x="132" y="24"/>
                      <a:pt x="24" y="131"/>
                      <a:pt x="24" y="264"/>
                    </a:cubicBezTo>
                    <a:cubicBezTo>
                      <a:pt x="24" y="396"/>
                      <a:pt x="132" y="504"/>
                      <a:pt x="264" y="504"/>
                    </a:cubicBezTo>
                    <a:cubicBezTo>
                      <a:pt x="396" y="504"/>
                      <a:pt x="504" y="396"/>
                      <a:pt x="504" y="264"/>
                    </a:cubicBezTo>
                    <a:cubicBezTo>
                      <a:pt x="504" y="131"/>
                      <a:pt x="396" y="24"/>
                      <a:pt x="264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CLR 0">
                <a:extLst>
                  <a:ext uri="{FF2B5EF4-FFF2-40B4-BE49-F238E27FC236}">
                    <a16:creationId xmlns:a16="http://schemas.microsoft.com/office/drawing/2014/main" id="{73238156-E6B2-D704-9218-35539AC9569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575800" y="2763838"/>
                <a:ext cx="234950" cy="234950"/>
              </a:xfrm>
              <a:custGeom>
                <a:avLst/>
                <a:gdLst>
                  <a:gd name="T0" fmla="*/ 6 w 256"/>
                  <a:gd name="T1" fmla="*/ 256 h 256"/>
                  <a:gd name="T2" fmla="*/ 0 w 256"/>
                  <a:gd name="T3" fmla="*/ 232 h 256"/>
                  <a:gd name="T4" fmla="*/ 233 w 256"/>
                  <a:gd name="T5" fmla="*/ 0 h 256"/>
                  <a:gd name="T6" fmla="*/ 256 w 256"/>
                  <a:gd name="T7" fmla="*/ 6 h 256"/>
                  <a:gd name="T8" fmla="*/ 6 w 256"/>
                  <a:gd name="T9" fmla="*/ 25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6" h="256">
                    <a:moveTo>
                      <a:pt x="6" y="256"/>
                    </a:moveTo>
                    <a:cubicBezTo>
                      <a:pt x="0" y="232"/>
                      <a:pt x="0" y="232"/>
                      <a:pt x="0" y="232"/>
                    </a:cubicBezTo>
                    <a:cubicBezTo>
                      <a:pt x="114" y="203"/>
                      <a:pt x="203" y="114"/>
                      <a:pt x="233" y="0"/>
                    </a:cubicBezTo>
                    <a:cubicBezTo>
                      <a:pt x="256" y="6"/>
                      <a:pt x="256" y="6"/>
                      <a:pt x="256" y="6"/>
                    </a:cubicBezTo>
                    <a:cubicBezTo>
                      <a:pt x="224" y="128"/>
                      <a:pt x="129" y="224"/>
                      <a:pt x="6" y="2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CLR 0">
                <a:extLst>
                  <a:ext uri="{FF2B5EF4-FFF2-40B4-BE49-F238E27FC236}">
                    <a16:creationId xmlns:a16="http://schemas.microsoft.com/office/drawing/2014/main" id="{1CBC9C1A-8630-000E-6F82-02DE8DCD6BB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575800" y="2379663"/>
                <a:ext cx="234950" cy="234950"/>
              </a:xfrm>
              <a:custGeom>
                <a:avLst/>
                <a:gdLst>
                  <a:gd name="T0" fmla="*/ 233 w 256"/>
                  <a:gd name="T1" fmla="*/ 256 h 256"/>
                  <a:gd name="T2" fmla="*/ 0 w 256"/>
                  <a:gd name="T3" fmla="*/ 23 h 256"/>
                  <a:gd name="T4" fmla="*/ 6 w 256"/>
                  <a:gd name="T5" fmla="*/ 0 h 256"/>
                  <a:gd name="T6" fmla="*/ 256 w 256"/>
                  <a:gd name="T7" fmla="*/ 250 h 256"/>
                  <a:gd name="T8" fmla="*/ 233 w 256"/>
                  <a:gd name="T9" fmla="*/ 25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6" h="256">
                    <a:moveTo>
                      <a:pt x="233" y="256"/>
                    </a:moveTo>
                    <a:cubicBezTo>
                      <a:pt x="203" y="141"/>
                      <a:pt x="114" y="52"/>
                      <a:pt x="0" y="2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28" y="31"/>
                      <a:pt x="224" y="127"/>
                      <a:pt x="256" y="250"/>
                    </a:cubicBezTo>
                    <a:lnTo>
                      <a:pt x="233" y="2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CLR 0">
                <a:extLst>
                  <a:ext uri="{FF2B5EF4-FFF2-40B4-BE49-F238E27FC236}">
                    <a16:creationId xmlns:a16="http://schemas.microsoft.com/office/drawing/2014/main" id="{62957D56-3C79-7C86-EBEB-EA6D0AD157B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191625" y="2381251"/>
                <a:ext cx="223838" cy="233363"/>
              </a:xfrm>
              <a:custGeom>
                <a:avLst/>
                <a:gdLst>
                  <a:gd name="T0" fmla="*/ 23 w 244"/>
                  <a:gd name="T1" fmla="*/ 253 h 253"/>
                  <a:gd name="T2" fmla="*/ 0 w 244"/>
                  <a:gd name="T3" fmla="*/ 247 h 253"/>
                  <a:gd name="T4" fmla="*/ 237 w 244"/>
                  <a:gd name="T5" fmla="*/ 0 h 253"/>
                  <a:gd name="T6" fmla="*/ 244 w 244"/>
                  <a:gd name="T7" fmla="*/ 23 h 253"/>
                  <a:gd name="T8" fmla="*/ 23 w 244"/>
                  <a:gd name="T9" fmla="*/ 253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4" h="253">
                    <a:moveTo>
                      <a:pt x="23" y="253"/>
                    </a:moveTo>
                    <a:cubicBezTo>
                      <a:pt x="0" y="247"/>
                      <a:pt x="0" y="247"/>
                      <a:pt x="0" y="247"/>
                    </a:cubicBezTo>
                    <a:cubicBezTo>
                      <a:pt x="30" y="129"/>
                      <a:pt x="121" y="35"/>
                      <a:pt x="237" y="0"/>
                    </a:cubicBezTo>
                    <a:cubicBezTo>
                      <a:pt x="244" y="23"/>
                      <a:pt x="244" y="23"/>
                      <a:pt x="244" y="23"/>
                    </a:cubicBezTo>
                    <a:cubicBezTo>
                      <a:pt x="136" y="55"/>
                      <a:pt x="51" y="143"/>
                      <a:pt x="23" y="2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CLR 0">
                <a:extLst>
                  <a:ext uri="{FF2B5EF4-FFF2-40B4-BE49-F238E27FC236}">
                    <a16:creationId xmlns:a16="http://schemas.microsoft.com/office/drawing/2014/main" id="{E9B8C237-AA34-1BE3-5687-AE0E2CC9CC1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191625" y="2763838"/>
                <a:ext cx="234950" cy="234950"/>
              </a:xfrm>
              <a:custGeom>
                <a:avLst/>
                <a:gdLst>
                  <a:gd name="T0" fmla="*/ 250 w 256"/>
                  <a:gd name="T1" fmla="*/ 256 h 256"/>
                  <a:gd name="T2" fmla="*/ 0 w 256"/>
                  <a:gd name="T3" fmla="*/ 6 h 256"/>
                  <a:gd name="T4" fmla="*/ 23 w 256"/>
                  <a:gd name="T5" fmla="*/ 0 h 256"/>
                  <a:gd name="T6" fmla="*/ 256 w 256"/>
                  <a:gd name="T7" fmla="*/ 232 h 256"/>
                  <a:gd name="T8" fmla="*/ 250 w 256"/>
                  <a:gd name="T9" fmla="*/ 25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6" h="256">
                    <a:moveTo>
                      <a:pt x="250" y="256"/>
                    </a:moveTo>
                    <a:cubicBezTo>
                      <a:pt x="127" y="224"/>
                      <a:pt x="31" y="128"/>
                      <a:pt x="0" y="6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52" y="114"/>
                      <a:pt x="142" y="203"/>
                      <a:pt x="256" y="232"/>
                    </a:cubicBezTo>
                    <a:lnTo>
                      <a:pt x="250" y="2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CLR 1">
                <a:extLst>
                  <a:ext uri="{FF2B5EF4-FFF2-40B4-BE49-F238E27FC236}">
                    <a16:creationId xmlns:a16="http://schemas.microsoft.com/office/drawing/2014/main" id="{BBC75CF4-D6F1-F8B5-DDF7-21A2D803E7A5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347200" y="2535238"/>
                <a:ext cx="307975" cy="307975"/>
              </a:xfrm>
              <a:custGeom>
                <a:avLst/>
                <a:gdLst>
                  <a:gd name="T0" fmla="*/ 168 w 336"/>
                  <a:gd name="T1" fmla="*/ 336 h 336"/>
                  <a:gd name="T2" fmla="*/ 0 w 336"/>
                  <a:gd name="T3" fmla="*/ 168 h 336"/>
                  <a:gd name="T4" fmla="*/ 168 w 336"/>
                  <a:gd name="T5" fmla="*/ 0 h 336"/>
                  <a:gd name="T6" fmla="*/ 336 w 336"/>
                  <a:gd name="T7" fmla="*/ 168 h 336"/>
                  <a:gd name="T8" fmla="*/ 168 w 336"/>
                  <a:gd name="T9" fmla="*/ 336 h 336"/>
                  <a:gd name="T10" fmla="*/ 168 w 336"/>
                  <a:gd name="T11" fmla="*/ 24 h 336"/>
                  <a:gd name="T12" fmla="*/ 24 w 336"/>
                  <a:gd name="T13" fmla="*/ 168 h 336"/>
                  <a:gd name="T14" fmla="*/ 168 w 336"/>
                  <a:gd name="T15" fmla="*/ 312 h 336"/>
                  <a:gd name="T16" fmla="*/ 312 w 336"/>
                  <a:gd name="T17" fmla="*/ 168 h 336"/>
                  <a:gd name="T18" fmla="*/ 168 w 336"/>
                  <a:gd name="T19" fmla="*/ 24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6" h="336">
                    <a:moveTo>
                      <a:pt x="168" y="336"/>
                    </a:moveTo>
                    <a:cubicBezTo>
                      <a:pt x="75" y="336"/>
                      <a:pt x="0" y="260"/>
                      <a:pt x="0" y="168"/>
                    </a:cubicBezTo>
                    <a:cubicBezTo>
                      <a:pt x="0" y="75"/>
                      <a:pt x="75" y="0"/>
                      <a:pt x="168" y="0"/>
                    </a:cubicBezTo>
                    <a:cubicBezTo>
                      <a:pt x="260" y="0"/>
                      <a:pt x="336" y="75"/>
                      <a:pt x="336" y="168"/>
                    </a:cubicBezTo>
                    <a:cubicBezTo>
                      <a:pt x="336" y="260"/>
                      <a:pt x="260" y="336"/>
                      <a:pt x="168" y="336"/>
                    </a:cubicBezTo>
                    <a:close/>
                    <a:moveTo>
                      <a:pt x="168" y="24"/>
                    </a:moveTo>
                    <a:cubicBezTo>
                      <a:pt x="88" y="24"/>
                      <a:pt x="24" y="88"/>
                      <a:pt x="24" y="168"/>
                    </a:cubicBezTo>
                    <a:cubicBezTo>
                      <a:pt x="24" y="247"/>
                      <a:pt x="88" y="312"/>
                      <a:pt x="168" y="312"/>
                    </a:cubicBezTo>
                    <a:cubicBezTo>
                      <a:pt x="247" y="312"/>
                      <a:pt x="312" y="247"/>
                      <a:pt x="312" y="168"/>
                    </a:cubicBezTo>
                    <a:cubicBezTo>
                      <a:pt x="312" y="88"/>
                      <a:pt x="247" y="24"/>
                      <a:pt x="16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CLR 0">
                <a:extLst>
                  <a:ext uri="{FF2B5EF4-FFF2-40B4-BE49-F238E27FC236}">
                    <a16:creationId xmlns:a16="http://schemas.microsoft.com/office/drawing/2014/main" id="{920348D4-F49F-C64B-AC4A-EF388A98E1D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625013" y="2813051"/>
                <a:ext cx="136525" cy="138113"/>
              </a:xfrm>
              <a:custGeom>
                <a:avLst/>
                <a:gdLst>
                  <a:gd name="T0" fmla="*/ 76 w 86"/>
                  <a:gd name="T1" fmla="*/ 87 h 87"/>
                  <a:gd name="T2" fmla="*/ 0 w 86"/>
                  <a:gd name="T3" fmla="*/ 10 h 87"/>
                  <a:gd name="T4" fmla="*/ 10 w 86"/>
                  <a:gd name="T5" fmla="*/ 0 h 87"/>
                  <a:gd name="T6" fmla="*/ 86 w 86"/>
                  <a:gd name="T7" fmla="*/ 77 h 87"/>
                  <a:gd name="T8" fmla="*/ 76 w 8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87">
                    <a:moveTo>
                      <a:pt x="76" y="87"/>
                    </a:moveTo>
                    <a:lnTo>
                      <a:pt x="0" y="10"/>
                    </a:lnTo>
                    <a:lnTo>
                      <a:pt x="10" y="0"/>
                    </a:lnTo>
                    <a:lnTo>
                      <a:pt x="86" y="77"/>
                    </a:lnTo>
                    <a:lnTo>
                      <a:pt x="76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CLR 0">
                <a:extLst>
                  <a:ext uri="{FF2B5EF4-FFF2-40B4-BE49-F238E27FC236}">
                    <a16:creationId xmlns:a16="http://schemas.microsoft.com/office/drawing/2014/main" id="{89319FD3-1075-0A94-19CF-BBEBC3A1972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239250" y="2427288"/>
                <a:ext cx="136525" cy="136525"/>
              </a:xfrm>
              <a:custGeom>
                <a:avLst/>
                <a:gdLst>
                  <a:gd name="T0" fmla="*/ 76 w 86"/>
                  <a:gd name="T1" fmla="*/ 86 h 86"/>
                  <a:gd name="T2" fmla="*/ 0 w 86"/>
                  <a:gd name="T3" fmla="*/ 10 h 86"/>
                  <a:gd name="T4" fmla="*/ 10 w 86"/>
                  <a:gd name="T5" fmla="*/ 0 h 86"/>
                  <a:gd name="T6" fmla="*/ 86 w 86"/>
                  <a:gd name="T7" fmla="*/ 76 h 86"/>
                  <a:gd name="T8" fmla="*/ 76 w 8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86">
                    <a:moveTo>
                      <a:pt x="76" y="86"/>
                    </a:moveTo>
                    <a:lnTo>
                      <a:pt x="0" y="10"/>
                    </a:lnTo>
                    <a:lnTo>
                      <a:pt x="10" y="0"/>
                    </a:lnTo>
                    <a:lnTo>
                      <a:pt x="86" y="76"/>
                    </a:lnTo>
                    <a:lnTo>
                      <a:pt x="76" y="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CLR 0">
                <a:extLst>
                  <a:ext uri="{FF2B5EF4-FFF2-40B4-BE49-F238E27FC236}">
                    <a16:creationId xmlns:a16="http://schemas.microsoft.com/office/drawing/2014/main" id="{0CFA8CFE-367E-7A94-C1CF-DBC5357531A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625013" y="2427288"/>
                <a:ext cx="136525" cy="136525"/>
              </a:xfrm>
              <a:custGeom>
                <a:avLst/>
                <a:gdLst>
                  <a:gd name="T0" fmla="*/ 10 w 86"/>
                  <a:gd name="T1" fmla="*/ 86 h 86"/>
                  <a:gd name="T2" fmla="*/ 0 w 86"/>
                  <a:gd name="T3" fmla="*/ 76 h 86"/>
                  <a:gd name="T4" fmla="*/ 76 w 86"/>
                  <a:gd name="T5" fmla="*/ 0 h 86"/>
                  <a:gd name="T6" fmla="*/ 86 w 86"/>
                  <a:gd name="T7" fmla="*/ 10 h 86"/>
                  <a:gd name="T8" fmla="*/ 10 w 8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86">
                    <a:moveTo>
                      <a:pt x="10" y="86"/>
                    </a:moveTo>
                    <a:lnTo>
                      <a:pt x="0" y="76"/>
                    </a:lnTo>
                    <a:lnTo>
                      <a:pt x="76" y="0"/>
                    </a:lnTo>
                    <a:lnTo>
                      <a:pt x="86" y="10"/>
                    </a:lnTo>
                    <a:lnTo>
                      <a:pt x="10" y="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CLR 0">
                <a:extLst>
                  <a:ext uri="{FF2B5EF4-FFF2-40B4-BE49-F238E27FC236}">
                    <a16:creationId xmlns:a16="http://schemas.microsoft.com/office/drawing/2014/main" id="{51E07394-C426-7452-D8CC-F8F92A6A4F9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239250" y="2813051"/>
                <a:ext cx="136525" cy="138113"/>
              </a:xfrm>
              <a:custGeom>
                <a:avLst/>
                <a:gdLst>
                  <a:gd name="T0" fmla="*/ 10 w 86"/>
                  <a:gd name="T1" fmla="*/ 87 h 87"/>
                  <a:gd name="T2" fmla="*/ 0 w 86"/>
                  <a:gd name="T3" fmla="*/ 77 h 87"/>
                  <a:gd name="T4" fmla="*/ 76 w 86"/>
                  <a:gd name="T5" fmla="*/ 0 h 87"/>
                  <a:gd name="T6" fmla="*/ 86 w 86"/>
                  <a:gd name="T7" fmla="*/ 10 h 87"/>
                  <a:gd name="T8" fmla="*/ 10 w 8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87">
                    <a:moveTo>
                      <a:pt x="10" y="87"/>
                    </a:moveTo>
                    <a:lnTo>
                      <a:pt x="0" y="77"/>
                    </a:lnTo>
                    <a:lnTo>
                      <a:pt x="76" y="0"/>
                    </a:lnTo>
                    <a:lnTo>
                      <a:pt x="86" y="10"/>
                    </a:lnTo>
                    <a:lnTo>
                      <a:pt x="10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CLR 1">
                <a:extLst>
                  <a:ext uri="{FF2B5EF4-FFF2-40B4-BE49-F238E27FC236}">
                    <a16:creationId xmlns:a16="http://schemas.microsoft.com/office/drawing/2014/main" id="{2C1D509B-4132-C287-FC3D-FD0A11DB519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434513" y="2535238"/>
                <a:ext cx="133350" cy="307975"/>
              </a:xfrm>
              <a:custGeom>
                <a:avLst/>
                <a:gdLst>
                  <a:gd name="T0" fmla="*/ 72 w 144"/>
                  <a:gd name="T1" fmla="*/ 336 h 336"/>
                  <a:gd name="T2" fmla="*/ 0 w 144"/>
                  <a:gd name="T3" fmla="*/ 168 h 336"/>
                  <a:gd name="T4" fmla="*/ 72 w 144"/>
                  <a:gd name="T5" fmla="*/ 0 h 336"/>
                  <a:gd name="T6" fmla="*/ 144 w 144"/>
                  <a:gd name="T7" fmla="*/ 168 h 336"/>
                  <a:gd name="T8" fmla="*/ 72 w 144"/>
                  <a:gd name="T9" fmla="*/ 336 h 336"/>
                  <a:gd name="T10" fmla="*/ 72 w 144"/>
                  <a:gd name="T11" fmla="*/ 24 h 336"/>
                  <a:gd name="T12" fmla="*/ 24 w 144"/>
                  <a:gd name="T13" fmla="*/ 168 h 336"/>
                  <a:gd name="T14" fmla="*/ 72 w 144"/>
                  <a:gd name="T15" fmla="*/ 312 h 336"/>
                  <a:gd name="T16" fmla="*/ 120 w 144"/>
                  <a:gd name="T17" fmla="*/ 168 h 336"/>
                  <a:gd name="T18" fmla="*/ 72 w 144"/>
                  <a:gd name="T19" fmla="*/ 24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4" h="336">
                    <a:moveTo>
                      <a:pt x="72" y="336"/>
                    </a:moveTo>
                    <a:cubicBezTo>
                      <a:pt x="25" y="336"/>
                      <a:pt x="0" y="249"/>
                      <a:pt x="0" y="168"/>
                    </a:cubicBezTo>
                    <a:cubicBezTo>
                      <a:pt x="0" y="86"/>
                      <a:pt x="25" y="0"/>
                      <a:pt x="72" y="0"/>
                    </a:cubicBezTo>
                    <a:cubicBezTo>
                      <a:pt x="119" y="0"/>
                      <a:pt x="144" y="86"/>
                      <a:pt x="144" y="168"/>
                    </a:cubicBezTo>
                    <a:cubicBezTo>
                      <a:pt x="144" y="249"/>
                      <a:pt x="119" y="336"/>
                      <a:pt x="72" y="336"/>
                    </a:cubicBezTo>
                    <a:close/>
                    <a:moveTo>
                      <a:pt x="72" y="24"/>
                    </a:moveTo>
                    <a:cubicBezTo>
                      <a:pt x="52" y="24"/>
                      <a:pt x="24" y="78"/>
                      <a:pt x="24" y="168"/>
                    </a:cubicBezTo>
                    <a:cubicBezTo>
                      <a:pt x="24" y="257"/>
                      <a:pt x="52" y="312"/>
                      <a:pt x="72" y="312"/>
                    </a:cubicBezTo>
                    <a:cubicBezTo>
                      <a:pt x="92" y="312"/>
                      <a:pt x="120" y="257"/>
                      <a:pt x="120" y="168"/>
                    </a:cubicBezTo>
                    <a:cubicBezTo>
                      <a:pt x="120" y="78"/>
                      <a:pt x="92" y="24"/>
                      <a:pt x="72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CLR 1">
                <a:extLst>
                  <a:ext uri="{FF2B5EF4-FFF2-40B4-BE49-F238E27FC236}">
                    <a16:creationId xmlns:a16="http://schemas.microsoft.com/office/drawing/2014/main" id="{33FDAE67-943F-CCE7-92B0-778FE8E73528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9347200" y="2622551"/>
                <a:ext cx="307975" cy="133350"/>
              </a:xfrm>
              <a:custGeom>
                <a:avLst/>
                <a:gdLst>
                  <a:gd name="T0" fmla="*/ 168 w 336"/>
                  <a:gd name="T1" fmla="*/ 144 h 144"/>
                  <a:gd name="T2" fmla="*/ 0 w 336"/>
                  <a:gd name="T3" fmla="*/ 72 h 144"/>
                  <a:gd name="T4" fmla="*/ 168 w 336"/>
                  <a:gd name="T5" fmla="*/ 0 h 144"/>
                  <a:gd name="T6" fmla="*/ 336 w 336"/>
                  <a:gd name="T7" fmla="*/ 72 h 144"/>
                  <a:gd name="T8" fmla="*/ 168 w 336"/>
                  <a:gd name="T9" fmla="*/ 144 h 144"/>
                  <a:gd name="T10" fmla="*/ 168 w 336"/>
                  <a:gd name="T11" fmla="*/ 24 h 144"/>
                  <a:gd name="T12" fmla="*/ 24 w 336"/>
                  <a:gd name="T13" fmla="*/ 72 h 144"/>
                  <a:gd name="T14" fmla="*/ 168 w 336"/>
                  <a:gd name="T15" fmla="*/ 120 h 144"/>
                  <a:gd name="T16" fmla="*/ 312 w 336"/>
                  <a:gd name="T17" fmla="*/ 72 h 144"/>
                  <a:gd name="T18" fmla="*/ 168 w 336"/>
                  <a:gd name="T19" fmla="*/ 2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6" h="144">
                    <a:moveTo>
                      <a:pt x="168" y="144"/>
                    </a:moveTo>
                    <a:cubicBezTo>
                      <a:pt x="86" y="144"/>
                      <a:pt x="0" y="118"/>
                      <a:pt x="0" y="72"/>
                    </a:cubicBezTo>
                    <a:cubicBezTo>
                      <a:pt x="0" y="25"/>
                      <a:pt x="86" y="0"/>
                      <a:pt x="168" y="0"/>
                    </a:cubicBezTo>
                    <a:cubicBezTo>
                      <a:pt x="249" y="0"/>
                      <a:pt x="336" y="25"/>
                      <a:pt x="336" y="72"/>
                    </a:cubicBezTo>
                    <a:cubicBezTo>
                      <a:pt x="336" y="118"/>
                      <a:pt x="249" y="144"/>
                      <a:pt x="168" y="144"/>
                    </a:cubicBezTo>
                    <a:close/>
                    <a:moveTo>
                      <a:pt x="168" y="24"/>
                    </a:moveTo>
                    <a:cubicBezTo>
                      <a:pt x="79" y="24"/>
                      <a:pt x="24" y="52"/>
                      <a:pt x="24" y="72"/>
                    </a:cubicBezTo>
                    <a:cubicBezTo>
                      <a:pt x="24" y="92"/>
                      <a:pt x="79" y="120"/>
                      <a:pt x="168" y="120"/>
                    </a:cubicBezTo>
                    <a:cubicBezTo>
                      <a:pt x="257" y="120"/>
                      <a:pt x="312" y="92"/>
                      <a:pt x="312" y="72"/>
                    </a:cubicBezTo>
                    <a:cubicBezTo>
                      <a:pt x="312" y="52"/>
                      <a:pt x="257" y="24"/>
                      <a:pt x="16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58" name="easyIcon">
            <a:extLst>
              <a:ext uri="{FF2B5EF4-FFF2-40B4-BE49-F238E27FC236}">
                <a16:creationId xmlns:a16="http://schemas.microsoft.com/office/drawing/2014/main" id="{E1A7CB8D-A6AF-C4F0-3679-FD9F9A487464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344942" y="3709873"/>
            <a:ext cx="655681" cy="655682"/>
            <a:chOff x="6076107" y="1973875"/>
            <a:chExt cx="864001" cy="864001"/>
          </a:xfrm>
          <a:solidFill>
            <a:srgbClr val="00B6AB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9" name="Background">
              <a:extLst>
                <a:ext uri="{FF2B5EF4-FFF2-40B4-BE49-F238E27FC236}">
                  <a16:creationId xmlns:a16="http://schemas.microsoft.com/office/drawing/2014/main" id="{263E2F98-C745-EAF5-F105-892715B1CB48}"/>
                </a:ext>
              </a:extLst>
            </p:cNvPr>
            <p:cNvSpPr/>
            <p:nvPr/>
          </p:nvSpPr>
          <p:spPr>
            <a:xfrm>
              <a:off x="6076107" y="1973875"/>
              <a:ext cx="864001" cy="864001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1BB68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987" tIns="73987" rIns="73987" bIns="73987" rtlCol="0" anchor="ctr"/>
            <a:lstStyle/>
            <a:p>
              <a:pPr algn="ctr" defTabSz="1036198"/>
              <a:endParaRPr lang="en-US" sz="16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60" name="Group 2460">
              <a:extLst>
                <a:ext uri="{FF2B5EF4-FFF2-40B4-BE49-F238E27FC236}">
                  <a16:creationId xmlns:a16="http://schemas.microsoft.com/office/drawing/2014/main" id="{D2A3A5E4-E423-B83B-7238-358618DEEB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20103" y="2152981"/>
              <a:ext cx="576001" cy="505790"/>
              <a:chOff x="1223962" y="1260476"/>
              <a:chExt cx="703263" cy="617538"/>
            </a:xfrm>
            <a:grpFill/>
          </p:grpSpPr>
          <p:sp>
            <p:nvSpPr>
              <p:cNvPr id="61" name="CLR 0">
                <a:extLst>
                  <a:ext uri="{FF2B5EF4-FFF2-40B4-BE49-F238E27FC236}">
                    <a16:creationId xmlns:a16="http://schemas.microsoft.com/office/drawing/2014/main" id="{9E11749D-C82C-2742-F867-0E8D6F1AA3E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223962" y="1260476"/>
                <a:ext cx="615950" cy="506413"/>
              </a:xfrm>
              <a:custGeom>
                <a:avLst/>
                <a:gdLst>
                  <a:gd name="T0" fmla="*/ 432 w 672"/>
                  <a:gd name="T1" fmla="*/ 552 h 552"/>
                  <a:gd name="T2" fmla="*/ 48 w 672"/>
                  <a:gd name="T3" fmla="*/ 552 h 552"/>
                  <a:gd name="T4" fmla="*/ 0 w 672"/>
                  <a:gd name="T5" fmla="*/ 504 h 552"/>
                  <a:gd name="T6" fmla="*/ 0 w 672"/>
                  <a:gd name="T7" fmla="*/ 48 h 552"/>
                  <a:gd name="T8" fmla="*/ 48 w 672"/>
                  <a:gd name="T9" fmla="*/ 0 h 552"/>
                  <a:gd name="T10" fmla="*/ 624 w 672"/>
                  <a:gd name="T11" fmla="*/ 0 h 552"/>
                  <a:gd name="T12" fmla="*/ 672 w 672"/>
                  <a:gd name="T13" fmla="*/ 48 h 552"/>
                  <a:gd name="T14" fmla="*/ 672 w 672"/>
                  <a:gd name="T15" fmla="*/ 120 h 552"/>
                  <a:gd name="T16" fmla="*/ 648 w 672"/>
                  <a:gd name="T17" fmla="*/ 120 h 552"/>
                  <a:gd name="T18" fmla="*/ 648 w 672"/>
                  <a:gd name="T19" fmla="*/ 48 h 552"/>
                  <a:gd name="T20" fmla="*/ 624 w 672"/>
                  <a:gd name="T21" fmla="*/ 24 h 552"/>
                  <a:gd name="T22" fmla="*/ 48 w 672"/>
                  <a:gd name="T23" fmla="*/ 24 h 552"/>
                  <a:gd name="T24" fmla="*/ 24 w 672"/>
                  <a:gd name="T25" fmla="*/ 48 h 552"/>
                  <a:gd name="T26" fmla="*/ 24 w 672"/>
                  <a:gd name="T27" fmla="*/ 504 h 552"/>
                  <a:gd name="T28" fmla="*/ 48 w 672"/>
                  <a:gd name="T29" fmla="*/ 528 h 552"/>
                  <a:gd name="T30" fmla="*/ 432 w 672"/>
                  <a:gd name="T31" fmla="*/ 528 h 552"/>
                  <a:gd name="T32" fmla="*/ 432 w 672"/>
                  <a:gd name="T33" fmla="*/ 552 h 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72" h="552">
                    <a:moveTo>
                      <a:pt x="432" y="552"/>
                    </a:moveTo>
                    <a:cubicBezTo>
                      <a:pt x="48" y="552"/>
                      <a:pt x="48" y="552"/>
                      <a:pt x="48" y="552"/>
                    </a:cubicBezTo>
                    <a:cubicBezTo>
                      <a:pt x="21" y="552"/>
                      <a:pt x="0" y="530"/>
                      <a:pt x="0" y="50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8" y="0"/>
                    </a:cubicBezTo>
                    <a:cubicBezTo>
                      <a:pt x="624" y="0"/>
                      <a:pt x="624" y="0"/>
                      <a:pt x="624" y="0"/>
                    </a:cubicBezTo>
                    <a:cubicBezTo>
                      <a:pt x="650" y="0"/>
                      <a:pt x="672" y="21"/>
                      <a:pt x="672" y="48"/>
                    </a:cubicBezTo>
                    <a:cubicBezTo>
                      <a:pt x="672" y="120"/>
                      <a:pt x="672" y="120"/>
                      <a:pt x="672" y="120"/>
                    </a:cubicBezTo>
                    <a:cubicBezTo>
                      <a:pt x="648" y="120"/>
                      <a:pt x="648" y="120"/>
                      <a:pt x="648" y="120"/>
                    </a:cubicBezTo>
                    <a:cubicBezTo>
                      <a:pt x="648" y="48"/>
                      <a:pt x="648" y="48"/>
                      <a:pt x="648" y="48"/>
                    </a:cubicBezTo>
                    <a:cubicBezTo>
                      <a:pt x="648" y="34"/>
                      <a:pt x="637" y="24"/>
                      <a:pt x="624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34" y="24"/>
                      <a:pt x="24" y="34"/>
                      <a:pt x="24" y="48"/>
                    </a:cubicBezTo>
                    <a:cubicBezTo>
                      <a:pt x="24" y="504"/>
                      <a:pt x="24" y="504"/>
                      <a:pt x="24" y="504"/>
                    </a:cubicBezTo>
                    <a:cubicBezTo>
                      <a:pt x="24" y="517"/>
                      <a:pt x="34" y="528"/>
                      <a:pt x="48" y="528"/>
                    </a:cubicBezTo>
                    <a:cubicBezTo>
                      <a:pt x="432" y="528"/>
                      <a:pt x="432" y="528"/>
                      <a:pt x="432" y="528"/>
                    </a:cubicBezTo>
                    <a:lnTo>
                      <a:pt x="432" y="5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CLR 0">
                <a:extLst>
                  <a:ext uri="{FF2B5EF4-FFF2-40B4-BE49-F238E27FC236}">
                    <a16:creationId xmlns:a16="http://schemas.microsoft.com/office/drawing/2014/main" id="{E27DA7B4-F395-0796-DD1D-65AA1539433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74800" y="1755776"/>
                <a:ext cx="22225" cy="1111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CLR 0">
                <a:extLst>
                  <a:ext uri="{FF2B5EF4-FFF2-40B4-BE49-F238E27FC236}">
                    <a16:creationId xmlns:a16="http://schemas.microsoft.com/office/drawing/2014/main" id="{18426C6F-E10F-730B-14E8-600B8CB8FA2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65262" y="1755776"/>
                <a:ext cx="22225" cy="1111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CLR 0">
                <a:extLst>
                  <a:ext uri="{FF2B5EF4-FFF2-40B4-BE49-F238E27FC236}">
                    <a16:creationId xmlns:a16="http://schemas.microsoft.com/office/drawing/2014/main" id="{13E6ADCC-F067-D44E-4822-BDB07C137C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43037" y="1855788"/>
                <a:ext cx="176213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CLR 0">
                <a:extLst>
                  <a:ext uri="{FF2B5EF4-FFF2-40B4-BE49-F238E27FC236}">
                    <a16:creationId xmlns:a16="http://schemas.microsoft.com/office/drawing/2014/main" id="{14D5330C-BBF9-1A13-012B-E81A3007516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35073" y="1657351"/>
                <a:ext cx="384174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CLR 0">
                <a:extLst>
                  <a:ext uri="{FF2B5EF4-FFF2-40B4-BE49-F238E27FC236}">
                    <a16:creationId xmlns:a16="http://schemas.microsoft.com/office/drawing/2014/main" id="{E6EE2DFA-0B0A-822C-6697-8EC55E95B4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20825" y="1701801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CLR 0">
                <a:extLst>
                  <a:ext uri="{FF2B5EF4-FFF2-40B4-BE49-F238E27FC236}">
                    <a16:creationId xmlns:a16="http://schemas.microsoft.com/office/drawing/2014/main" id="{9780CD0F-C629-F6B0-9B9D-198A0AA437E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641475" y="1393826"/>
                <a:ext cx="285750" cy="484188"/>
              </a:xfrm>
              <a:custGeom>
                <a:avLst/>
                <a:gdLst>
                  <a:gd name="T0" fmla="*/ 276 w 312"/>
                  <a:gd name="T1" fmla="*/ 528 h 528"/>
                  <a:gd name="T2" fmla="*/ 36 w 312"/>
                  <a:gd name="T3" fmla="*/ 528 h 528"/>
                  <a:gd name="T4" fmla="*/ 0 w 312"/>
                  <a:gd name="T5" fmla="*/ 492 h 528"/>
                  <a:gd name="T6" fmla="*/ 0 w 312"/>
                  <a:gd name="T7" fmla="*/ 192 h 528"/>
                  <a:gd name="T8" fmla="*/ 24 w 312"/>
                  <a:gd name="T9" fmla="*/ 192 h 528"/>
                  <a:gd name="T10" fmla="*/ 24 w 312"/>
                  <a:gd name="T11" fmla="*/ 492 h 528"/>
                  <a:gd name="T12" fmla="*/ 36 w 312"/>
                  <a:gd name="T13" fmla="*/ 504 h 528"/>
                  <a:gd name="T14" fmla="*/ 276 w 312"/>
                  <a:gd name="T15" fmla="*/ 504 h 528"/>
                  <a:gd name="T16" fmla="*/ 288 w 312"/>
                  <a:gd name="T17" fmla="*/ 492 h 528"/>
                  <a:gd name="T18" fmla="*/ 288 w 312"/>
                  <a:gd name="T19" fmla="*/ 36 h 528"/>
                  <a:gd name="T20" fmla="*/ 276 w 312"/>
                  <a:gd name="T21" fmla="*/ 24 h 528"/>
                  <a:gd name="T22" fmla="*/ 36 w 312"/>
                  <a:gd name="T23" fmla="*/ 24 h 528"/>
                  <a:gd name="T24" fmla="*/ 24 w 312"/>
                  <a:gd name="T25" fmla="*/ 36 h 528"/>
                  <a:gd name="T26" fmla="*/ 24 w 312"/>
                  <a:gd name="T27" fmla="*/ 72 h 528"/>
                  <a:gd name="T28" fmla="*/ 0 w 312"/>
                  <a:gd name="T29" fmla="*/ 72 h 528"/>
                  <a:gd name="T30" fmla="*/ 0 w 312"/>
                  <a:gd name="T31" fmla="*/ 36 h 528"/>
                  <a:gd name="T32" fmla="*/ 36 w 312"/>
                  <a:gd name="T33" fmla="*/ 0 h 528"/>
                  <a:gd name="T34" fmla="*/ 276 w 312"/>
                  <a:gd name="T35" fmla="*/ 0 h 528"/>
                  <a:gd name="T36" fmla="*/ 312 w 312"/>
                  <a:gd name="T37" fmla="*/ 36 h 528"/>
                  <a:gd name="T38" fmla="*/ 312 w 312"/>
                  <a:gd name="T39" fmla="*/ 492 h 528"/>
                  <a:gd name="T40" fmla="*/ 276 w 312"/>
                  <a:gd name="T41" fmla="*/ 528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12" h="528">
                    <a:moveTo>
                      <a:pt x="276" y="528"/>
                    </a:moveTo>
                    <a:cubicBezTo>
                      <a:pt x="36" y="528"/>
                      <a:pt x="36" y="528"/>
                      <a:pt x="36" y="528"/>
                    </a:cubicBezTo>
                    <a:cubicBezTo>
                      <a:pt x="16" y="528"/>
                      <a:pt x="0" y="511"/>
                      <a:pt x="0" y="492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24" y="192"/>
                      <a:pt x="24" y="192"/>
                      <a:pt x="24" y="192"/>
                    </a:cubicBezTo>
                    <a:cubicBezTo>
                      <a:pt x="24" y="492"/>
                      <a:pt x="24" y="492"/>
                      <a:pt x="24" y="492"/>
                    </a:cubicBezTo>
                    <a:cubicBezTo>
                      <a:pt x="24" y="498"/>
                      <a:pt x="29" y="504"/>
                      <a:pt x="36" y="504"/>
                    </a:cubicBezTo>
                    <a:cubicBezTo>
                      <a:pt x="276" y="504"/>
                      <a:pt x="276" y="504"/>
                      <a:pt x="276" y="504"/>
                    </a:cubicBezTo>
                    <a:cubicBezTo>
                      <a:pt x="282" y="504"/>
                      <a:pt x="288" y="498"/>
                      <a:pt x="288" y="492"/>
                    </a:cubicBezTo>
                    <a:cubicBezTo>
                      <a:pt x="288" y="36"/>
                      <a:pt x="288" y="36"/>
                      <a:pt x="288" y="36"/>
                    </a:cubicBezTo>
                    <a:cubicBezTo>
                      <a:pt x="288" y="29"/>
                      <a:pt x="282" y="24"/>
                      <a:pt x="276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29" y="24"/>
                      <a:pt x="24" y="29"/>
                      <a:pt x="24" y="36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276" y="0"/>
                      <a:pt x="276" y="0"/>
                      <a:pt x="276" y="0"/>
                    </a:cubicBezTo>
                    <a:cubicBezTo>
                      <a:pt x="295" y="0"/>
                      <a:pt x="312" y="16"/>
                      <a:pt x="312" y="36"/>
                    </a:cubicBezTo>
                    <a:cubicBezTo>
                      <a:pt x="312" y="492"/>
                      <a:pt x="312" y="492"/>
                      <a:pt x="312" y="492"/>
                    </a:cubicBezTo>
                    <a:cubicBezTo>
                      <a:pt x="312" y="511"/>
                      <a:pt x="295" y="528"/>
                      <a:pt x="276" y="5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CLR 0">
                <a:extLst>
                  <a:ext uri="{FF2B5EF4-FFF2-40B4-BE49-F238E27FC236}">
                    <a16:creationId xmlns:a16="http://schemas.microsoft.com/office/drawing/2014/main" id="{17FDAAB2-F619-970B-A257-24A51059BCE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62125" y="1811338"/>
                <a:ext cx="444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CLR 1">
                <a:extLst>
                  <a:ext uri="{FF2B5EF4-FFF2-40B4-BE49-F238E27FC236}">
                    <a16:creationId xmlns:a16="http://schemas.microsoft.com/office/drawing/2014/main" id="{0D2C1D3E-D96D-F16E-4F0E-B6BA33BB487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74800" y="1525588"/>
                <a:ext cx="242888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43434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CLR 1">
                <a:extLst>
                  <a:ext uri="{FF2B5EF4-FFF2-40B4-BE49-F238E27FC236}">
                    <a16:creationId xmlns:a16="http://schemas.microsoft.com/office/drawing/2014/main" id="{5B4811DE-48A7-E5A9-5EC2-B6B20291FE9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98600" y="1481138"/>
                <a:ext cx="209550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43434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CLR 1">
                <a:extLst>
                  <a:ext uri="{FF2B5EF4-FFF2-40B4-BE49-F238E27FC236}">
                    <a16:creationId xmlns:a16="http://schemas.microsoft.com/office/drawing/2014/main" id="{AAF5FF72-D06D-94EF-AB42-D8B8B54715A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482725" y="1446213"/>
                <a:ext cx="60325" cy="90488"/>
              </a:xfrm>
              <a:custGeom>
                <a:avLst/>
                <a:gdLst>
                  <a:gd name="T0" fmla="*/ 53 w 66"/>
                  <a:gd name="T1" fmla="*/ 98 h 98"/>
                  <a:gd name="T2" fmla="*/ 44 w 66"/>
                  <a:gd name="T3" fmla="*/ 94 h 98"/>
                  <a:gd name="T4" fmla="*/ 0 w 66"/>
                  <a:gd name="T5" fmla="*/ 50 h 98"/>
                  <a:gd name="T6" fmla="*/ 44 w 66"/>
                  <a:gd name="T7" fmla="*/ 5 h 98"/>
                  <a:gd name="T8" fmla="*/ 61 w 66"/>
                  <a:gd name="T9" fmla="*/ 5 h 98"/>
                  <a:gd name="T10" fmla="*/ 61 w 66"/>
                  <a:gd name="T11" fmla="*/ 22 h 98"/>
                  <a:gd name="T12" fmla="*/ 34 w 66"/>
                  <a:gd name="T13" fmla="*/ 50 h 98"/>
                  <a:gd name="T14" fmla="*/ 61 w 66"/>
                  <a:gd name="T15" fmla="*/ 77 h 98"/>
                  <a:gd name="T16" fmla="*/ 61 w 66"/>
                  <a:gd name="T17" fmla="*/ 94 h 98"/>
                  <a:gd name="T18" fmla="*/ 53 w 66"/>
                  <a:gd name="T19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" h="98">
                    <a:moveTo>
                      <a:pt x="53" y="98"/>
                    </a:moveTo>
                    <a:cubicBezTo>
                      <a:pt x="49" y="98"/>
                      <a:pt x="46" y="96"/>
                      <a:pt x="44" y="94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9" y="0"/>
                      <a:pt x="56" y="0"/>
                      <a:pt x="61" y="5"/>
                    </a:cubicBezTo>
                    <a:cubicBezTo>
                      <a:pt x="66" y="10"/>
                      <a:pt x="66" y="17"/>
                      <a:pt x="61" y="22"/>
                    </a:cubicBezTo>
                    <a:cubicBezTo>
                      <a:pt x="34" y="50"/>
                      <a:pt x="34" y="50"/>
                      <a:pt x="34" y="50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6" y="82"/>
                      <a:pt x="66" y="89"/>
                      <a:pt x="61" y="94"/>
                    </a:cubicBezTo>
                    <a:cubicBezTo>
                      <a:pt x="59" y="96"/>
                      <a:pt x="56" y="98"/>
                      <a:pt x="53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43434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CLR 1">
                <a:extLst>
                  <a:ext uri="{FF2B5EF4-FFF2-40B4-BE49-F238E27FC236}">
                    <a16:creationId xmlns:a16="http://schemas.microsoft.com/office/drawing/2014/main" id="{1154FBFE-CB7D-012A-2832-B70295486BD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71650" y="1490663"/>
                <a:ext cx="57150" cy="57150"/>
              </a:xfrm>
              <a:custGeom>
                <a:avLst/>
                <a:gdLst>
                  <a:gd name="T0" fmla="*/ 50 w 63"/>
                  <a:gd name="T1" fmla="*/ 62 h 62"/>
                  <a:gd name="T2" fmla="*/ 41 w 63"/>
                  <a:gd name="T3" fmla="*/ 58 h 62"/>
                  <a:gd name="T4" fmla="*/ 5 w 63"/>
                  <a:gd name="T5" fmla="*/ 22 h 62"/>
                  <a:gd name="T6" fmla="*/ 5 w 63"/>
                  <a:gd name="T7" fmla="*/ 5 h 62"/>
                  <a:gd name="T8" fmla="*/ 22 w 63"/>
                  <a:gd name="T9" fmla="*/ 5 h 62"/>
                  <a:gd name="T10" fmla="*/ 58 w 63"/>
                  <a:gd name="T11" fmla="*/ 41 h 62"/>
                  <a:gd name="T12" fmla="*/ 58 w 63"/>
                  <a:gd name="T13" fmla="*/ 58 h 62"/>
                  <a:gd name="T14" fmla="*/ 50 w 63"/>
                  <a:gd name="T15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62">
                    <a:moveTo>
                      <a:pt x="50" y="62"/>
                    </a:moveTo>
                    <a:cubicBezTo>
                      <a:pt x="46" y="62"/>
                      <a:pt x="43" y="60"/>
                      <a:pt x="41" y="58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0" y="17"/>
                      <a:pt x="0" y="10"/>
                      <a:pt x="5" y="5"/>
                    </a:cubicBezTo>
                    <a:cubicBezTo>
                      <a:pt x="10" y="0"/>
                      <a:pt x="17" y="0"/>
                      <a:pt x="22" y="5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63" y="46"/>
                      <a:pt x="63" y="53"/>
                      <a:pt x="58" y="58"/>
                    </a:cubicBezTo>
                    <a:cubicBezTo>
                      <a:pt x="56" y="60"/>
                      <a:pt x="53" y="62"/>
                      <a:pt x="50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43434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CLR 1">
                <a:extLst>
                  <a:ext uri="{FF2B5EF4-FFF2-40B4-BE49-F238E27FC236}">
                    <a16:creationId xmlns:a16="http://schemas.microsoft.com/office/drawing/2014/main" id="{4D2D32F4-5B39-358E-C972-9E735D7A6E6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71650" y="1524001"/>
                <a:ext cx="57150" cy="57150"/>
              </a:xfrm>
              <a:custGeom>
                <a:avLst/>
                <a:gdLst>
                  <a:gd name="T0" fmla="*/ 14 w 63"/>
                  <a:gd name="T1" fmla="*/ 62 h 62"/>
                  <a:gd name="T2" fmla="*/ 5 w 63"/>
                  <a:gd name="T3" fmla="*/ 58 h 62"/>
                  <a:gd name="T4" fmla="*/ 5 w 63"/>
                  <a:gd name="T5" fmla="*/ 41 h 62"/>
                  <a:gd name="T6" fmla="*/ 41 w 63"/>
                  <a:gd name="T7" fmla="*/ 5 h 62"/>
                  <a:gd name="T8" fmla="*/ 58 w 63"/>
                  <a:gd name="T9" fmla="*/ 5 h 62"/>
                  <a:gd name="T10" fmla="*/ 58 w 63"/>
                  <a:gd name="T11" fmla="*/ 22 h 62"/>
                  <a:gd name="T12" fmla="*/ 22 w 63"/>
                  <a:gd name="T13" fmla="*/ 58 h 62"/>
                  <a:gd name="T14" fmla="*/ 14 w 63"/>
                  <a:gd name="T15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62">
                    <a:moveTo>
                      <a:pt x="14" y="62"/>
                    </a:moveTo>
                    <a:cubicBezTo>
                      <a:pt x="10" y="62"/>
                      <a:pt x="7" y="60"/>
                      <a:pt x="5" y="58"/>
                    </a:cubicBezTo>
                    <a:cubicBezTo>
                      <a:pt x="0" y="53"/>
                      <a:pt x="0" y="46"/>
                      <a:pt x="5" y="41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46" y="0"/>
                      <a:pt x="53" y="0"/>
                      <a:pt x="58" y="5"/>
                    </a:cubicBezTo>
                    <a:cubicBezTo>
                      <a:pt x="63" y="10"/>
                      <a:pt x="63" y="17"/>
                      <a:pt x="58" y="22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0" y="60"/>
                      <a:pt x="17" y="62"/>
                      <a:pt x="14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434343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CLR 0">
                <a:extLst>
                  <a:ext uri="{FF2B5EF4-FFF2-40B4-BE49-F238E27FC236}">
                    <a16:creationId xmlns:a16="http://schemas.microsoft.com/office/drawing/2014/main" id="{3A155AE1-C2CF-0EA4-7AFF-400EC6839A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52588" y="1766888"/>
                <a:ext cx="2635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CLR 0">
                <a:extLst>
                  <a:ext uri="{FF2B5EF4-FFF2-40B4-BE49-F238E27FC236}">
                    <a16:creationId xmlns:a16="http://schemas.microsoft.com/office/drawing/2014/main" id="{F628485F-AA96-3313-F9F6-E3D560810E12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268413" y="1304926"/>
                <a:ext cx="527050" cy="330200"/>
              </a:xfrm>
              <a:custGeom>
                <a:avLst/>
                <a:gdLst>
                  <a:gd name="T0" fmla="*/ 13 w 332"/>
                  <a:gd name="T1" fmla="*/ 208 h 208"/>
                  <a:gd name="T2" fmla="*/ 0 w 332"/>
                  <a:gd name="T3" fmla="*/ 208 h 208"/>
                  <a:gd name="T4" fmla="*/ 0 w 332"/>
                  <a:gd name="T5" fmla="*/ 0 h 208"/>
                  <a:gd name="T6" fmla="*/ 332 w 332"/>
                  <a:gd name="T7" fmla="*/ 0 h 208"/>
                  <a:gd name="T8" fmla="*/ 332 w 332"/>
                  <a:gd name="T9" fmla="*/ 14 h 208"/>
                  <a:gd name="T10" fmla="*/ 13 w 332"/>
                  <a:gd name="T11" fmla="*/ 14 h 208"/>
                  <a:gd name="T12" fmla="*/ 13 w 332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2" h="208">
                    <a:moveTo>
                      <a:pt x="13" y="208"/>
                    </a:moveTo>
                    <a:lnTo>
                      <a:pt x="0" y="208"/>
                    </a:lnTo>
                    <a:lnTo>
                      <a:pt x="0" y="0"/>
                    </a:lnTo>
                    <a:lnTo>
                      <a:pt x="332" y="0"/>
                    </a:lnTo>
                    <a:lnTo>
                      <a:pt x="332" y="14"/>
                    </a:lnTo>
                    <a:lnTo>
                      <a:pt x="13" y="14"/>
                    </a:lnTo>
                    <a:lnTo>
                      <a:pt x="13" y="2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CLR 0">
                <a:extLst>
                  <a:ext uri="{FF2B5EF4-FFF2-40B4-BE49-F238E27FC236}">
                    <a16:creationId xmlns:a16="http://schemas.microsoft.com/office/drawing/2014/main" id="{5F8021FE-0B77-E847-88AE-F19956C46A4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275" y="13938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CLR 0">
                <a:extLst>
                  <a:ext uri="{FF2B5EF4-FFF2-40B4-BE49-F238E27FC236}">
                    <a16:creationId xmlns:a16="http://schemas.microsoft.com/office/drawing/2014/main" id="{ECA40731-E33C-A949-5F61-E823E5BE8E5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5725" y="13938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CLR 0">
                <a:extLst>
                  <a:ext uri="{FF2B5EF4-FFF2-40B4-BE49-F238E27FC236}">
                    <a16:creationId xmlns:a16="http://schemas.microsoft.com/office/drawing/2014/main" id="{79264173-B1F7-5312-5F2F-DA7D9171511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00175" y="13938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CLR 0">
                <a:extLst>
                  <a:ext uri="{FF2B5EF4-FFF2-40B4-BE49-F238E27FC236}">
                    <a16:creationId xmlns:a16="http://schemas.microsoft.com/office/drawing/2014/main" id="{C39B0144-D05A-5DA6-7212-19895017DC4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275" y="1436688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CLR 0">
                <a:extLst>
                  <a:ext uri="{FF2B5EF4-FFF2-40B4-BE49-F238E27FC236}">
                    <a16:creationId xmlns:a16="http://schemas.microsoft.com/office/drawing/2014/main" id="{33DE1EC2-AFB3-9F86-FF0E-1507FD2B55D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5725" y="1436688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CLR 0">
                <a:extLst>
                  <a:ext uri="{FF2B5EF4-FFF2-40B4-BE49-F238E27FC236}">
                    <a16:creationId xmlns:a16="http://schemas.microsoft.com/office/drawing/2014/main" id="{26EFFB6D-278C-2DF3-F4E7-CA83FA3BF61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00175" y="1436688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CLR 0">
                <a:extLst>
                  <a:ext uri="{FF2B5EF4-FFF2-40B4-BE49-F238E27FC236}">
                    <a16:creationId xmlns:a16="http://schemas.microsoft.com/office/drawing/2014/main" id="{1325FEE9-93EC-802F-CC70-E511FF62F7D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275" y="1481138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CLR 0">
                <a:extLst>
                  <a:ext uri="{FF2B5EF4-FFF2-40B4-BE49-F238E27FC236}">
                    <a16:creationId xmlns:a16="http://schemas.microsoft.com/office/drawing/2014/main" id="{065018E8-FE00-57D3-C8A6-258C1B97C40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5725" y="1481138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CLR 0">
                <a:extLst>
                  <a:ext uri="{FF2B5EF4-FFF2-40B4-BE49-F238E27FC236}">
                    <a16:creationId xmlns:a16="http://schemas.microsoft.com/office/drawing/2014/main" id="{57EBC4CE-BF88-E9F8-0F8D-8F660EA702D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43038" y="13938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5" name="CLR 0">
                <a:extLst>
                  <a:ext uri="{FF2B5EF4-FFF2-40B4-BE49-F238E27FC236}">
                    <a16:creationId xmlns:a16="http://schemas.microsoft.com/office/drawing/2014/main" id="{22DABE4C-6F76-854B-F49C-78EC8424C9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275" y="13493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6" name="CLR 0">
                <a:extLst>
                  <a:ext uri="{FF2B5EF4-FFF2-40B4-BE49-F238E27FC236}">
                    <a16:creationId xmlns:a16="http://schemas.microsoft.com/office/drawing/2014/main" id="{EEB50680-F0E4-5B8F-883D-42E71D29653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5725" y="13493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7" name="CLR 0">
                <a:extLst>
                  <a:ext uri="{FF2B5EF4-FFF2-40B4-BE49-F238E27FC236}">
                    <a16:creationId xmlns:a16="http://schemas.microsoft.com/office/drawing/2014/main" id="{4B0DD6BD-2DF1-2CBA-0039-C8B0C8159EB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00175" y="13493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8" name="CLR 0">
                <a:extLst>
                  <a:ext uri="{FF2B5EF4-FFF2-40B4-BE49-F238E27FC236}">
                    <a16:creationId xmlns:a16="http://schemas.microsoft.com/office/drawing/2014/main" id="{BC425FDB-DA98-456A-7EAD-326E5D664A8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43038" y="13493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9" name="CLR 0">
                <a:extLst>
                  <a:ext uri="{FF2B5EF4-FFF2-40B4-BE49-F238E27FC236}">
                    <a16:creationId xmlns:a16="http://schemas.microsoft.com/office/drawing/2014/main" id="{02EAFE66-498D-C110-2A86-043C376CB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87488" y="13938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CLR 0">
                <a:extLst>
                  <a:ext uri="{FF2B5EF4-FFF2-40B4-BE49-F238E27FC236}">
                    <a16:creationId xmlns:a16="http://schemas.microsoft.com/office/drawing/2014/main" id="{95949447-FC22-D8DD-2D68-1EE430F40E9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87488" y="13493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1" name="CLR 0">
                <a:extLst>
                  <a:ext uri="{FF2B5EF4-FFF2-40B4-BE49-F238E27FC236}">
                    <a16:creationId xmlns:a16="http://schemas.microsoft.com/office/drawing/2014/main" id="{7373B076-EDEF-F350-0E3E-07204E90519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817688" y="16795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2" name="CLR 0">
                <a:extLst>
                  <a:ext uri="{FF2B5EF4-FFF2-40B4-BE49-F238E27FC236}">
                    <a16:creationId xmlns:a16="http://schemas.microsoft.com/office/drawing/2014/main" id="{F60CF842-0D0B-3898-D747-C9EDC4D4954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860550" y="16795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3" name="CLR 0">
                <a:extLst>
                  <a:ext uri="{FF2B5EF4-FFF2-40B4-BE49-F238E27FC236}">
                    <a16:creationId xmlns:a16="http://schemas.microsoft.com/office/drawing/2014/main" id="{866155EF-6F60-5D86-CB66-FF370295F62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817688" y="16351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4" name="CLR 0">
                <a:extLst>
                  <a:ext uri="{FF2B5EF4-FFF2-40B4-BE49-F238E27FC236}">
                    <a16:creationId xmlns:a16="http://schemas.microsoft.com/office/drawing/2014/main" id="{F5FD8EF3-F957-8C0F-05FF-65B9A3B0C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860550" y="16351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5" name="CLR 0">
                <a:extLst>
                  <a:ext uri="{FF2B5EF4-FFF2-40B4-BE49-F238E27FC236}">
                    <a16:creationId xmlns:a16="http://schemas.microsoft.com/office/drawing/2014/main" id="{8C4B9565-F3F9-3088-4502-D08FF669A93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73238" y="163512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6" name="CLR 0">
                <a:extLst>
                  <a:ext uri="{FF2B5EF4-FFF2-40B4-BE49-F238E27FC236}">
                    <a16:creationId xmlns:a16="http://schemas.microsoft.com/office/drawing/2014/main" id="{D1C06178-5471-4FF6-ADFD-62978BC76E8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5925" y="16795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7" name="CLR 0">
                <a:extLst>
                  <a:ext uri="{FF2B5EF4-FFF2-40B4-BE49-F238E27FC236}">
                    <a16:creationId xmlns:a16="http://schemas.microsoft.com/office/drawing/2014/main" id="{8887DA02-897D-0753-365A-F3168BD44A0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28788" y="16795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CLR 0">
                <a:extLst>
                  <a:ext uri="{FF2B5EF4-FFF2-40B4-BE49-F238E27FC236}">
                    <a16:creationId xmlns:a16="http://schemas.microsoft.com/office/drawing/2014/main" id="{0E2EEA71-528F-853A-568F-5E341944F4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73238" y="1679576"/>
                <a:ext cx="22225" cy="22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9" name="CLR 0">
                <a:extLst>
                  <a:ext uri="{FF2B5EF4-FFF2-40B4-BE49-F238E27FC236}">
                    <a16:creationId xmlns:a16="http://schemas.microsoft.com/office/drawing/2014/main" id="{F051FF96-F6F5-35AA-D50B-2CFE1795F48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817688" y="1724026"/>
                <a:ext cx="22225" cy="20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CLR 0">
                <a:extLst>
                  <a:ext uri="{FF2B5EF4-FFF2-40B4-BE49-F238E27FC236}">
                    <a16:creationId xmlns:a16="http://schemas.microsoft.com/office/drawing/2014/main" id="{F8DB3B19-6490-603A-69A3-43CA95647A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860550" y="1724026"/>
                <a:ext cx="22225" cy="20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CLR 0">
                <a:extLst>
                  <a:ext uri="{FF2B5EF4-FFF2-40B4-BE49-F238E27FC236}">
                    <a16:creationId xmlns:a16="http://schemas.microsoft.com/office/drawing/2014/main" id="{D7519788-855D-815C-21B7-B2178B9B221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5925" y="1724026"/>
                <a:ext cx="22225" cy="20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2" name="CLR 0">
                <a:extLst>
                  <a:ext uri="{FF2B5EF4-FFF2-40B4-BE49-F238E27FC236}">
                    <a16:creationId xmlns:a16="http://schemas.microsoft.com/office/drawing/2014/main" id="{5F7AE45B-4150-CE7D-4AF2-22902C4B4E4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28788" y="1724026"/>
                <a:ext cx="22225" cy="20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CLR 0">
                <a:extLst>
                  <a:ext uri="{FF2B5EF4-FFF2-40B4-BE49-F238E27FC236}">
                    <a16:creationId xmlns:a16="http://schemas.microsoft.com/office/drawing/2014/main" id="{351FBA81-3354-99D1-52BE-CFDA5F71A8D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73238" y="1724026"/>
                <a:ext cx="22225" cy="20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1036198"/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07" name="easyIcon">
            <a:extLst>
              <a:ext uri="{FF2B5EF4-FFF2-40B4-BE49-F238E27FC236}">
                <a16:creationId xmlns:a16="http://schemas.microsoft.com/office/drawing/2014/main" id="{8DFFFA6F-9AFB-7DB4-45F7-E4A84A69458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059850" y="1190625"/>
            <a:ext cx="690450" cy="690450"/>
            <a:chOff x="-1" y="-1"/>
            <a:chExt cx="720000" cy="7200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624E0B63-1310-A097-1482-C20F82591520}"/>
                </a:ext>
              </a:extLst>
            </p:cNvPr>
            <p:cNvSpPr/>
            <p:nvPr/>
          </p:nvSpPr>
          <p:spPr>
            <a:xfrm>
              <a:off x="-1" y="-1"/>
              <a:ext cx="720000" cy="720000"/>
            </a:xfrm>
            <a:prstGeom prst="ellipse">
              <a:avLst/>
            </a:prstGeom>
            <a:solidFill>
              <a:srgbClr val="00B6AB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5" name="Vector">
              <a:extLst>
                <a:ext uri="{FF2B5EF4-FFF2-40B4-BE49-F238E27FC236}">
                  <a16:creationId xmlns:a16="http://schemas.microsoft.com/office/drawing/2014/main" id="{EB317B2C-1184-DB60-50E9-A9C4ED914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030" t="7818" r="1015" b="7803"/>
            <a:stretch>
              <a:fillRect/>
            </a:stretch>
          </p:blipFill>
          <p:spPr>
            <a:xfrm>
              <a:off x="108000" y="142925"/>
              <a:ext cx="504000" cy="434150"/>
            </a:xfrm>
            <a:prstGeom prst="rect">
              <a:avLst/>
            </a:prstGeom>
          </p:spPr>
        </p:pic>
      </p:grpSp>
      <p:sp>
        <p:nvSpPr>
          <p:cNvPr id="109" name="Background">
            <a:extLst>
              <a:ext uri="{FF2B5EF4-FFF2-40B4-BE49-F238E27FC236}">
                <a16:creationId xmlns:a16="http://schemas.microsoft.com/office/drawing/2014/main" id="{EEB09EAE-6AF4-67E8-E37C-011B5B65508D}"/>
              </a:ext>
            </a:extLst>
          </p:cNvPr>
          <p:cNvSpPr/>
          <p:nvPr/>
        </p:nvSpPr>
        <p:spPr>
          <a:xfrm>
            <a:off x="8173995" y="3197069"/>
            <a:ext cx="665206" cy="665206"/>
          </a:xfrm>
          <a:prstGeom prst="ellipse">
            <a:avLst/>
          </a:prstGeom>
          <a:solidFill>
            <a:srgbClr val="00B6AB"/>
          </a:solidFill>
          <a:ln w="19050" cap="flat" cmpd="sng" algn="ctr">
            <a:solidFill>
              <a:srgbClr val="1BB6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987" tIns="73987" rIns="73987" bIns="73987" rtlCol="0" anchor="ctr"/>
          <a:lstStyle/>
          <a:p>
            <a:pPr algn="ctr" defTabSz="1036198"/>
            <a:endParaRPr lang="en-US" sz="1600" dirty="0" err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23A34E9-3FA8-A7A3-33A6-A298E141D97F}"/>
              </a:ext>
            </a:extLst>
          </p:cNvPr>
          <p:cNvSpPr txBox="1"/>
          <p:nvPr/>
        </p:nvSpPr>
        <p:spPr>
          <a:xfrm>
            <a:off x="442913" y="1263134"/>
            <a:ext cx="2957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+mj-lt"/>
              </a:rPr>
              <a:t>Roadmap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25A7932-84DC-E361-C822-68B299EB45D1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custGeom>
            <a:avLst/>
            <a:gdLst>
              <a:gd name="connsiteX0" fmla="*/ 334599 w 3492499"/>
              <a:gd name="connsiteY0" fmla="*/ 0 h 2181787"/>
              <a:gd name="connsiteX1" fmla="*/ 3492499 w 3492499"/>
              <a:gd name="connsiteY1" fmla="*/ 0 h 2181787"/>
              <a:gd name="connsiteX2" fmla="*/ 3492499 w 3492499"/>
              <a:gd name="connsiteY2" fmla="*/ 2181787 h 2181787"/>
              <a:gd name="connsiteX3" fmla="*/ 334599 w 3492499"/>
              <a:gd name="connsiteY3" fmla="*/ 2181787 h 2181787"/>
              <a:gd name="connsiteX4" fmla="*/ 0 w 3492499"/>
              <a:gd name="connsiteY4" fmla="*/ 1847188 h 2181787"/>
              <a:gd name="connsiteX5" fmla="*/ 0 w 3492499"/>
              <a:gd name="connsiteY5" fmla="*/ 334599 h 2181787"/>
              <a:gd name="connsiteX6" fmla="*/ 334599 w 3492499"/>
              <a:gd name="connsiteY6" fmla="*/ 0 h 218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92499" h="2181787">
                <a:moveTo>
                  <a:pt x="334599" y="0"/>
                </a:moveTo>
                <a:lnTo>
                  <a:pt x="3492499" y="0"/>
                </a:lnTo>
                <a:lnTo>
                  <a:pt x="3492499" y="2181787"/>
                </a:lnTo>
                <a:lnTo>
                  <a:pt x="334599" y="2181787"/>
                </a:lnTo>
                <a:cubicBezTo>
                  <a:pt x="149805" y="2181787"/>
                  <a:pt x="0" y="2031982"/>
                  <a:pt x="0" y="1847188"/>
                </a:cubicBezTo>
                <a:lnTo>
                  <a:pt x="0" y="334599"/>
                </a:lnTo>
                <a:cubicBezTo>
                  <a:pt x="0" y="149805"/>
                  <a:pt x="149805" y="0"/>
                  <a:pt x="334599" y="0"/>
                </a:cubicBezTo>
                <a:close/>
              </a:path>
            </a:pathLst>
          </a:cu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7A4EE85-5FEF-F6B4-78C0-AA8E0E6379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9607" y="3319462"/>
            <a:ext cx="452484" cy="45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oup of people in suits with arms raised&#10;&#10;AI-generated content may be incorrect.">
            <a:extLst>
              <a:ext uri="{FF2B5EF4-FFF2-40B4-BE49-F238E27FC236}">
                <a16:creationId xmlns:a16="http://schemas.microsoft.com/office/drawing/2014/main" id="{DA6B5718-D06A-4B2A-26AF-325C378456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78143" cy="3781425"/>
          </a:xfrm>
          <a:custGeom>
            <a:avLst/>
            <a:gdLst>
              <a:gd name="connsiteX0" fmla="*/ 0 w 12159093"/>
              <a:gd name="connsiteY0" fmla="*/ 0 h 3781425"/>
              <a:gd name="connsiteX1" fmla="*/ 12159093 w 12159093"/>
              <a:gd name="connsiteY1" fmla="*/ 0 h 3781425"/>
              <a:gd name="connsiteX2" fmla="*/ 12159093 w 12159093"/>
              <a:gd name="connsiteY2" fmla="*/ 3775569 h 3781425"/>
              <a:gd name="connsiteX3" fmla="*/ 11970965 w 12159093"/>
              <a:gd name="connsiteY3" fmla="*/ 3742094 h 3781425"/>
              <a:gd name="connsiteX4" fmla="*/ 6096001 w 12159093"/>
              <a:gd name="connsiteY4" fmla="*/ 3318457 h 3781425"/>
              <a:gd name="connsiteX5" fmla="*/ 221035 w 12159093"/>
              <a:gd name="connsiteY5" fmla="*/ 3742094 h 3781425"/>
              <a:gd name="connsiteX6" fmla="*/ 0 w 12159093"/>
              <a:gd name="connsiteY6" fmla="*/ 3781425 h 3781425"/>
              <a:gd name="connsiteX7" fmla="*/ 0 w 12159093"/>
              <a:gd name="connsiteY7" fmla="*/ 0 h 3781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59093" h="3781425">
                <a:moveTo>
                  <a:pt x="0" y="0"/>
                </a:moveTo>
                <a:lnTo>
                  <a:pt x="12159093" y="0"/>
                </a:lnTo>
                <a:lnTo>
                  <a:pt x="12159093" y="3775569"/>
                </a:lnTo>
                <a:lnTo>
                  <a:pt x="11970965" y="3742094"/>
                </a:lnTo>
                <a:cubicBezTo>
                  <a:pt x="10419277" y="3478881"/>
                  <a:pt x="8358019" y="3318457"/>
                  <a:pt x="6096001" y="3318457"/>
                </a:cubicBezTo>
                <a:cubicBezTo>
                  <a:pt x="3833981" y="3318457"/>
                  <a:pt x="1772720" y="3478881"/>
                  <a:pt x="221035" y="3742094"/>
                </a:cubicBezTo>
                <a:lnTo>
                  <a:pt x="0" y="3781425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B80D24D-3436-ADAD-D9E4-4F42E5C1C47C}"/>
              </a:ext>
            </a:extLst>
          </p:cNvPr>
          <p:cNvSpPr/>
          <p:nvPr/>
        </p:nvSpPr>
        <p:spPr>
          <a:xfrm>
            <a:off x="0" y="0"/>
            <a:ext cx="12192000" cy="3781425"/>
          </a:xfrm>
          <a:custGeom>
            <a:avLst/>
            <a:gdLst>
              <a:gd name="connsiteX0" fmla="*/ 0 w 12192000"/>
              <a:gd name="connsiteY0" fmla="*/ 0 h 4319837"/>
              <a:gd name="connsiteX1" fmla="*/ 12192000 w 12192000"/>
              <a:gd name="connsiteY1" fmla="*/ 0 h 4319837"/>
              <a:gd name="connsiteX2" fmla="*/ 12192000 w 12192000"/>
              <a:gd name="connsiteY2" fmla="*/ 4319837 h 4319837"/>
              <a:gd name="connsiteX3" fmla="*/ 11970965 w 12192000"/>
              <a:gd name="connsiteY3" fmla="*/ 4274906 h 4319837"/>
              <a:gd name="connsiteX4" fmla="*/ 6096000 w 12192000"/>
              <a:gd name="connsiteY4" fmla="*/ 3790950 h 4319837"/>
              <a:gd name="connsiteX5" fmla="*/ 221035 w 12192000"/>
              <a:gd name="connsiteY5" fmla="*/ 4274906 h 4319837"/>
              <a:gd name="connsiteX6" fmla="*/ 0 w 12192000"/>
              <a:gd name="connsiteY6" fmla="*/ 4319837 h 4319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19837">
                <a:moveTo>
                  <a:pt x="0" y="0"/>
                </a:moveTo>
                <a:lnTo>
                  <a:pt x="12192000" y="0"/>
                </a:lnTo>
                <a:lnTo>
                  <a:pt x="12192000" y="4319837"/>
                </a:lnTo>
                <a:lnTo>
                  <a:pt x="11970965" y="4274906"/>
                </a:lnTo>
                <a:cubicBezTo>
                  <a:pt x="10419278" y="3974216"/>
                  <a:pt x="8358019" y="3790950"/>
                  <a:pt x="6096000" y="3790950"/>
                </a:cubicBezTo>
                <a:cubicBezTo>
                  <a:pt x="3833980" y="3790950"/>
                  <a:pt x="1772720" y="3974216"/>
                  <a:pt x="221035" y="4274906"/>
                </a:cubicBezTo>
                <a:lnTo>
                  <a:pt x="0" y="4319837"/>
                </a:lnTo>
                <a:close/>
              </a:path>
            </a:pathLst>
          </a:custGeom>
          <a:gradFill flip="none" rotWithShape="1">
            <a:gsLst>
              <a:gs pos="6700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  <a:gs pos="15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8E689E-74F3-9147-19D8-31B7723CEDCC}"/>
              </a:ext>
            </a:extLst>
          </p:cNvPr>
          <p:cNvSpPr txBox="1"/>
          <p:nvPr/>
        </p:nvSpPr>
        <p:spPr>
          <a:xfrm>
            <a:off x="2523481" y="973722"/>
            <a:ext cx="7145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800" dirty="0">
                <a:solidFill>
                  <a:schemeClr val="bg1"/>
                </a:solidFill>
              </a:rPr>
              <a:t>Impact &amp; Achievements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D62D23-1AA2-4F85-59C2-807193946C44}"/>
              </a:ext>
            </a:extLst>
          </p:cNvPr>
          <p:cNvSpPr txBox="1"/>
          <p:nvPr/>
        </p:nvSpPr>
        <p:spPr>
          <a:xfrm>
            <a:off x="4964113" y="708262"/>
            <a:ext cx="2263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bg1"/>
                </a:solidFill>
                <a:latin typeface="+mj-lt"/>
              </a:rPr>
              <a:t>Global Maritime Healthcare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78EC2F-CECC-FBF8-C080-A91D34E4B0F7}"/>
              </a:ext>
            </a:extLst>
          </p:cNvPr>
          <p:cNvGrpSpPr/>
          <p:nvPr/>
        </p:nvGrpSpPr>
        <p:grpSpPr>
          <a:xfrm>
            <a:off x="5928122" y="1941878"/>
            <a:ext cx="335756" cy="62733"/>
            <a:chOff x="1092994" y="337482"/>
            <a:chExt cx="646047" cy="120709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91A13DB-AD5B-297F-D46C-5E64DFE55791}"/>
                </a:ext>
              </a:extLst>
            </p:cNvPr>
            <p:cNvSpPr/>
            <p:nvPr/>
          </p:nvSpPr>
          <p:spPr>
            <a:xfrm>
              <a:off x="1092994" y="337482"/>
              <a:ext cx="120709" cy="120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ECF02AB-909C-AF91-1BCD-F9852C20DA8E}"/>
                </a:ext>
              </a:extLst>
            </p:cNvPr>
            <p:cNvSpPr/>
            <p:nvPr/>
          </p:nvSpPr>
          <p:spPr>
            <a:xfrm>
              <a:off x="1355663" y="337482"/>
              <a:ext cx="120709" cy="120709"/>
            </a:xfrm>
            <a:prstGeom prst="rect">
              <a:avLst/>
            </a:prstGeom>
            <a:solidFill>
              <a:schemeClr val="bg1"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6994920-8ADA-2D9B-6301-041F88EA7DA0}"/>
                </a:ext>
              </a:extLst>
            </p:cNvPr>
            <p:cNvSpPr/>
            <p:nvPr/>
          </p:nvSpPr>
          <p:spPr>
            <a:xfrm>
              <a:off x="1618332" y="337482"/>
              <a:ext cx="120709" cy="120709"/>
            </a:xfrm>
            <a:prstGeom prst="rect">
              <a:avLst/>
            </a:prstGeom>
            <a:solidFill>
              <a:schemeClr val="bg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FBD3D1F-BE96-FB8D-53E2-E742F0617A76}"/>
              </a:ext>
            </a:extLst>
          </p:cNvPr>
          <p:cNvSpPr txBox="1"/>
          <p:nvPr/>
        </p:nvSpPr>
        <p:spPr>
          <a:xfrm>
            <a:off x="4035978" y="4218990"/>
            <a:ext cx="205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r>
              <a:rPr lang="id-ID" dirty="0"/>
              <a:t>Claims Expertise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AAFB79-D4A0-9B59-5CB1-DD5D745F4FEF}"/>
              </a:ext>
            </a:extLst>
          </p:cNvPr>
          <p:cNvSpPr txBox="1"/>
          <p:nvPr/>
        </p:nvSpPr>
        <p:spPr>
          <a:xfrm>
            <a:off x="4045504" y="4818662"/>
            <a:ext cx="2364822" cy="14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Handled over 35,000 claims, demonstrating our expertise in medical claims processing and cost optimization.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CEEBD0-D872-1BF1-1708-E2F0D7A272CE}"/>
              </a:ext>
            </a:extLst>
          </p:cNvPr>
          <p:cNvSpPr txBox="1"/>
          <p:nvPr/>
        </p:nvSpPr>
        <p:spPr>
          <a:xfrm>
            <a:off x="9582150" y="4228515"/>
            <a:ext cx="2315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r>
              <a:rPr lang="en-US" dirty="0"/>
              <a:t>Efficiency Improvement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306636-60E2-FAAE-6014-7B51E12E481E}"/>
              </a:ext>
            </a:extLst>
          </p:cNvPr>
          <p:cNvSpPr txBox="1"/>
          <p:nvPr/>
        </p:nvSpPr>
        <p:spPr>
          <a:xfrm>
            <a:off x="9563101" y="4819096"/>
            <a:ext cx="2286000" cy="14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Achieved a 25% improvement in overall efficiency, continuously optimizing processes for better outcomes.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A7FBDE-7778-929B-84E2-AE4FE3E7D7B8}"/>
              </a:ext>
            </a:extLst>
          </p:cNvPr>
          <p:cNvSpPr txBox="1"/>
          <p:nvPr/>
        </p:nvSpPr>
        <p:spPr>
          <a:xfrm>
            <a:off x="1320799" y="4257090"/>
            <a:ext cx="1806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r>
              <a:rPr lang="en-US" dirty="0"/>
              <a:t>Cost Savings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A21178-85D9-C4DB-15B6-34C937A7FC5B}"/>
              </a:ext>
            </a:extLst>
          </p:cNvPr>
          <p:cNvSpPr txBox="1"/>
          <p:nvPr/>
        </p:nvSpPr>
        <p:spPr>
          <a:xfrm>
            <a:off x="1273174" y="4833838"/>
            <a:ext cx="2479675" cy="1189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Saved nearly $1 million for our clients by preventing inflated medical costs and ensuring fair pricing.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CD1FDF-B33A-6307-3B52-E63DD001D74F}"/>
              </a:ext>
            </a:extLst>
          </p:cNvPr>
          <p:cNvSpPr txBox="1"/>
          <p:nvPr/>
        </p:nvSpPr>
        <p:spPr>
          <a:xfrm>
            <a:off x="6847705" y="4228515"/>
            <a:ext cx="1777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+mj-lt"/>
              </a:defRPr>
            </a:lvl1pPr>
          </a:lstStyle>
          <a:p>
            <a:r>
              <a:rPr lang="en-US" dirty="0"/>
              <a:t>Faster Resolutions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4699BA-AE3F-D31B-B47D-F3D29AE49AD6}"/>
              </a:ext>
            </a:extLst>
          </p:cNvPr>
          <p:cNvSpPr txBox="1"/>
          <p:nvPr/>
        </p:nvSpPr>
        <p:spPr>
          <a:xfrm>
            <a:off x="6857229" y="4834988"/>
            <a:ext cx="2020071" cy="1189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Reduced TAT by 30%, accelerating claim resolutions and enhancing efficiency.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BCF7C40-F519-6B1F-71D3-368E571ED621}"/>
              </a:ext>
            </a:extLst>
          </p:cNvPr>
          <p:cNvSpPr/>
          <p:nvPr/>
        </p:nvSpPr>
        <p:spPr>
          <a:xfrm flipH="1">
            <a:off x="1439095" y="2996565"/>
            <a:ext cx="1143000" cy="113880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29693A-B7D2-261A-5904-36162F649B0B}"/>
              </a:ext>
            </a:extLst>
          </p:cNvPr>
          <p:cNvSpPr/>
          <p:nvPr/>
        </p:nvSpPr>
        <p:spPr>
          <a:xfrm flipH="1">
            <a:off x="4156349" y="2844165"/>
            <a:ext cx="1143000" cy="113880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3E1C408-2484-9F92-0ACE-8686A6773B92}"/>
              </a:ext>
            </a:extLst>
          </p:cNvPr>
          <p:cNvSpPr/>
          <p:nvPr/>
        </p:nvSpPr>
        <p:spPr>
          <a:xfrm flipH="1">
            <a:off x="6873603" y="2844165"/>
            <a:ext cx="1143000" cy="113880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ABDE808-627E-BF7F-C9DF-E3A9799FAAF1}"/>
              </a:ext>
            </a:extLst>
          </p:cNvPr>
          <p:cNvSpPr/>
          <p:nvPr/>
        </p:nvSpPr>
        <p:spPr>
          <a:xfrm flipH="1">
            <a:off x="9590856" y="2996565"/>
            <a:ext cx="1143000" cy="1138805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grpSp>
        <p:nvGrpSpPr>
          <p:cNvPr id="17" name="easyIcon">
            <a:extLst>
              <a:ext uri="{FF2B5EF4-FFF2-40B4-BE49-F238E27FC236}">
                <a16:creationId xmlns:a16="http://schemas.microsoft.com/office/drawing/2014/main" id="{A86CCFB9-BC94-6DEB-2190-B888D9A94E9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11268" y="3168492"/>
            <a:ext cx="739865" cy="739865"/>
            <a:chOff x="6198974" y="2063454"/>
            <a:chExt cx="714050" cy="714050"/>
          </a:xfrm>
        </p:grpSpPr>
        <p:sp>
          <p:nvSpPr>
            <p:cNvPr id="20" name="Background">
              <a:extLst>
                <a:ext uri="{FF2B5EF4-FFF2-40B4-BE49-F238E27FC236}">
                  <a16:creationId xmlns:a16="http://schemas.microsoft.com/office/drawing/2014/main" id="{0982DEC7-077B-4859-4956-52E5F363FA13}"/>
                </a:ext>
              </a:extLst>
            </p:cNvPr>
            <p:cNvSpPr/>
            <p:nvPr/>
          </p:nvSpPr>
          <p:spPr>
            <a:xfrm>
              <a:off x="6198974" y="2063454"/>
              <a:ext cx="714050" cy="71405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7B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0067B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987" tIns="73987" rIns="73987" bIns="73987" rtlCol="0" anchor="ctr"/>
            <a:lstStyle/>
            <a:p>
              <a:pPr algn="ctr" defTabSz="1036198"/>
              <a:endParaRPr lang="en-US" sz="1600" dirty="0" err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23" name="Group 1389">
              <a:extLst>
                <a:ext uri="{FF2B5EF4-FFF2-40B4-BE49-F238E27FC236}">
                  <a16:creationId xmlns:a16="http://schemas.microsoft.com/office/drawing/2014/main" id="{ECFD5116-D4E5-E5E7-A68E-6B85764F1C1F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6268001" y="2149374"/>
              <a:ext cx="576001" cy="542213"/>
              <a:chOff x="6427788" y="1982788"/>
              <a:chExt cx="568325" cy="534987"/>
            </a:xfrm>
            <a:solidFill>
              <a:schemeClr val="accent2"/>
            </a:solidFill>
          </p:grpSpPr>
          <p:sp>
            <p:nvSpPr>
              <p:cNvPr id="27" name="CLR 0">
                <a:extLst>
                  <a:ext uri="{FF2B5EF4-FFF2-40B4-BE49-F238E27FC236}">
                    <a16:creationId xmlns:a16="http://schemas.microsoft.com/office/drawing/2014/main" id="{21D59E18-39E3-56C4-2DD0-15310A346904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6427788" y="2197100"/>
                <a:ext cx="568325" cy="320675"/>
              </a:xfrm>
              <a:custGeom>
                <a:avLst/>
                <a:gdLst>
                  <a:gd name="T0" fmla="*/ 820 w 833"/>
                  <a:gd name="T1" fmla="*/ 104 h 469"/>
                  <a:gd name="T2" fmla="*/ 781 w 833"/>
                  <a:gd name="T3" fmla="*/ 104 h 469"/>
                  <a:gd name="T4" fmla="*/ 781 w 833"/>
                  <a:gd name="T5" fmla="*/ 65 h 469"/>
                  <a:gd name="T6" fmla="*/ 768 w 833"/>
                  <a:gd name="T7" fmla="*/ 52 h 469"/>
                  <a:gd name="T8" fmla="*/ 729 w 833"/>
                  <a:gd name="T9" fmla="*/ 52 h 469"/>
                  <a:gd name="T10" fmla="*/ 729 w 833"/>
                  <a:gd name="T11" fmla="*/ 13 h 469"/>
                  <a:gd name="T12" fmla="*/ 716 w 833"/>
                  <a:gd name="T13" fmla="*/ 0 h 469"/>
                  <a:gd name="T14" fmla="*/ 13 w 833"/>
                  <a:gd name="T15" fmla="*/ 0 h 469"/>
                  <a:gd name="T16" fmla="*/ 0 w 833"/>
                  <a:gd name="T17" fmla="*/ 13 h 469"/>
                  <a:gd name="T18" fmla="*/ 0 w 833"/>
                  <a:gd name="T19" fmla="*/ 352 h 469"/>
                  <a:gd name="T20" fmla="*/ 13 w 833"/>
                  <a:gd name="T21" fmla="*/ 365 h 469"/>
                  <a:gd name="T22" fmla="*/ 52 w 833"/>
                  <a:gd name="T23" fmla="*/ 365 h 469"/>
                  <a:gd name="T24" fmla="*/ 52 w 833"/>
                  <a:gd name="T25" fmla="*/ 404 h 469"/>
                  <a:gd name="T26" fmla="*/ 65 w 833"/>
                  <a:gd name="T27" fmla="*/ 417 h 469"/>
                  <a:gd name="T28" fmla="*/ 104 w 833"/>
                  <a:gd name="T29" fmla="*/ 417 h 469"/>
                  <a:gd name="T30" fmla="*/ 104 w 833"/>
                  <a:gd name="T31" fmla="*/ 456 h 469"/>
                  <a:gd name="T32" fmla="*/ 117 w 833"/>
                  <a:gd name="T33" fmla="*/ 469 h 469"/>
                  <a:gd name="T34" fmla="*/ 820 w 833"/>
                  <a:gd name="T35" fmla="*/ 469 h 469"/>
                  <a:gd name="T36" fmla="*/ 833 w 833"/>
                  <a:gd name="T37" fmla="*/ 456 h 469"/>
                  <a:gd name="T38" fmla="*/ 833 w 833"/>
                  <a:gd name="T39" fmla="*/ 117 h 469"/>
                  <a:gd name="T40" fmla="*/ 820 w 833"/>
                  <a:gd name="T41" fmla="*/ 104 h 469"/>
                  <a:gd name="T42" fmla="*/ 26 w 833"/>
                  <a:gd name="T43" fmla="*/ 26 h 469"/>
                  <a:gd name="T44" fmla="*/ 703 w 833"/>
                  <a:gd name="T45" fmla="*/ 26 h 469"/>
                  <a:gd name="T46" fmla="*/ 703 w 833"/>
                  <a:gd name="T47" fmla="*/ 339 h 469"/>
                  <a:gd name="T48" fmla="*/ 26 w 833"/>
                  <a:gd name="T49" fmla="*/ 339 h 469"/>
                  <a:gd name="T50" fmla="*/ 26 w 833"/>
                  <a:gd name="T51" fmla="*/ 26 h 469"/>
                  <a:gd name="T52" fmla="*/ 78 w 833"/>
                  <a:gd name="T53" fmla="*/ 365 h 469"/>
                  <a:gd name="T54" fmla="*/ 716 w 833"/>
                  <a:gd name="T55" fmla="*/ 365 h 469"/>
                  <a:gd name="T56" fmla="*/ 729 w 833"/>
                  <a:gd name="T57" fmla="*/ 352 h 469"/>
                  <a:gd name="T58" fmla="*/ 729 w 833"/>
                  <a:gd name="T59" fmla="*/ 78 h 469"/>
                  <a:gd name="T60" fmla="*/ 755 w 833"/>
                  <a:gd name="T61" fmla="*/ 78 h 469"/>
                  <a:gd name="T62" fmla="*/ 755 w 833"/>
                  <a:gd name="T63" fmla="*/ 391 h 469"/>
                  <a:gd name="T64" fmla="*/ 78 w 833"/>
                  <a:gd name="T65" fmla="*/ 391 h 469"/>
                  <a:gd name="T66" fmla="*/ 78 w 833"/>
                  <a:gd name="T67" fmla="*/ 365 h 469"/>
                  <a:gd name="T68" fmla="*/ 807 w 833"/>
                  <a:gd name="T69" fmla="*/ 443 h 469"/>
                  <a:gd name="T70" fmla="*/ 130 w 833"/>
                  <a:gd name="T71" fmla="*/ 443 h 469"/>
                  <a:gd name="T72" fmla="*/ 130 w 833"/>
                  <a:gd name="T73" fmla="*/ 417 h 469"/>
                  <a:gd name="T74" fmla="*/ 768 w 833"/>
                  <a:gd name="T75" fmla="*/ 417 h 469"/>
                  <a:gd name="T76" fmla="*/ 781 w 833"/>
                  <a:gd name="T77" fmla="*/ 404 h 469"/>
                  <a:gd name="T78" fmla="*/ 781 w 833"/>
                  <a:gd name="T79" fmla="*/ 130 h 469"/>
                  <a:gd name="T80" fmla="*/ 807 w 833"/>
                  <a:gd name="T81" fmla="*/ 130 h 469"/>
                  <a:gd name="T82" fmla="*/ 807 w 833"/>
                  <a:gd name="T83" fmla="*/ 443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33" h="469">
                    <a:moveTo>
                      <a:pt x="820" y="104"/>
                    </a:moveTo>
                    <a:cubicBezTo>
                      <a:pt x="781" y="104"/>
                      <a:pt x="781" y="104"/>
                      <a:pt x="781" y="104"/>
                    </a:cubicBezTo>
                    <a:cubicBezTo>
                      <a:pt x="781" y="65"/>
                      <a:pt x="781" y="65"/>
                      <a:pt x="781" y="65"/>
                    </a:cubicBezTo>
                    <a:cubicBezTo>
                      <a:pt x="781" y="58"/>
                      <a:pt x="775" y="52"/>
                      <a:pt x="768" y="52"/>
                    </a:cubicBezTo>
                    <a:cubicBezTo>
                      <a:pt x="729" y="52"/>
                      <a:pt x="729" y="52"/>
                      <a:pt x="729" y="52"/>
                    </a:cubicBezTo>
                    <a:cubicBezTo>
                      <a:pt x="729" y="13"/>
                      <a:pt x="729" y="13"/>
                      <a:pt x="729" y="13"/>
                    </a:cubicBezTo>
                    <a:cubicBezTo>
                      <a:pt x="729" y="6"/>
                      <a:pt x="723" y="0"/>
                      <a:pt x="716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352"/>
                      <a:pt x="0" y="352"/>
                      <a:pt x="0" y="352"/>
                    </a:cubicBezTo>
                    <a:cubicBezTo>
                      <a:pt x="0" y="359"/>
                      <a:pt x="6" y="365"/>
                      <a:pt x="13" y="365"/>
                    </a:cubicBezTo>
                    <a:cubicBezTo>
                      <a:pt x="52" y="365"/>
                      <a:pt x="52" y="365"/>
                      <a:pt x="52" y="365"/>
                    </a:cubicBezTo>
                    <a:cubicBezTo>
                      <a:pt x="52" y="404"/>
                      <a:pt x="52" y="404"/>
                      <a:pt x="52" y="404"/>
                    </a:cubicBezTo>
                    <a:cubicBezTo>
                      <a:pt x="52" y="411"/>
                      <a:pt x="58" y="417"/>
                      <a:pt x="65" y="417"/>
                    </a:cubicBezTo>
                    <a:cubicBezTo>
                      <a:pt x="104" y="417"/>
                      <a:pt x="104" y="417"/>
                      <a:pt x="104" y="417"/>
                    </a:cubicBezTo>
                    <a:cubicBezTo>
                      <a:pt x="104" y="456"/>
                      <a:pt x="104" y="456"/>
                      <a:pt x="104" y="456"/>
                    </a:cubicBezTo>
                    <a:cubicBezTo>
                      <a:pt x="104" y="463"/>
                      <a:pt x="110" y="469"/>
                      <a:pt x="117" y="469"/>
                    </a:cubicBezTo>
                    <a:cubicBezTo>
                      <a:pt x="820" y="469"/>
                      <a:pt x="820" y="469"/>
                      <a:pt x="820" y="469"/>
                    </a:cubicBezTo>
                    <a:cubicBezTo>
                      <a:pt x="827" y="469"/>
                      <a:pt x="833" y="463"/>
                      <a:pt x="833" y="456"/>
                    </a:cubicBezTo>
                    <a:cubicBezTo>
                      <a:pt x="833" y="117"/>
                      <a:pt x="833" y="117"/>
                      <a:pt x="833" y="117"/>
                    </a:cubicBezTo>
                    <a:cubicBezTo>
                      <a:pt x="833" y="110"/>
                      <a:pt x="827" y="104"/>
                      <a:pt x="820" y="104"/>
                    </a:cubicBezTo>
                    <a:close/>
                    <a:moveTo>
                      <a:pt x="26" y="26"/>
                    </a:moveTo>
                    <a:cubicBezTo>
                      <a:pt x="703" y="26"/>
                      <a:pt x="703" y="26"/>
                      <a:pt x="703" y="26"/>
                    </a:cubicBezTo>
                    <a:cubicBezTo>
                      <a:pt x="703" y="339"/>
                      <a:pt x="703" y="339"/>
                      <a:pt x="703" y="339"/>
                    </a:cubicBezTo>
                    <a:cubicBezTo>
                      <a:pt x="26" y="339"/>
                      <a:pt x="26" y="339"/>
                      <a:pt x="26" y="339"/>
                    </a:cubicBezTo>
                    <a:lnTo>
                      <a:pt x="26" y="26"/>
                    </a:lnTo>
                    <a:close/>
                    <a:moveTo>
                      <a:pt x="78" y="365"/>
                    </a:moveTo>
                    <a:cubicBezTo>
                      <a:pt x="716" y="365"/>
                      <a:pt x="716" y="365"/>
                      <a:pt x="716" y="365"/>
                    </a:cubicBezTo>
                    <a:cubicBezTo>
                      <a:pt x="723" y="365"/>
                      <a:pt x="729" y="359"/>
                      <a:pt x="729" y="352"/>
                    </a:cubicBezTo>
                    <a:cubicBezTo>
                      <a:pt x="729" y="78"/>
                      <a:pt x="729" y="78"/>
                      <a:pt x="729" y="78"/>
                    </a:cubicBezTo>
                    <a:cubicBezTo>
                      <a:pt x="755" y="78"/>
                      <a:pt x="755" y="78"/>
                      <a:pt x="755" y="78"/>
                    </a:cubicBezTo>
                    <a:cubicBezTo>
                      <a:pt x="755" y="391"/>
                      <a:pt x="755" y="391"/>
                      <a:pt x="755" y="391"/>
                    </a:cubicBezTo>
                    <a:cubicBezTo>
                      <a:pt x="78" y="391"/>
                      <a:pt x="78" y="391"/>
                      <a:pt x="78" y="391"/>
                    </a:cubicBezTo>
                    <a:lnTo>
                      <a:pt x="78" y="365"/>
                    </a:lnTo>
                    <a:close/>
                    <a:moveTo>
                      <a:pt x="807" y="443"/>
                    </a:moveTo>
                    <a:cubicBezTo>
                      <a:pt x="130" y="443"/>
                      <a:pt x="130" y="443"/>
                      <a:pt x="130" y="443"/>
                    </a:cubicBezTo>
                    <a:cubicBezTo>
                      <a:pt x="130" y="417"/>
                      <a:pt x="130" y="417"/>
                      <a:pt x="130" y="417"/>
                    </a:cubicBezTo>
                    <a:cubicBezTo>
                      <a:pt x="768" y="417"/>
                      <a:pt x="768" y="417"/>
                      <a:pt x="768" y="417"/>
                    </a:cubicBezTo>
                    <a:cubicBezTo>
                      <a:pt x="775" y="417"/>
                      <a:pt x="781" y="411"/>
                      <a:pt x="781" y="404"/>
                    </a:cubicBezTo>
                    <a:cubicBezTo>
                      <a:pt x="781" y="130"/>
                      <a:pt x="781" y="130"/>
                      <a:pt x="781" y="130"/>
                    </a:cubicBezTo>
                    <a:cubicBezTo>
                      <a:pt x="807" y="130"/>
                      <a:pt x="807" y="130"/>
                      <a:pt x="807" y="130"/>
                    </a:cubicBezTo>
                    <a:lnTo>
                      <a:pt x="807" y="443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CLR 1">
                <a:extLst>
                  <a:ext uri="{FF2B5EF4-FFF2-40B4-BE49-F238E27FC236}">
                    <a16:creationId xmlns:a16="http://schemas.microsoft.com/office/drawing/2014/main" id="{BCAB2F74-2BD5-D7C6-79BD-3113A67C1777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6462713" y="2233613"/>
                <a:ext cx="427038" cy="177800"/>
              </a:xfrm>
              <a:custGeom>
                <a:avLst/>
                <a:gdLst>
                  <a:gd name="T0" fmla="*/ 582 w 625"/>
                  <a:gd name="T1" fmla="*/ 4 h 261"/>
                  <a:gd name="T2" fmla="*/ 573 w 625"/>
                  <a:gd name="T3" fmla="*/ 0 h 261"/>
                  <a:gd name="T4" fmla="*/ 52 w 625"/>
                  <a:gd name="T5" fmla="*/ 0 h 261"/>
                  <a:gd name="T6" fmla="*/ 43 w 625"/>
                  <a:gd name="T7" fmla="*/ 4 h 261"/>
                  <a:gd name="T8" fmla="*/ 4 w 625"/>
                  <a:gd name="T9" fmla="*/ 43 h 261"/>
                  <a:gd name="T10" fmla="*/ 0 w 625"/>
                  <a:gd name="T11" fmla="*/ 52 h 261"/>
                  <a:gd name="T12" fmla="*/ 0 w 625"/>
                  <a:gd name="T13" fmla="*/ 209 h 261"/>
                  <a:gd name="T14" fmla="*/ 4 w 625"/>
                  <a:gd name="T15" fmla="*/ 218 h 261"/>
                  <a:gd name="T16" fmla="*/ 43 w 625"/>
                  <a:gd name="T17" fmla="*/ 257 h 261"/>
                  <a:gd name="T18" fmla="*/ 52 w 625"/>
                  <a:gd name="T19" fmla="*/ 261 h 261"/>
                  <a:gd name="T20" fmla="*/ 573 w 625"/>
                  <a:gd name="T21" fmla="*/ 261 h 261"/>
                  <a:gd name="T22" fmla="*/ 582 w 625"/>
                  <a:gd name="T23" fmla="*/ 257 h 261"/>
                  <a:gd name="T24" fmla="*/ 621 w 625"/>
                  <a:gd name="T25" fmla="*/ 218 h 261"/>
                  <a:gd name="T26" fmla="*/ 625 w 625"/>
                  <a:gd name="T27" fmla="*/ 209 h 261"/>
                  <a:gd name="T28" fmla="*/ 625 w 625"/>
                  <a:gd name="T29" fmla="*/ 52 h 261"/>
                  <a:gd name="T30" fmla="*/ 621 w 625"/>
                  <a:gd name="T31" fmla="*/ 43 h 261"/>
                  <a:gd name="T32" fmla="*/ 582 w 625"/>
                  <a:gd name="T33" fmla="*/ 4 h 261"/>
                  <a:gd name="T34" fmla="*/ 599 w 625"/>
                  <a:gd name="T35" fmla="*/ 203 h 261"/>
                  <a:gd name="T36" fmla="*/ 567 w 625"/>
                  <a:gd name="T37" fmla="*/ 235 h 261"/>
                  <a:gd name="T38" fmla="*/ 57 w 625"/>
                  <a:gd name="T39" fmla="*/ 235 h 261"/>
                  <a:gd name="T40" fmla="*/ 26 w 625"/>
                  <a:gd name="T41" fmla="*/ 203 h 261"/>
                  <a:gd name="T42" fmla="*/ 26 w 625"/>
                  <a:gd name="T43" fmla="*/ 58 h 261"/>
                  <a:gd name="T44" fmla="*/ 57 w 625"/>
                  <a:gd name="T45" fmla="*/ 26 h 261"/>
                  <a:gd name="T46" fmla="*/ 567 w 625"/>
                  <a:gd name="T47" fmla="*/ 26 h 261"/>
                  <a:gd name="T48" fmla="*/ 599 w 625"/>
                  <a:gd name="T49" fmla="*/ 58 h 261"/>
                  <a:gd name="T50" fmla="*/ 599 w 625"/>
                  <a:gd name="T51" fmla="*/ 203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25" h="261">
                    <a:moveTo>
                      <a:pt x="582" y="4"/>
                    </a:moveTo>
                    <a:cubicBezTo>
                      <a:pt x="579" y="2"/>
                      <a:pt x="576" y="0"/>
                      <a:pt x="573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8" y="0"/>
                      <a:pt x="45" y="2"/>
                      <a:pt x="43" y="4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1" y="46"/>
                      <a:pt x="0" y="49"/>
                      <a:pt x="0" y="52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0" y="212"/>
                      <a:pt x="1" y="215"/>
                      <a:pt x="4" y="218"/>
                    </a:cubicBezTo>
                    <a:cubicBezTo>
                      <a:pt x="43" y="257"/>
                      <a:pt x="43" y="257"/>
                      <a:pt x="43" y="257"/>
                    </a:cubicBezTo>
                    <a:cubicBezTo>
                      <a:pt x="45" y="259"/>
                      <a:pt x="48" y="261"/>
                      <a:pt x="52" y="261"/>
                    </a:cubicBezTo>
                    <a:cubicBezTo>
                      <a:pt x="573" y="261"/>
                      <a:pt x="573" y="261"/>
                      <a:pt x="573" y="261"/>
                    </a:cubicBezTo>
                    <a:cubicBezTo>
                      <a:pt x="576" y="261"/>
                      <a:pt x="579" y="259"/>
                      <a:pt x="582" y="257"/>
                    </a:cubicBezTo>
                    <a:cubicBezTo>
                      <a:pt x="621" y="218"/>
                      <a:pt x="621" y="218"/>
                      <a:pt x="621" y="218"/>
                    </a:cubicBezTo>
                    <a:cubicBezTo>
                      <a:pt x="623" y="215"/>
                      <a:pt x="625" y="212"/>
                      <a:pt x="625" y="209"/>
                    </a:cubicBezTo>
                    <a:cubicBezTo>
                      <a:pt x="625" y="52"/>
                      <a:pt x="625" y="52"/>
                      <a:pt x="625" y="52"/>
                    </a:cubicBezTo>
                    <a:cubicBezTo>
                      <a:pt x="625" y="49"/>
                      <a:pt x="623" y="46"/>
                      <a:pt x="621" y="43"/>
                    </a:cubicBezTo>
                    <a:lnTo>
                      <a:pt x="582" y="4"/>
                    </a:lnTo>
                    <a:close/>
                    <a:moveTo>
                      <a:pt x="599" y="203"/>
                    </a:moveTo>
                    <a:cubicBezTo>
                      <a:pt x="567" y="235"/>
                      <a:pt x="567" y="235"/>
                      <a:pt x="567" y="235"/>
                    </a:cubicBezTo>
                    <a:cubicBezTo>
                      <a:pt x="57" y="235"/>
                      <a:pt x="57" y="235"/>
                      <a:pt x="57" y="235"/>
                    </a:cubicBezTo>
                    <a:cubicBezTo>
                      <a:pt x="26" y="203"/>
                      <a:pt x="26" y="203"/>
                      <a:pt x="26" y="203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567" y="26"/>
                      <a:pt x="567" y="26"/>
                      <a:pt x="567" y="26"/>
                    </a:cubicBezTo>
                    <a:cubicBezTo>
                      <a:pt x="599" y="58"/>
                      <a:pt x="599" y="58"/>
                      <a:pt x="599" y="58"/>
                    </a:cubicBezTo>
                    <a:lnTo>
                      <a:pt x="599" y="203"/>
                    </a:lnTo>
                    <a:close/>
                  </a:path>
                </a:pathLst>
              </a:cu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CLR 1">
                <a:extLst>
                  <a:ext uri="{FF2B5EF4-FFF2-40B4-BE49-F238E27FC236}">
                    <a16:creationId xmlns:a16="http://schemas.microsoft.com/office/drawing/2014/main" id="{5B8A0D16-FED3-744B-D6E6-46AD0598EBD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569075" y="2312988"/>
                <a:ext cx="17463" cy="17463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CLR 1">
                <a:extLst>
                  <a:ext uri="{FF2B5EF4-FFF2-40B4-BE49-F238E27FC236}">
                    <a16:creationId xmlns:a16="http://schemas.microsoft.com/office/drawing/2014/main" id="{50DFB9D4-1400-206C-C51C-7EE095296E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534150" y="2312988"/>
                <a:ext cx="17463" cy="17463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CLR 1">
                <a:extLst>
                  <a:ext uri="{FF2B5EF4-FFF2-40B4-BE49-F238E27FC236}">
                    <a16:creationId xmlns:a16="http://schemas.microsoft.com/office/drawing/2014/main" id="{84C662E9-999D-0561-672C-70F4F4AB0F7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800850" y="2312988"/>
                <a:ext cx="17463" cy="17463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CLR 1">
                <a:extLst>
                  <a:ext uri="{FF2B5EF4-FFF2-40B4-BE49-F238E27FC236}">
                    <a16:creationId xmlns:a16="http://schemas.microsoft.com/office/drawing/2014/main" id="{91474F73-373A-E4F4-1FBA-3EB59D64F0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764338" y="2312988"/>
                <a:ext cx="17463" cy="17463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CLR 1">
                <a:extLst>
                  <a:ext uri="{FF2B5EF4-FFF2-40B4-BE49-F238E27FC236}">
                    <a16:creationId xmlns:a16="http://schemas.microsoft.com/office/drawing/2014/main" id="{92B1E11F-2E4E-846A-D8CC-391EF451BBC3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6623050" y="2268538"/>
                <a:ext cx="106363" cy="106363"/>
              </a:xfrm>
              <a:custGeom>
                <a:avLst/>
                <a:gdLst>
                  <a:gd name="T0" fmla="*/ 78 w 156"/>
                  <a:gd name="T1" fmla="*/ 0 h 157"/>
                  <a:gd name="T2" fmla="*/ 0 w 156"/>
                  <a:gd name="T3" fmla="*/ 78 h 157"/>
                  <a:gd name="T4" fmla="*/ 78 w 156"/>
                  <a:gd name="T5" fmla="*/ 157 h 157"/>
                  <a:gd name="T6" fmla="*/ 156 w 156"/>
                  <a:gd name="T7" fmla="*/ 78 h 157"/>
                  <a:gd name="T8" fmla="*/ 78 w 156"/>
                  <a:gd name="T9" fmla="*/ 0 h 157"/>
                  <a:gd name="T10" fmla="*/ 78 w 156"/>
                  <a:gd name="T11" fmla="*/ 130 h 157"/>
                  <a:gd name="T12" fmla="*/ 26 w 156"/>
                  <a:gd name="T13" fmla="*/ 78 h 157"/>
                  <a:gd name="T14" fmla="*/ 78 w 156"/>
                  <a:gd name="T15" fmla="*/ 26 h 157"/>
                  <a:gd name="T16" fmla="*/ 130 w 156"/>
                  <a:gd name="T17" fmla="*/ 78 h 157"/>
                  <a:gd name="T18" fmla="*/ 78 w 156"/>
                  <a:gd name="T19" fmla="*/ 13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6" h="157">
                    <a:moveTo>
                      <a:pt x="78" y="0"/>
                    </a:moveTo>
                    <a:cubicBezTo>
                      <a:pt x="35" y="0"/>
                      <a:pt x="0" y="35"/>
                      <a:pt x="0" y="78"/>
                    </a:cubicBezTo>
                    <a:cubicBezTo>
                      <a:pt x="0" y="121"/>
                      <a:pt x="35" y="157"/>
                      <a:pt x="78" y="157"/>
                    </a:cubicBezTo>
                    <a:cubicBezTo>
                      <a:pt x="121" y="157"/>
                      <a:pt x="156" y="121"/>
                      <a:pt x="156" y="78"/>
                    </a:cubicBezTo>
                    <a:cubicBezTo>
                      <a:pt x="156" y="35"/>
                      <a:pt x="121" y="0"/>
                      <a:pt x="78" y="0"/>
                    </a:cubicBezTo>
                    <a:close/>
                    <a:moveTo>
                      <a:pt x="78" y="130"/>
                    </a:moveTo>
                    <a:cubicBezTo>
                      <a:pt x="49" y="130"/>
                      <a:pt x="26" y="107"/>
                      <a:pt x="26" y="78"/>
                    </a:cubicBezTo>
                    <a:cubicBezTo>
                      <a:pt x="26" y="50"/>
                      <a:pt x="49" y="26"/>
                      <a:pt x="78" y="26"/>
                    </a:cubicBezTo>
                    <a:cubicBezTo>
                      <a:pt x="107" y="26"/>
                      <a:pt x="130" y="50"/>
                      <a:pt x="130" y="78"/>
                    </a:cubicBezTo>
                    <a:cubicBezTo>
                      <a:pt x="130" y="107"/>
                      <a:pt x="107" y="130"/>
                      <a:pt x="78" y="130"/>
                    </a:cubicBezTo>
                    <a:close/>
                  </a:path>
                </a:pathLst>
              </a:cu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CLR 0">
                <a:extLst>
                  <a:ext uri="{FF2B5EF4-FFF2-40B4-BE49-F238E27FC236}">
                    <a16:creationId xmlns:a16="http://schemas.microsoft.com/office/drawing/2014/main" id="{F35DE2C9-D0C9-3314-F2A0-0B4740B5BB1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669088" y="1982788"/>
                <a:ext cx="84138" cy="196850"/>
              </a:xfrm>
              <a:custGeom>
                <a:avLst/>
                <a:gdLst>
                  <a:gd name="T0" fmla="*/ 48 w 123"/>
                  <a:gd name="T1" fmla="*/ 46 h 288"/>
                  <a:gd name="T2" fmla="*/ 48 w 123"/>
                  <a:gd name="T3" fmla="*/ 288 h 288"/>
                  <a:gd name="T4" fmla="*/ 74 w 123"/>
                  <a:gd name="T5" fmla="*/ 288 h 288"/>
                  <a:gd name="T6" fmla="*/ 74 w 123"/>
                  <a:gd name="T7" fmla="*/ 46 h 288"/>
                  <a:gd name="T8" fmla="*/ 104 w 123"/>
                  <a:gd name="T9" fmla="*/ 76 h 288"/>
                  <a:gd name="T10" fmla="*/ 123 w 123"/>
                  <a:gd name="T11" fmla="*/ 58 h 288"/>
                  <a:gd name="T12" fmla="*/ 70 w 123"/>
                  <a:gd name="T13" fmla="*/ 5 h 288"/>
                  <a:gd name="T14" fmla="*/ 52 w 123"/>
                  <a:gd name="T15" fmla="*/ 5 h 288"/>
                  <a:gd name="T16" fmla="*/ 0 w 123"/>
                  <a:gd name="T17" fmla="*/ 58 h 288"/>
                  <a:gd name="T18" fmla="*/ 18 w 123"/>
                  <a:gd name="T19" fmla="*/ 76 h 288"/>
                  <a:gd name="T20" fmla="*/ 48 w 123"/>
                  <a:gd name="T21" fmla="*/ 46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3" h="288">
                    <a:moveTo>
                      <a:pt x="48" y="46"/>
                    </a:moveTo>
                    <a:cubicBezTo>
                      <a:pt x="48" y="288"/>
                      <a:pt x="48" y="288"/>
                      <a:pt x="48" y="288"/>
                    </a:cubicBezTo>
                    <a:cubicBezTo>
                      <a:pt x="74" y="288"/>
                      <a:pt x="74" y="288"/>
                      <a:pt x="74" y="28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104" y="76"/>
                      <a:pt x="104" y="76"/>
                      <a:pt x="104" y="76"/>
                    </a:cubicBezTo>
                    <a:cubicBezTo>
                      <a:pt x="123" y="58"/>
                      <a:pt x="123" y="58"/>
                      <a:pt x="123" y="58"/>
                    </a:cubicBezTo>
                    <a:cubicBezTo>
                      <a:pt x="70" y="5"/>
                      <a:pt x="70" y="5"/>
                      <a:pt x="70" y="5"/>
                    </a:cubicBezTo>
                    <a:cubicBezTo>
                      <a:pt x="65" y="0"/>
                      <a:pt x="57" y="0"/>
                      <a:pt x="52" y="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18" y="76"/>
                      <a:pt x="18" y="76"/>
                      <a:pt x="18" y="76"/>
                    </a:cubicBezTo>
                    <a:lnTo>
                      <a:pt x="48" y="46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CLR 0">
                <a:extLst>
                  <a:ext uri="{FF2B5EF4-FFF2-40B4-BE49-F238E27FC236}">
                    <a16:creationId xmlns:a16="http://schemas.microsoft.com/office/drawing/2014/main" id="{9272DC1B-2672-7DE8-583C-CF5453FBF1C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427788" y="2063750"/>
                <a:ext cx="246063" cy="115888"/>
              </a:xfrm>
              <a:custGeom>
                <a:avLst/>
                <a:gdLst>
                  <a:gd name="T0" fmla="*/ 286 w 360"/>
                  <a:gd name="T1" fmla="*/ 125 h 169"/>
                  <a:gd name="T2" fmla="*/ 256 w 360"/>
                  <a:gd name="T3" fmla="*/ 95 h 169"/>
                  <a:gd name="T4" fmla="*/ 238 w 360"/>
                  <a:gd name="T5" fmla="*/ 113 h 169"/>
                  <a:gd name="T6" fmla="*/ 290 w 360"/>
                  <a:gd name="T7" fmla="*/ 165 h 169"/>
                  <a:gd name="T8" fmla="*/ 299 w 360"/>
                  <a:gd name="T9" fmla="*/ 169 h 169"/>
                  <a:gd name="T10" fmla="*/ 308 w 360"/>
                  <a:gd name="T11" fmla="*/ 165 h 169"/>
                  <a:gd name="T12" fmla="*/ 360 w 360"/>
                  <a:gd name="T13" fmla="*/ 113 h 169"/>
                  <a:gd name="T14" fmla="*/ 342 w 360"/>
                  <a:gd name="T15" fmla="*/ 95 h 169"/>
                  <a:gd name="T16" fmla="*/ 312 w 360"/>
                  <a:gd name="T17" fmla="*/ 125 h 169"/>
                  <a:gd name="T18" fmla="*/ 312 w 360"/>
                  <a:gd name="T19" fmla="*/ 13 h 169"/>
                  <a:gd name="T20" fmla="*/ 299 w 360"/>
                  <a:gd name="T21" fmla="*/ 0 h 169"/>
                  <a:gd name="T22" fmla="*/ 0 w 360"/>
                  <a:gd name="T23" fmla="*/ 0 h 169"/>
                  <a:gd name="T24" fmla="*/ 0 w 360"/>
                  <a:gd name="T25" fmla="*/ 26 h 169"/>
                  <a:gd name="T26" fmla="*/ 286 w 360"/>
                  <a:gd name="T27" fmla="*/ 26 h 169"/>
                  <a:gd name="T28" fmla="*/ 286 w 360"/>
                  <a:gd name="T29" fmla="*/ 125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0" h="169">
                    <a:moveTo>
                      <a:pt x="286" y="125"/>
                    </a:moveTo>
                    <a:cubicBezTo>
                      <a:pt x="256" y="95"/>
                      <a:pt x="256" y="95"/>
                      <a:pt x="256" y="95"/>
                    </a:cubicBezTo>
                    <a:cubicBezTo>
                      <a:pt x="238" y="113"/>
                      <a:pt x="238" y="113"/>
                      <a:pt x="238" y="113"/>
                    </a:cubicBezTo>
                    <a:cubicBezTo>
                      <a:pt x="290" y="165"/>
                      <a:pt x="290" y="165"/>
                      <a:pt x="290" y="165"/>
                    </a:cubicBezTo>
                    <a:cubicBezTo>
                      <a:pt x="292" y="168"/>
                      <a:pt x="296" y="169"/>
                      <a:pt x="299" y="169"/>
                    </a:cubicBezTo>
                    <a:cubicBezTo>
                      <a:pt x="302" y="169"/>
                      <a:pt x="306" y="168"/>
                      <a:pt x="308" y="165"/>
                    </a:cubicBezTo>
                    <a:cubicBezTo>
                      <a:pt x="360" y="113"/>
                      <a:pt x="360" y="113"/>
                      <a:pt x="360" y="113"/>
                    </a:cubicBezTo>
                    <a:cubicBezTo>
                      <a:pt x="342" y="95"/>
                      <a:pt x="342" y="95"/>
                      <a:pt x="342" y="95"/>
                    </a:cubicBezTo>
                    <a:cubicBezTo>
                      <a:pt x="312" y="125"/>
                      <a:pt x="312" y="125"/>
                      <a:pt x="312" y="125"/>
                    </a:cubicBezTo>
                    <a:cubicBezTo>
                      <a:pt x="312" y="13"/>
                      <a:pt x="312" y="13"/>
                      <a:pt x="312" y="13"/>
                    </a:cubicBezTo>
                    <a:cubicBezTo>
                      <a:pt x="312" y="6"/>
                      <a:pt x="306" y="0"/>
                      <a:pt x="29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286" y="26"/>
                      <a:pt x="286" y="26"/>
                      <a:pt x="286" y="26"/>
                    </a:cubicBezTo>
                    <a:lnTo>
                      <a:pt x="286" y="125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CLR 0">
                <a:extLst>
                  <a:ext uri="{FF2B5EF4-FFF2-40B4-BE49-F238E27FC236}">
                    <a16:creationId xmlns:a16="http://schemas.microsoft.com/office/drawing/2014/main" id="{5697E62A-930C-3B48-8FF6-D47EA8967E3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750050" y="2063750"/>
                <a:ext cx="246063" cy="115888"/>
              </a:xfrm>
              <a:custGeom>
                <a:avLst/>
                <a:gdLst>
                  <a:gd name="T0" fmla="*/ 61 w 361"/>
                  <a:gd name="T1" fmla="*/ 0 h 169"/>
                  <a:gd name="T2" fmla="*/ 48 w 361"/>
                  <a:gd name="T3" fmla="*/ 13 h 169"/>
                  <a:gd name="T4" fmla="*/ 48 w 361"/>
                  <a:gd name="T5" fmla="*/ 125 h 169"/>
                  <a:gd name="T6" fmla="*/ 19 w 361"/>
                  <a:gd name="T7" fmla="*/ 95 h 169"/>
                  <a:gd name="T8" fmla="*/ 0 w 361"/>
                  <a:gd name="T9" fmla="*/ 113 h 169"/>
                  <a:gd name="T10" fmla="*/ 52 w 361"/>
                  <a:gd name="T11" fmla="*/ 165 h 169"/>
                  <a:gd name="T12" fmla="*/ 61 w 361"/>
                  <a:gd name="T13" fmla="*/ 169 h 169"/>
                  <a:gd name="T14" fmla="*/ 71 w 361"/>
                  <a:gd name="T15" fmla="*/ 165 h 169"/>
                  <a:gd name="T16" fmla="*/ 123 w 361"/>
                  <a:gd name="T17" fmla="*/ 113 h 169"/>
                  <a:gd name="T18" fmla="*/ 104 w 361"/>
                  <a:gd name="T19" fmla="*/ 95 h 169"/>
                  <a:gd name="T20" fmla="*/ 74 w 361"/>
                  <a:gd name="T21" fmla="*/ 125 h 169"/>
                  <a:gd name="T22" fmla="*/ 74 w 361"/>
                  <a:gd name="T23" fmla="*/ 26 h 169"/>
                  <a:gd name="T24" fmla="*/ 361 w 361"/>
                  <a:gd name="T25" fmla="*/ 26 h 169"/>
                  <a:gd name="T26" fmla="*/ 361 w 361"/>
                  <a:gd name="T27" fmla="*/ 0 h 169"/>
                  <a:gd name="T28" fmla="*/ 61 w 361"/>
                  <a:gd name="T29" fmla="*/ 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1" h="169">
                    <a:moveTo>
                      <a:pt x="61" y="0"/>
                    </a:moveTo>
                    <a:cubicBezTo>
                      <a:pt x="54" y="0"/>
                      <a:pt x="48" y="6"/>
                      <a:pt x="48" y="13"/>
                    </a:cubicBezTo>
                    <a:cubicBezTo>
                      <a:pt x="48" y="125"/>
                      <a:pt x="48" y="125"/>
                      <a:pt x="48" y="125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52" y="165"/>
                      <a:pt x="52" y="165"/>
                      <a:pt x="52" y="165"/>
                    </a:cubicBezTo>
                    <a:cubicBezTo>
                      <a:pt x="55" y="168"/>
                      <a:pt x="58" y="169"/>
                      <a:pt x="61" y="169"/>
                    </a:cubicBezTo>
                    <a:cubicBezTo>
                      <a:pt x="65" y="169"/>
                      <a:pt x="68" y="168"/>
                      <a:pt x="71" y="165"/>
                    </a:cubicBezTo>
                    <a:cubicBezTo>
                      <a:pt x="123" y="113"/>
                      <a:pt x="123" y="113"/>
                      <a:pt x="123" y="113"/>
                    </a:cubicBezTo>
                    <a:cubicBezTo>
                      <a:pt x="104" y="95"/>
                      <a:pt x="104" y="95"/>
                      <a:pt x="104" y="95"/>
                    </a:cubicBezTo>
                    <a:cubicBezTo>
                      <a:pt x="74" y="125"/>
                      <a:pt x="74" y="125"/>
                      <a:pt x="74" y="125"/>
                    </a:cubicBezTo>
                    <a:cubicBezTo>
                      <a:pt x="74" y="26"/>
                      <a:pt x="74" y="26"/>
                      <a:pt x="74" y="26"/>
                    </a:cubicBezTo>
                    <a:cubicBezTo>
                      <a:pt x="361" y="26"/>
                      <a:pt x="361" y="26"/>
                      <a:pt x="361" y="26"/>
                    </a:cubicBezTo>
                    <a:cubicBezTo>
                      <a:pt x="361" y="0"/>
                      <a:pt x="361" y="0"/>
                      <a:pt x="361" y="0"/>
                    </a:cubicBez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878A3363-AC61-7B41-D900-D9D6C5FBC4AB}"/>
              </a:ext>
            </a:extLst>
          </p:cNvPr>
          <p:cNvSpPr/>
          <p:nvPr/>
        </p:nvSpPr>
        <p:spPr>
          <a:xfrm>
            <a:off x="4278675" y="3000375"/>
            <a:ext cx="898050" cy="89805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Vector">
            <a:extLst>
              <a:ext uri="{FF2B5EF4-FFF2-40B4-BE49-F238E27FC236}">
                <a16:creationId xmlns:a16="http://schemas.microsoft.com/office/drawing/2014/main" id="{CAB96E44-BA47-340A-2275-329D2206BCDF}"/>
              </a:ext>
            </a:extLst>
          </p:cNvPr>
          <p:cNvSpPr/>
          <p:nvPr/>
        </p:nvSpPr>
        <p:spPr>
          <a:xfrm>
            <a:off x="4418293" y="3139994"/>
            <a:ext cx="618812" cy="618813"/>
          </a:xfrm>
          <a:custGeom>
            <a:avLst/>
            <a:gdLst>
              <a:gd name="connsiteX0" fmla="*/ 607715 w 618812"/>
              <a:gd name="connsiteY0" fmla="*/ 387711 h 618813"/>
              <a:gd name="connsiteX1" fmla="*/ 585358 w 618812"/>
              <a:gd name="connsiteY1" fmla="*/ 348960 h 618813"/>
              <a:gd name="connsiteX2" fmla="*/ 574305 w 618812"/>
              <a:gd name="connsiteY2" fmla="*/ 337929 h 618813"/>
              <a:gd name="connsiteX3" fmla="*/ 535564 w 618812"/>
              <a:gd name="connsiteY3" fmla="*/ 315560 h 618813"/>
              <a:gd name="connsiteX4" fmla="*/ 520485 w 618812"/>
              <a:gd name="connsiteY4" fmla="*/ 311511 h 618813"/>
              <a:gd name="connsiteX5" fmla="*/ 475778 w 618812"/>
              <a:gd name="connsiteY5" fmla="*/ 311510 h 618813"/>
              <a:gd name="connsiteX6" fmla="*/ 460640 w 618812"/>
              <a:gd name="connsiteY6" fmla="*/ 315559 h 618813"/>
              <a:gd name="connsiteX7" fmla="*/ 444737 w 618812"/>
              <a:gd name="connsiteY7" fmla="*/ 317527 h 618813"/>
              <a:gd name="connsiteX8" fmla="*/ 376938 w 618812"/>
              <a:gd name="connsiteY8" fmla="*/ 293176 h 618813"/>
              <a:gd name="connsiteX9" fmla="*/ 422554 w 618812"/>
              <a:gd name="connsiteY9" fmla="*/ 202419 h 618813"/>
              <a:gd name="connsiteX10" fmla="*/ 309406 w 618812"/>
              <a:gd name="connsiteY10" fmla="*/ 89272 h 618813"/>
              <a:gd name="connsiteX11" fmla="*/ 196259 w 618812"/>
              <a:gd name="connsiteY11" fmla="*/ 202419 h 618813"/>
              <a:gd name="connsiteX12" fmla="*/ 241879 w 618812"/>
              <a:gd name="connsiteY12" fmla="*/ 293181 h 618813"/>
              <a:gd name="connsiteX13" fmla="*/ 152080 w 618812"/>
              <a:gd name="connsiteY13" fmla="*/ 331717 h 618813"/>
              <a:gd name="connsiteX14" fmla="*/ 101978 w 618812"/>
              <a:gd name="connsiteY14" fmla="*/ 423644 h 618813"/>
              <a:gd name="connsiteX15" fmla="*/ 101973 w 618812"/>
              <a:gd name="connsiteY15" fmla="*/ 423911 h 618813"/>
              <a:gd name="connsiteX16" fmla="*/ 101973 w 618812"/>
              <a:gd name="connsiteY16" fmla="*/ 517464 h 618813"/>
              <a:gd name="connsiteX17" fmla="*/ 109352 w 618812"/>
              <a:gd name="connsiteY17" fmla="*/ 524843 h 618813"/>
              <a:gd name="connsiteX18" fmla="*/ 406888 w 618812"/>
              <a:gd name="connsiteY18" fmla="*/ 524843 h 618813"/>
              <a:gd name="connsiteX19" fmla="*/ 389113 w 618812"/>
              <a:gd name="connsiteY19" fmla="*/ 591183 h 618813"/>
              <a:gd name="connsiteX20" fmla="*/ 391632 w 618812"/>
              <a:gd name="connsiteY20" fmla="*/ 598855 h 618813"/>
              <a:gd name="connsiteX21" fmla="*/ 399668 w 618812"/>
              <a:gd name="connsiteY21" fmla="*/ 599628 h 618813"/>
              <a:gd name="connsiteX22" fmla="*/ 436383 w 618812"/>
              <a:gd name="connsiteY22" fmla="*/ 580373 h 618813"/>
              <a:gd name="connsiteX23" fmla="*/ 458535 w 618812"/>
              <a:gd name="connsiteY23" fmla="*/ 615381 h 618813"/>
              <a:gd name="connsiteX24" fmla="*/ 464768 w 618812"/>
              <a:gd name="connsiteY24" fmla="*/ 618814 h 618813"/>
              <a:gd name="connsiteX25" fmla="*/ 465880 w 618812"/>
              <a:gd name="connsiteY25" fmla="*/ 618729 h 618813"/>
              <a:gd name="connsiteX26" fmla="*/ 471896 w 618812"/>
              <a:gd name="connsiteY26" fmla="*/ 613344 h 618813"/>
              <a:gd name="connsiteX27" fmla="*/ 490195 w 618812"/>
              <a:gd name="connsiteY27" fmla="*/ 545041 h 618813"/>
              <a:gd name="connsiteX28" fmla="*/ 498104 w 618812"/>
              <a:gd name="connsiteY28" fmla="*/ 545869 h 618813"/>
              <a:gd name="connsiteX29" fmla="*/ 506025 w 618812"/>
              <a:gd name="connsiteY29" fmla="*/ 545040 h 618813"/>
              <a:gd name="connsiteX30" fmla="*/ 524325 w 618812"/>
              <a:gd name="connsiteY30" fmla="*/ 613344 h 618813"/>
              <a:gd name="connsiteX31" fmla="*/ 530340 w 618812"/>
              <a:gd name="connsiteY31" fmla="*/ 618728 h 618813"/>
              <a:gd name="connsiteX32" fmla="*/ 531453 w 618812"/>
              <a:gd name="connsiteY32" fmla="*/ 618813 h 618813"/>
              <a:gd name="connsiteX33" fmla="*/ 537686 w 618812"/>
              <a:gd name="connsiteY33" fmla="*/ 615380 h 618813"/>
              <a:gd name="connsiteX34" fmla="*/ 559838 w 618812"/>
              <a:gd name="connsiteY34" fmla="*/ 580371 h 618813"/>
              <a:gd name="connsiteX35" fmla="*/ 596553 w 618812"/>
              <a:gd name="connsiteY35" fmla="*/ 599627 h 618813"/>
              <a:gd name="connsiteX36" fmla="*/ 604589 w 618812"/>
              <a:gd name="connsiteY36" fmla="*/ 598853 h 618813"/>
              <a:gd name="connsiteX37" fmla="*/ 607107 w 618812"/>
              <a:gd name="connsiteY37" fmla="*/ 591182 h 618813"/>
              <a:gd name="connsiteX38" fmla="*/ 583327 w 618812"/>
              <a:gd name="connsiteY38" fmla="*/ 502430 h 618813"/>
              <a:gd name="connsiteX39" fmla="*/ 585369 w 618812"/>
              <a:gd name="connsiteY39" fmla="*/ 501360 h 618813"/>
              <a:gd name="connsiteX40" fmla="*/ 607715 w 618812"/>
              <a:gd name="connsiteY40" fmla="*/ 462684 h 618813"/>
              <a:gd name="connsiteX41" fmla="*/ 611762 w 618812"/>
              <a:gd name="connsiteY41" fmla="*/ 447534 h 618813"/>
              <a:gd name="connsiteX42" fmla="*/ 611775 w 618812"/>
              <a:gd name="connsiteY42" fmla="*/ 402845 h 618813"/>
              <a:gd name="connsiteX43" fmla="*/ 607711 w 618812"/>
              <a:gd name="connsiteY43" fmla="*/ 387709 h 618813"/>
              <a:gd name="connsiteX44" fmla="*/ 211017 w 618812"/>
              <a:gd name="connsiteY44" fmla="*/ 202419 h 618813"/>
              <a:gd name="connsiteX45" fmla="*/ 309407 w 618812"/>
              <a:gd name="connsiteY45" fmla="*/ 104028 h 618813"/>
              <a:gd name="connsiteX46" fmla="*/ 407798 w 618812"/>
              <a:gd name="connsiteY46" fmla="*/ 202419 h 618813"/>
              <a:gd name="connsiteX47" fmla="*/ 309407 w 618812"/>
              <a:gd name="connsiteY47" fmla="*/ 300845 h 618813"/>
              <a:gd name="connsiteX48" fmla="*/ 211017 w 618812"/>
              <a:gd name="connsiteY48" fmla="*/ 202419 h 618813"/>
              <a:gd name="connsiteX49" fmla="*/ 116733 w 618812"/>
              <a:gd name="connsiteY49" fmla="*/ 510085 h 618813"/>
              <a:gd name="connsiteX50" fmla="*/ 116733 w 618812"/>
              <a:gd name="connsiteY50" fmla="*/ 424047 h 618813"/>
              <a:gd name="connsiteX51" fmla="*/ 260963 w 618812"/>
              <a:gd name="connsiteY51" fmla="*/ 304689 h 618813"/>
              <a:gd name="connsiteX52" fmla="*/ 309407 w 618812"/>
              <a:gd name="connsiteY52" fmla="*/ 315602 h 618813"/>
              <a:gd name="connsiteX53" fmla="*/ 357842 w 618812"/>
              <a:gd name="connsiteY53" fmla="*/ 304693 h 618813"/>
              <a:gd name="connsiteX54" fmla="*/ 430053 w 618812"/>
              <a:gd name="connsiteY54" fmla="*/ 326527 h 618813"/>
              <a:gd name="connsiteX55" fmla="*/ 421924 w 618812"/>
              <a:gd name="connsiteY55" fmla="*/ 337926 h 618813"/>
              <a:gd name="connsiteX56" fmla="*/ 410839 w 618812"/>
              <a:gd name="connsiteY56" fmla="*/ 348976 h 618813"/>
              <a:gd name="connsiteX57" fmla="*/ 388508 w 618812"/>
              <a:gd name="connsiteY57" fmla="*/ 387679 h 618813"/>
              <a:gd name="connsiteX58" fmla="*/ 384461 w 618812"/>
              <a:gd name="connsiteY58" fmla="*/ 402829 h 618813"/>
              <a:gd name="connsiteX59" fmla="*/ 384459 w 618812"/>
              <a:gd name="connsiteY59" fmla="*/ 447533 h 618813"/>
              <a:gd name="connsiteX60" fmla="*/ 388512 w 618812"/>
              <a:gd name="connsiteY60" fmla="*/ 462651 h 618813"/>
              <a:gd name="connsiteX61" fmla="*/ 410842 w 618812"/>
              <a:gd name="connsiteY61" fmla="*/ 501355 h 618813"/>
              <a:gd name="connsiteX62" fmla="*/ 412895 w 618812"/>
              <a:gd name="connsiteY62" fmla="*/ 502432 h 618813"/>
              <a:gd name="connsiteX63" fmla="*/ 410844 w 618812"/>
              <a:gd name="connsiteY63" fmla="*/ 510085 h 618813"/>
              <a:gd name="connsiteX64" fmla="*/ 462002 w 618812"/>
              <a:gd name="connsiteY64" fmla="*/ 593260 h 618813"/>
              <a:gd name="connsiteX65" fmla="*/ 445217 w 618812"/>
              <a:gd name="connsiteY65" fmla="*/ 566733 h 618813"/>
              <a:gd name="connsiteX66" fmla="*/ 435555 w 618812"/>
              <a:gd name="connsiteY66" fmla="*/ 564145 h 618813"/>
              <a:gd name="connsiteX67" fmla="*/ 407727 w 618812"/>
              <a:gd name="connsiteY67" fmla="*/ 578740 h 618813"/>
              <a:gd name="connsiteX68" fmla="*/ 424327 w 618812"/>
              <a:gd name="connsiteY68" fmla="*/ 516783 h 618813"/>
              <a:gd name="connsiteX69" fmla="*/ 460661 w 618812"/>
              <a:gd name="connsiteY69" fmla="*/ 534803 h 618813"/>
              <a:gd name="connsiteX70" fmla="*/ 475779 w 618812"/>
              <a:gd name="connsiteY70" fmla="*/ 538856 h 618813"/>
              <a:gd name="connsiteX71" fmla="*/ 476459 w 618812"/>
              <a:gd name="connsiteY71" fmla="*/ 539294 h 618813"/>
              <a:gd name="connsiteX72" fmla="*/ 462001 w 618812"/>
              <a:gd name="connsiteY72" fmla="*/ 593261 h 618813"/>
              <a:gd name="connsiteX73" fmla="*/ 560672 w 618812"/>
              <a:gd name="connsiteY73" fmla="*/ 564143 h 618813"/>
              <a:gd name="connsiteX74" fmla="*/ 551010 w 618812"/>
              <a:gd name="connsiteY74" fmla="*/ 566732 h 618813"/>
              <a:gd name="connsiteX75" fmla="*/ 534225 w 618812"/>
              <a:gd name="connsiteY75" fmla="*/ 593258 h 618813"/>
              <a:gd name="connsiteX76" fmla="*/ 519770 w 618812"/>
              <a:gd name="connsiteY76" fmla="*/ 539307 h 618813"/>
              <a:gd name="connsiteX77" fmla="*/ 520505 w 618812"/>
              <a:gd name="connsiteY77" fmla="*/ 538836 h 618813"/>
              <a:gd name="connsiteX78" fmla="*/ 535587 w 618812"/>
              <a:gd name="connsiteY78" fmla="*/ 534803 h 618813"/>
              <a:gd name="connsiteX79" fmla="*/ 571900 w 618812"/>
              <a:gd name="connsiteY79" fmla="*/ 516782 h 618813"/>
              <a:gd name="connsiteX80" fmla="*/ 588500 w 618812"/>
              <a:gd name="connsiteY80" fmla="*/ 578738 h 618813"/>
              <a:gd name="connsiteX81" fmla="*/ 560673 w 618812"/>
              <a:gd name="connsiteY81" fmla="*/ 564143 h 618813"/>
              <a:gd name="connsiteX82" fmla="*/ 599684 w 618812"/>
              <a:gd name="connsiteY82" fmla="*/ 439061 h 618813"/>
              <a:gd name="connsiteX83" fmla="*/ 593017 w 618812"/>
              <a:gd name="connsiteY83" fmla="*/ 463968 h 618813"/>
              <a:gd name="connsiteX84" fmla="*/ 579150 w 618812"/>
              <a:gd name="connsiteY84" fmla="*/ 487980 h 618813"/>
              <a:gd name="connsiteX85" fmla="*/ 570503 w 618812"/>
              <a:gd name="connsiteY85" fmla="*/ 493508 h 618813"/>
              <a:gd name="connsiteX86" fmla="*/ 569360 w 618812"/>
              <a:gd name="connsiteY86" fmla="*/ 494553 h 618813"/>
              <a:gd name="connsiteX87" fmla="*/ 560926 w 618812"/>
              <a:gd name="connsiteY87" fmla="*/ 506207 h 618813"/>
              <a:gd name="connsiteX88" fmla="*/ 536881 w 618812"/>
              <a:gd name="connsiteY88" fmla="*/ 520103 h 618813"/>
              <a:gd name="connsiteX89" fmla="*/ 512018 w 618812"/>
              <a:gd name="connsiteY89" fmla="*/ 526764 h 618813"/>
              <a:gd name="connsiteX90" fmla="*/ 484257 w 618812"/>
              <a:gd name="connsiteY90" fmla="*/ 526777 h 618813"/>
              <a:gd name="connsiteX91" fmla="*/ 462937 w 618812"/>
              <a:gd name="connsiteY91" fmla="*/ 519941 h 618813"/>
              <a:gd name="connsiteX92" fmla="*/ 459365 w 618812"/>
              <a:gd name="connsiteY92" fmla="*/ 520102 h 618813"/>
              <a:gd name="connsiteX93" fmla="*/ 435296 w 618812"/>
              <a:gd name="connsiteY93" fmla="*/ 506203 h 618813"/>
              <a:gd name="connsiteX94" fmla="*/ 426860 w 618812"/>
              <a:gd name="connsiteY94" fmla="*/ 494550 h 618813"/>
              <a:gd name="connsiteX95" fmla="*/ 425720 w 618812"/>
              <a:gd name="connsiteY95" fmla="*/ 493510 h 618813"/>
              <a:gd name="connsiteX96" fmla="*/ 417061 w 618812"/>
              <a:gd name="connsiteY96" fmla="*/ 487974 h 618813"/>
              <a:gd name="connsiteX97" fmla="*/ 403211 w 618812"/>
              <a:gd name="connsiteY97" fmla="*/ 463934 h 618813"/>
              <a:gd name="connsiteX98" fmla="*/ 396538 w 618812"/>
              <a:gd name="connsiteY98" fmla="*/ 439057 h 618813"/>
              <a:gd name="connsiteX99" fmla="*/ 396551 w 618812"/>
              <a:gd name="connsiteY99" fmla="*/ 411286 h 618813"/>
              <a:gd name="connsiteX100" fmla="*/ 403207 w 618812"/>
              <a:gd name="connsiteY100" fmla="*/ 386397 h 618813"/>
              <a:gd name="connsiteX101" fmla="*/ 417046 w 618812"/>
              <a:gd name="connsiteY101" fmla="*/ 362361 h 618813"/>
              <a:gd name="connsiteX102" fmla="*/ 435297 w 618812"/>
              <a:gd name="connsiteY102" fmla="*/ 344156 h 618813"/>
              <a:gd name="connsiteX103" fmla="*/ 459342 w 618812"/>
              <a:gd name="connsiteY103" fmla="*/ 330259 h 618813"/>
              <a:gd name="connsiteX104" fmla="*/ 484232 w 618812"/>
              <a:gd name="connsiteY104" fmla="*/ 323603 h 618813"/>
              <a:gd name="connsiteX105" fmla="*/ 484260 w 618812"/>
              <a:gd name="connsiteY105" fmla="*/ 323584 h 618813"/>
              <a:gd name="connsiteX106" fmla="*/ 512007 w 618812"/>
              <a:gd name="connsiteY106" fmla="*/ 323592 h 618813"/>
              <a:gd name="connsiteX107" fmla="*/ 536859 w 618812"/>
              <a:gd name="connsiteY107" fmla="*/ 330262 h 618813"/>
              <a:gd name="connsiteX108" fmla="*/ 560927 w 618812"/>
              <a:gd name="connsiteY108" fmla="*/ 344162 h 618813"/>
              <a:gd name="connsiteX109" fmla="*/ 579147 w 618812"/>
              <a:gd name="connsiteY109" fmla="*/ 362348 h 618813"/>
              <a:gd name="connsiteX110" fmla="*/ 593012 w 618812"/>
              <a:gd name="connsiteY110" fmla="*/ 386431 h 618813"/>
              <a:gd name="connsiteX111" fmla="*/ 599685 w 618812"/>
              <a:gd name="connsiteY111" fmla="*/ 411305 h 618813"/>
              <a:gd name="connsiteX112" fmla="*/ 599683 w 618812"/>
              <a:gd name="connsiteY112" fmla="*/ 439062 h 618813"/>
              <a:gd name="connsiteX113" fmla="*/ 498112 w 618812"/>
              <a:gd name="connsiteY113" fmla="*/ 354651 h 618813"/>
              <a:gd name="connsiteX114" fmla="*/ 427564 w 618812"/>
              <a:gd name="connsiteY114" fmla="*/ 425162 h 618813"/>
              <a:gd name="connsiteX115" fmla="*/ 498112 w 618812"/>
              <a:gd name="connsiteY115" fmla="*/ 495711 h 618813"/>
              <a:gd name="connsiteX116" fmla="*/ 568660 w 618812"/>
              <a:gd name="connsiteY116" fmla="*/ 425162 h 618813"/>
              <a:gd name="connsiteX117" fmla="*/ 498112 w 618812"/>
              <a:gd name="connsiteY117" fmla="*/ 354651 h 618813"/>
              <a:gd name="connsiteX118" fmla="*/ 498112 w 618812"/>
              <a:gd name="connsiteY118" fmla="*/ 480954 h 618813"/>
              <a:gd name="connsiteX119" fmla="*/ 442323 w 618812"/>
              <a:gd name="connsiteY119" fmla="*/ 425164 h 618813"/>
              <a:gd name="connsiteX120" fmla="*/ 498112 w 618812"/>
              <a:gd name="connsiteY120" fmla="*/ 369408 h 618813"/>
              <a:gd name="connsiteX121" fmla="*/ 553902 w 618812"/>
              <a:gd name="connsiteY121" fmla="*/ 425164 h 618813"/>
              <a:gd name="connsiteX122" fmla="*/ 498112 w 618812"/>
              <a:gd name="connsiteY122" fmla="*/ 480954 h 618813"/>
              <a:gd name="connsiteX123" fmla="*/ 506220 w 618812"/>
              <a:gd name="connsiteY123" fmla="*/ 28539 h 618813"/>
              <a:gd name="connsiteX124" fmla="*/ 506220 w 618812"/>
              <a:gd name="connsiteY124" fmla="*/ 7378 h 618813"/>
              <a:gd name="connsiteX125" fmla="*/ 513599 w 618812"/>
              <a:gd name="connsiteY125" fmla="*/ 0 h 618813"/>
              <a:gd name="connsiteX126" fmla="*/ 520978 w 618812"/>
              <a:gd name="connsiteY126" fmla="*/ 7378 h 618813"/>
              <a:gd name="connsiteX127" fmla="*/ 520978 w 618812"/>
              <a:gd name="connsiteY127" fmla="*/ 28539 h 618813"/>
              <a:gd name="connsiteX128" fmla="*/ 513599 w 618812"/>
              <a:gd name="connsiteY128" fmla="*/ 35917 h 618813"/>
              <a:gd name="connsiteX129" fmla="*/ 506220 w 618812"/>
              <a:gd name="connsiteY129" fmla="*/ 28539 h 618813"/>
              <a:gd name="connsiteX130" fmla="*/ 553115 w 618812"/>
              <a:gd name="connsiteY130" fmla="*/ 37172 h 618813"/>
              <a:gd name="connsiteX131" fmla="*/ 563695 w 618812"/>
              <a:gd name="connsiteY131" fmla="*/ 18831 h 618813"/>
              <a:gd name="connsiteX132" fmla="*/ 573772 w 618812"/>
              <a:gd name="connsiteY132" fmla="*/ 16126 h 618813"/>
              <a:gd name="connsiteX133" fmla="*/ 576476 w 618812"/>
              <a:gd name="connsiteY133" fmla="*/ 26204 h 618813"/>
              <a:gd name="connsiteX134" fmla="*/ 565896 w 618812"/>
              <a:gd name="connsiteY134" fmla="*/ 44545 h 618813"/>
              <a:gd name="connsiteX135" fmla="*/ 559498 w 618812"/>
              <a:gd name="connsiteY135" fmla="*/ 48237 h 618813"/>
              <a:gd name="connsiteX136" fmla="*/ 555818 w 618812"/>
              <a:gd name="connsiteY136" fmla="*/ 47248 h 618813"/>
              <a:gd name="connsiteX137" fmla="*/ 553115 w 618812"/>
              <a:gd name="connsiteY137" fmla="*/ 37170 h 618813"/>
              <a:gd name="connsiteX138" fmla="*/ 586700 w 618812"/>
              <a:gd name="connsiteY138" fmla="*/ 78131 h 618813"/>
              <a:gd name="connsiteX139" fmla="*/ 589404 w 618812"/>
              <a:gd name="connsiteY139" fmla="*/ 68053 h 618813"/>
              <a:gd name="connsiteX140" fmla="*/ 607746 w 618812"/>
              <a:gd name="connsiteY140" fmla="*/ 57473 h 618813"/>
              <a:gd name="connsiteX141" fmla="*/ 617825 w 618812"/>
              <a:gd name="connsiteY141" fmla="*/ 60178 h 618813"/>
              <a:gd name="connsiteX142" fmla="*/ 615120 w 618812"/>
              <a:gd name="connsiteY142" fmla="*/ 70256 h 618813"/>
              <a:gd name="connsiteX143" fmla="*/ 596778 w 618812"/>
              <a:gd name="connsiteY143" fmla="*/ 80836 h 618813"/>
              <a:gd name="connsiteX144" fmla="*/ 593098 w 618812"/>
              <a:gd name="connsiteY144" fmla="*/ 81824 h 618813"/>
              <a:gd name="connsiteX145" fmla="*/ 586700 w 618812"/>
              <a:gd name="connsiteY145" fmla="*/ 78131 h 618813"/>
              <a:gd name="connsiteX146" fmla="*/ 409375 w 618812"/>
              <a:gd name="connsiteY146" fmla="*/ 60177 h 618813"/>
              <a:gd name="connsiteX147" fmla="*/ 419452 w 618812"/>
              <a:gd name="connsiteY147" fmla="*/ 57472 h 618813"/>
              <a:gd name="connsiteX148" fmla="*/ 437793 w 618812"/>
              <a:gd name="connsiteY148" fmla="*/ 68052 h 618813"/>
              <a:gd name="connsiteX149" fmla="*/ 440497 w 618812"/>
              <a:gd name="connsiteY149" fmla="*/ 78130 h 618813"/>
              <a:gd name="connsiteX150" fmla="*/ 434099 w 618812"/>
              <a:gd name="connsiteY150" fmla="*/ 81822 h 618813"/>
              <a:gd name="connsiteX151" fmla="*/ 430419 w 618812"/>
              <a:gd name="connsiteY151" fmla="*/ 80834 h 618813"/>
              <a:gd name="connsiteX152" fmla="*/ 412078 w 618812"/>
              <a:gd name="connsiteY152" fmla="*/ 70254 h 618813"/>
              <a:gd name="connsiteX153" fmla="*/ 409375 w 618812"/>
              <a:gd name="connsiteY153" fmla="*/ 60176 h 618813"/>
              <a:gd name="connsiteX154" fmla="*/ 450722 w 618812"/>
              <a:gd name="connsiteY154" fmla="*/ 26204 h 618813"/>
              <a:gd name="connsiteX155" fmla="*/ 453426 w 618812"/>
              <a:gd name="connsiteY155" fmla="*/ 16126 h 618813"/>
              <a:gd name="connsiteX156" fmla="*/ 463503 w 618812"/>
              <a:gd name="connsiteY156" fmla="*/ 18831 h 618813"/>
              <a:gd name="connsiteX157" fmla="*/ 474083 w 618812"/>
              <a:gd name="connsiteY157" fmla="*/ 37172 h 618813"/>
              <a:gd name="connsiteX158" fmla="*/ 471380 w 618812"/>
              <a:gd name="connsiteY158" fmla="*/ 47250 h 618813"/>
              <a:gd name="connsiteX159" fmla="*/ 467700 w 618812"/>
              <a:gd name="connsiteY159" fmla="*/ 48238 h 618813"/>
              <a:gd name="connsiteX160" fmla="*/ 461302 w 618812"/>
              <a:gd name="connsiteY160" fmla="*/ 44546 h 618813"/>
              <a:gd name="connsiteX161" fmla="*/ 450722 w 618812"/>
              <a:gd name="connsiteY161" fmla="*/ 26205 h 618813"/>
              <a:gd name="connsiteX162" fmla="*/ 496789 w 618812"/>
              <a:gd name="connsiteY162" fmla="*/ 264161 h 618813"/>
              <a:gd name="connsiteX163" fmla="*/ 530410 w 618812"/>
              <a:gd name="connsiteY163" fmla="*/ 264161 h 618813"/>
              <a:gd name="connsiteX164" fmla="*/ 547186 w 618812"/>
              <a:gd name="connsiteY164" fmla="*/ 247351 h 618813"/>
              <a:gd name="connsiteX165" fmla="*/ 547186 w 618812"/>
              <a:gd name="connsiteY165" fmla="*/ 236294 h 618813"/>
              <a:gd name="connsiteX166" fmla="*/ 556619 w 618812"/>
              <a:gd name="connsiteY166" fmla="*/ 221213 h 618813"/>
              <a:gd name="connsiteX167" fmla="*/ 556619 w 618812"/>
              <a:gd name="connsiteY167" fmla="*/ 205985 h 618813"/>
              <a:gd name="connsiteX168" fmla="*/ 573403 w 618812"/>
              <a:gd name="connsiteY168" fmla="*/ 176030 h 618813"/>
              <a:gd name="connsiteX169" fmla="*/ 578416 w 618812"/>
              <a:gd name="connsiteY169" fmla="*/ 168176 h 618813"/>
              <a:gd name="connsiteX170" fmla="*/ 590170 w 618812"/>
              <a:gd name="connsiteY170" fmla="*/ 127382 h 618813"/>
              <a:gd name="connsiteX171" fmla="*/ 513600 w 618812"/>
              <a:gd name="connsiteY171" fmla="*/ 50814 h 618813"/>
              <a:gd name="connsiteX172" fmla="*/ 437032 w 618812"/>
              <a:gd name="connsiteY172" fmla="*/ 127382 h 618813"/>
              <a:gd name="connsiteX173" fmla="*/ 448787 w 618812"/>
              <a:gd name="connsiteY173" fmla="*/ 168178 h 618813"/>
              <a:gd name="connsiteX174" fmla="*/ 453794 w 618812"/>
              <a:gd name="connsiteY174" fmla="*/ 176024 h 618813"/>
              <a:gd name="connsiteX175" fmla="*/ 470583 w 618812"/>
              <a:gd name="connsiteY175" fmla="*/ 205985 h 618813"/>
              <a:gd name="connsiteX176" fmla="*/ 470583 w 618812"/>
              <a:gd name="connsiteY176" fmla="*/ 221213 h 618813"/>
              <a:gd name="connsiteX177" fmla="*/ 480015 w 618812"/>
              <a:gd name="connsiteY177" fmla="*/ 236293 h 618813"/>
              <a:gd name="connsiteX178" fmla="*/ 480015 w 618812"/>
              <a:gd name="connsiteY178" fmla="*/ 247351 h 618813"/>
              <a:gd name="connsiteX179" fmla="*/ 496790 w 618812"/>
              <a:gd name="connsiteY179" fmla="*/ 264161 h 618813"/>
              <a:gd name="connsiteX180" fmla="*/ 485340 w 618812"/>
              <a:gd name="connsiteY180" fmla="*/ 221213 h 618813"/>
              <a:gd name="connsiteX181" fmla="*/ 485340 w 618812"/>
              <a:gd name="connsiteY181" fmla="*/ 211886 h 618813"/>
              <a:gd name="connsiteX182" fmla="*/ 541861 w 618812"/>
              <a:gd name="connsiteY182" fmla="*/ 211886 h 618813"/>
              <a:gd name="connsiteX183" fmla="*/ 541861 w 618812"/>
              <a:gd name="connsiteY183" fmla="*/ 221213 h 618813"/>
              <a:gd name="connsiteX184" fmla="*/ 539807 w 618812"/>
              <a:gd name="connsiteY184" fmla="*/ 223266 h 618813"/>
              <a:gd name="connsiteX185" fmla="*/ 487393 w 618812"/>
              <a:gd name="connsiteY185" fmla="*/ 223266 h 618813"/>
              <a:gd name="connsiteX186" fmla="*/ 485340 w 618812"/>
              <a:gd name="connsiteY186" fmla="*/ 221213 h 618813"/>
              <a:gd name="connsiteX187" fmla="*/ 494422 w 618812"/>
              <a:gd name="connsiteY187" fmla="*/ 136048 h 618813"/>
              <a:gd name="connsiteX188" fmla="*/ 488958 w 618812"/>
              <a:gd name="connsiteY188" fmla="*/ 136048 h 618813"/>
              <a:gd name="connsiteX189" fmla="*/ 483459 w 618812"/>
              <a:gd name="connsiteY189" fmla="*/ 130584 h 618813"/>
              <a:gd name="connsiteX190" fmla="*/ 488958 w 618812"/>
              <a:gd name="connsiteY190" fmla="*/ 125085 h 618813"/>
              <a:gd name="connsiteX191" fmla="*/ 494422 w 618812"/>
              <a:gd name="connsiteY191" fmla="*/ 130584 h 618813"/>
              <a:gd name="connsiteX192" fmla="*/ 518019 w 618812"/>
              <a:gd name="connsiteY192" fmla="*/ 197129 h 618813"/>
              <a:gd name="connsiteX193" fmla="*/ 509180 w 618812"/>
              <a:gd name="connsiteY193" fmla="*/ 197129 h 618813"/>
              <a:gd name="connsiteX194" fmla="*/ 509180 w 618812"/>
              <a:gd name="connsiteY194" fmla="*/ 150805 h 618813"/>
              <a:gd name="connsiteX195" fmla="*/ 518019 w 618812"/>
              <a:gd name="connsiteY195" fmla="*/ 150805 h 618813"/>
              <a:gd name="connsiteX196" fmla="*/ 530410 w 618812"/>
              <a:gd name="connsiteY196" fmla="*/ 249405 h 618813"/>
              <a:gd name="connsiteX197" fmla="*/ 496789 w 618812"/>
              <a:gd name="connsiteY197" fmla="*/ 249405 h 618813"/>
              <a:gd name="connsiteX198" fmla="*/ 494771 w 618812"/>
              <a:gd name="connsiteY198" fmla="*/ 247351 h 618813"/>
              <a:gd name="connsiteX199" fmla="*/ 494771 w 618812"/>
              <a:gd name="connsiteY199" fmla="*/ 238023 h 618813"/>
              <a:gd name="connsiteX200" fmla="*/ 532427 w 618812"/>
              <a:gd name="connsiteY200" fmla="*/ 238023 h 618813"/>
              <a:gd name="connsiteX201" fmla="*/ 532427 w 618812"/>
              <a:gd name="connsiteY201" fmla="*/ 247351 h 618813"/>
              <a:gd name="connsiteX202" fmla="*/ 530409 w 618812"/>
              <a:gd name="connsiteY202" fmla="*/ 249405 h 618813"/>
              <a:gd name="connsiteX203" fmla="*/ 461266 w 618812"/>
              <a:gd name="connsiteY203" fmla="*/ 160303 h 618813"/>
              <a:gd name="connsiteX204" fmla="*/ 451789 w 618812"/>
              <a:gd name="connsiteY204" fmla="*/ 127383 h 618813"/>
              <a:gd name="connsiteX205" fmla="*/ 513600 w 618812"/>
              <a:gd name="connsiteY205" fmla="*/ 65571 h 618813"/>
              <a:gd name="connsiteX206" fmla="*/ 575413 w 618812"/>
              <a:gd name="connsiteY206" fmla="*/ 127383 h 618813"/>
              <a:gd name="connsiteX207" fmla="*/ 565937 w 618812"/>
              <a:gd name="connsiteY207" fmla="*/ 160301 h 618813"/>
              <a:gd name="connsiteX208" fmla="*/ 560985 w 618812"/>
              <a:gd name="connsiteY208" fmla="*/ 168060 h 618813"/>
              <a:gd name="connsiteX209" fmla="*/ 544341 w 618812"/>
              <a:gd name="connsiteY209" fmla="*/ 197130 h 618813"/>
              <a:gd name="connsiteX210" fmla="*/ 532779 w 618812"/>
              <a:gd name="connsiteY210" fmla="*/ 197130 h 618813"/>
              <a:gd name="connsiteX211" fmla="*/ 532779 w 618812"/>
              <a:gd name="connsiteY211" fmla="*/ 150806 h 618813"/>
              <a:gd name="connsiteX212" fmla="*/ 538242 w 618812"/>
              <a:gd name="connsiteY212" fmla="*/ 150806 h 618813"/>
              <a:gd name="connsiteX213" fmla="*/ 558499 w 618812"/>
              <a:gd name="connsiteY213" fmla="*/ 130585 h 618813"/>
              <a:gd name="connsiteX214" fmla="*/ 538242 w 618812"/>
              <a:gd name="connsiteY214" fmla="*/ 110329 h 618813"/>
              <a:gd name="connsiteX215" fmla="*/ 518020 w 618812"/>
              <a:gd name="connsiteY215" fmla="*/ 130585 h 618813"/>
              <a:gd name="connsiteX216" fmla="*/ 518020 w 618812"/>
              <a:gd name="connsiteY216" fmla="*/ 136049 h 618813"/>
              <a:gd name="connsiteX217" fmla="*/ 509181 w 618812"/>
              <a:gd name="connsiteY217" fmla="*/ 136049 h 618813"/>
              <a:gd name="connsiteX218" fmla="*/ 509181 w 618812"/>
              <a:gd name="connsiteY218" fmla="*/ 130585 h 618813"/>
              <a:gd name="connsiteX219" fmla="*/ 488960 w 618812"/>
              <a:gd name="connsiteY219" fmla="*/ 110329 h 618813"/>
              <a:gd name="connsiteX220" fmla="*/ 468703 w 618812"/>
              <a:gd name="connsiteY220" fmla="*/ 130585 h 618813"/>
              <a:gd name="connsiteX221" fmla="*/ 488960 w 618812"/>
              <a:gd name="connsiteY221" fmla="*/ 150806 h 618813"/>
              <a:gd name="connsiteX222" fmla="*/ 494423 w 618812"/>
              <a:gd name="connsiteY222" fmla="*/ 150806 h 618813"/>
              <a:gd name="connsiteX223" fmla="*/ 494423 w 618812"/>
              <a:gd name="connsiteY223" fmla="*/ 197130 h 618813"/>
              <a:gd name="connsiteX224" fmla="*/ 482861 w 618812"/>
              <a:gd name="connsiteY224" fmla="*/ 197130 h 618813"/>
              <a:gd name="connsiteX225" fmla="*/ 466212 w 618812"/>
              <a:gd name="connsiteY225" fmla="*/ 168053 h 618813"/>
              <a:gd name="connsiteX226" fmla="*/ 461266 w 618812"/>
              <a:gd name="connsiteY226" fmla="*/ 160303 h 618813"/>
              <a:gd name="connsiteX227" fmla="*/ 532777 w 618812"/>
              <a:gd name="connsiteY227" fmla="*/ 136049 h 618813"/>
              <a:gd name="connsiteX228" fmla="*/ 532777 w 618812"/>
              <a:gd name="connsiteY228" fmla="*/ 130585 h 618813"/>
              <a:gd name="connsiteX229" fmla="*/ 538241 w 618812"/>
              <a:gd name="connsiteY229" fmla="*/ 125086 h 618813"/>
              <a:gd name="connsiteX230" fmla="*/ 543740 w 618812"/>
              <a:gd name="connsiteY230" fmla="*/ 130585 h 618813"/>
              <a:gd name="connsiteX231" fmla="*/ 538241 w 618812"/>
              <a:gd name="connsiteY231" fmla="*/ 136049 h 618813"/>
              <a:gd name="connsiteX232" fmla="*/ 178313 w 618812"/>
              <a:gd name="connsiteY232" fmla="*/ 78134 h 618813"/>
              <a:gd name="connsiteX233" fmla="*/ 181017 w 618812"/>
              <a:gd name="connsiteY233" fmla="*/ 68056 h 618813"/>
              <a:gd name="connsiteX234" fmla="*/ 199358 w 618812"/>
              <a:gd name="connsiteY234" fmla="*/ 57476 h 618813"/>
              <a:gd name="connsiteX235" fmla="*/ 209435 w 618812"/>
              <a:gd name="connsiteY235" fmla="*/ 60181 h 618813"/>
              <a:gd name="connsiteX236" fmla="*/ 206732 w 618812"/>
              <a:gd name="connsiteY236" fmla="*/ 70259 h 618813"/>
              <a:gd name="connsiteX237" fmla="*/ 188391 w 618812"/>
              <a:gd name="connsiteY237" fmla="*/ 80839 h 618813"/>
              <a:gd name="connsiteX238" fmla="*/ 184711 w 618812"/>
              <a:gd name="connsiteY238" fmla="*/ 81827 h 618813"/>
              <a:gd name="connsiteX239" fmla="*/ 178313 w 618812"/>
              <a:gd name="connsiteY239" fmla="*/ 78135 h 618813"/>
              <a:gd name="connsiteX240" fmla="*/ 25713 w 618812"/>
              <a:gd name="connsiteY240" fmla="*/ 81826 h 618813"/>
              <a:gd name="connsiteX241" fmla="*/ 22033 w 618812"/>
              <a:gd name="connsiteY241" fmla="*/ 80837 h 618813"/>
              <a:gd name="connsiteX242" fmla="*/ 3693 w 618812"/>
              <a:gd name="connsiteY242" fmla="*/ 70257 h 618813"/>
              <a:gd name="connsiteX243" fmla="*/ 989 w 618812"/>
              <a:gd name="connsiteY243" fmla="*/ 60180 h 618813"/>
              <a:gd name="connsiteX244" fmla="*/ 11067 w 618812"/>
              <a:gd name="connsiteY244" fmla="*/ 57475 h 618813"/>
              <a:gd name="connsiteX245" fmla="*/ 29408 w 618812"/>
              <a:gd name="connsiteY245" fmla="*/ 68055 h 618813"/>
              <a:gd name="connsiteX246" fmla="*/ 32111 w 618812"/>
              <a:gd name="connsiteY246" fmla="*/ 78132 h 618813"/>
              <a:gd name="connsiteX247" fmla="*/ 25713 w 618812"/>
              <a:gd name="connsiteY247" fmla="*/ 81824 h 618813"/>
              <a:gd name="connsiteX248" fmla="*/ 42335 w 618812"/>
              <a:gd name="connsiteY248" fmla="*/ 26206 h 618813"/>
              <a:gd name="connsiteX249" fmla="*/ 45039 w 618812"/>
              <a:gd name="connsiteY249" fmla="*/ 16128 h 618813"/>
              <a:gd name="connsiteX250" fmla="*/ 55117 w 618812"/>
              <a:gd name="connsiteY250" fmla="*/ 18833 h 618813"/>
              <a:gd name="connsiteX251" fmla="*/ 65697 w 618812"/>
              <a:gd name="connsiteY251" fmla="*/ 37174 h 618813"/>
              <a:gd name="connsiteX252" fmla="*/ 62993 w 618812"/>
              <a:gd name="connsiteY252" fmla="*/ 47252 h 618813"/>
              <a:gd name="connsiteX253" fmla="*/ 59313 w 618812"/>
              <a:gd name="connsiteY253" fmla="*/ 48240 h 618813"/>
              <a:gd name="connsiteX254" fmla="*/ 52915 w 618812"/>
              <a:gd name="connsiteY254" fmla="*/ 44548 h 618813"/>
              <a:gd name="connsiteX255" fmla="*/ 42335 w 618812"/>
              <a:gd name="connsiteY255" fmla="*/ 26207 h 618813"/>
              <a:gd name="connsiteX256" fmla="*/ 144728 w 618812"/>
              <a:gd name="connsiteY256" fmla="*/ 37174 h 618813"/>
              <a:gd name="connsiteX257" fmla="*/ 155309 w 618812"/>
              <a:gd name="connsiteY257" fmla="*/ 18833 h 618813"/>
              <a:gd name="connsiteX258" fmla="*/ 165387 w 618812"/>
              <a:gd name="connsiteY258" fmla="*/ 16128 h 618813"/>
              <a:gd name="connsiteX259" fmla="*/ 168090 w 618812"/>
              <a:gd name="connsiteY259" fmla="*/ 26206 h 618813"/>
              <a:gd name="connsiteX260" fmla="*/ 157509 w 618812"/>
              <a:gd name="connsiteY260" fmla="*/ 44547 h 618813"/>
              <a:gd name="connsiteX261" fmla="*/ 151111 w 618812"/>
              <a:gd name="connsiteY261" fmla="*/ 48239 h 618813"/>
              <a:gd name="connsiteX262" fmla="*/ 147431 w 618812"/>
              <a:gd name="connsiteY262" fmla="*/ 47251 h 618813"/>
              <a:gd name="connsiteX263" fmla="*/ 144728 w 618812"/>
              <a:gd name="connsiteY263" fmla="*/ 37173 h 618813"/>
              <a:gd name="connsiteX264" fmla="*/ 97834 w 618812"/>
              <a:gd name="connsiteY264" fmla="*/ 28542 h 618813"/>
              <a:gd name="connsiteX265" fmla="*/ 97834 w 618812"/>
              <a:gd name="connsiteY265" fmla="*/ 7378 h 618813"/>
              <a:gd name="connsiteX266" fmla="*/ 105213 w 618812"/>
              <a:gd name="connsiteY266" fmla="*/ 0 h 618813"/>
              <a:gd name="connsiteX267" fmla="*/ 112593 w 618812"/>
              <a:gd name="connsiteY267" fmla="*/ 7378 h 618813"/>
              <a:gd name="connsiteX268" fmla="*/ 112593 w 618812"/>
              <a:gd name="connsiteY268" fmla="*/ 28539 h 618813"/>
              <a:gd name="connsiteX269" fmla="*/ 105213 w 618812"/>
              <a:gd name="connsiteY269" fmla="*/ 35917 h 618813"/>
              <a:gd name="connsiteX270" fmla="*/ 97834 w 618812"/>
              <a:gd name="connsiteY270" fmla="*/ 28539 h 618813"/>
              <a:gd name="connsiteX271" fmla="*/ 138799 w 618812"/>
              <a:gd name="connsiteY271" fmla="*/ 247353 h 618813"/>
              <a:gd name="connsiteX272" fmla="*/ 138799 w 618812"/>
              <a:gd name="connsiteY272" fmla="*/ 236297 h 618813"/>
              <a:gd name="connsiteX273" fmla="*/ 148232 w 618812"/>
              <a:gd name="connsiteY273" fmla="*/ 221216 h 618813"/>
              <a:gd name="connsiteX274" fmla="*/ 148232 w 618812"/>
              <a:gd name="connsiteY274" fmla="*/ 205987 h 618813"/>
              <a:gd name="connsiteX275" fmla="*/ 165016 w 618812"/>
              <a:gd name="connsiteY275" fmla="*/ 176033 h 618813"/>
              <a:gd name="connsiteX276" fmla="*/ 170029 w 618812"/>
              <a:gd name="connsiteY276" fmla="*/ 168178 h 618813"/>
              <a:gd name="connsiteX277" fmla="*/ 181782 w 618812"/>
              <a:gd name="connsiteY277" fmla="*/ 127385 h 618813"/>
              <a:gd name="connsiteX278" fmla="*/ 105213 w 618812"/>
              <a:gd name="connsiteY278" fmla="*/ 50816 h 618813"/>
              <a:gd name="connsiteX279" fmla="*/ 28645 w 618812"/>
              <a:gd name="connsiteY279" fmla="*/ 127385 h 618813"/>
              <a:gd name="connsiteX280" fmla="*/ 40400 w 618812"/>
              <a:gd name="connsiteY280" fmla="*/ 168181 h 618813"/>
              <a:gd name="connsiteX281" fmla="*/ 45403 w 618812"/>
              <a:gd name="connsiteY281" fmla="*/ 176020 h 618813"/>
              <a:gd name="connsiteX282" fmla="*/ 62196 w 618812"/>
              <a:gd name="connsiteY282" fmla="*/ 205987 h 618813"/>
              <a:gd name="connsiteX283" fmla="*/ 62196 w 618812"/>
              <a:gd name="connsiteY283" fmla="*/ 221214 h 618813"/>
              <a:gd name="connsiteX284" fmla="*/ 71628 w 618812"/>
              <a:gd name="connsiteY284" fmla="*/ 236294 h 618813"/>
              <a:gd name="connsiteX285" fmla="*/ 71628 w 618812"/>
              <a:gd name="connsiteY285" fmla="*/ 247352 h 618813"/>
              <a:gd name="connsiteX286" fmla="*/ 88404 w 618812"/>
              <a:gd name="connsiteY286" fmla="*/ 264162 h 618813"/>
              <a:gd name="connsiteX287" fmla="*/ 122025 w 618812"/>
              <a:gd name="connsiteY287" fmla="*/ 264162 h 618813"/>
              <a:gd name="connsiteX288" fmla="*/ 138800 w 618812"/>
              <a:gd name="connsiteY288" fmla="*/ 247352 h 618813"/>
              <a:gd name="connsiteX289" fmla="*/ 79006 w 618812"/>
              <a:gd name="connsiteY289" fmla="*/ 223269 h 618813"/>
              <a:gd name="connsiteX290" fmla="*/ 76953 w 618812"/>
              <a:gd name="connsiteY290" fmla="*/ 221216 h 618813"/>
              <a:gd name="connsiteX291" fmla="*/ 76953 w 618812"/>
              <a:gd name="connsiteY291" fmla="*/ 211888 h 618813"/>
              <a:gd name="connsiteX292" fmla="*/ 133474 w 618812"/>
              <a:gd name="connsiteY292" fmla="*/ 211888 h 618813"/>
              <a:gd name="connsiteX293" fmla="*/ 133474 w 618812"/>
              <a:gd name="connsiteY293" fmla="*/ 221216 h 618813"/>
              <a:gd name="connsiteX294" fmla="*/ 131420 w 618812"/>
              <a:gd name="connsiteY294" fmla="*/ 223269 h 618813"/>
              <a:gd name="connsiteX295" fmla="*/ 86036 w 618812"/>
              <a:gd name="connsiteY295" fmla="*/ 136050 h 618813"/>
              <a:gd name="connsiteX296" fmla="*/ 80573 w 618812"/>
              <a:gd name="connsiteY296" fmla="*/ 136050 h 618813"/>
              <a:gd name="connsiteX297" fmla="*/ 75073 w 618812"/>
              <a:gd name="connsiteY297" fmla="*/ 130587 h 618813"/>
              <a:gd name="connsiteX298" fmla="*/ 80573 w 618812"/>
              <a:gd name="connsiteY298" fmla="*/ 125087 h 618813"/>
              <a:gd name="connsiteX299" fmla="*/ 86036 w 618812"/>
              <a:gd name="connsiteY299" fmla="*/ 130587 h 618813"/>
              <a:gd name="connsiteX300" fmla="*/ 109634 w 618812"/>
              <a:gd name="connsiteY300" fmla="*/ 197131 h 618813"/>
              <a:gd name="connsiteX301" fmla="*/ 100795 w 618812"/>
              <a:gd name="connsiteY301" fmla="*/ 197131 h 618813"/>
              <a:gd name="connsiteX302" fmla="*/ 100795 w 618812"/>
              <a:gd name="connsiteY302" fmla="*/ 150807 h 618813"/>
              <a:gd name="connsiteX303" fmla="*/ 109634 w 618812"/>
              <a:gd name="connsiteY303" fmla="*/ 150807 h 618813"/>
              <a:gd name="connsiteX304" fmla="*/ 52880 w 618812"/>
              <a:gd name="connsiteY304" fmla="*/ 160304 h 618813"/>
              <a:gd name="connsiteX305" fmla="*/ 43402 w 618812"/>
              <a:gd name="connsiteY305" fmla="*/ 127385 h 618813"/>
              <a:gd name="connsiteX306" fmla="*/ 105213 w 618812"/>
              <a:gd name="connsiteY306" fmla="*/ 65572 h 618813"/>
              <a:gd name="connsiteX307" fmla="*/ 167025 w 618812"/>
              <a:gd name="connsiteY307" fmla="*/ 127385 h 618813"/>
              <a:gd name="connsiteX308" fmla="*/ 157550 w 618812"/>
              <a:gd name="connsiteY308" fmla="*/ 160302 h 618813"/>
              <a:gd name="connsiteX309" fmla="*/ 152598 w 618812"/>
              <a:gd name="connsiteY309" fmla="*/ 168062 h 618813"/>
              <a:gd name="connsiteX310" fmla="*/ 135949 w 618812"/>
              <a:gd name="connsiteY310" fmla="*/ 197131 h 618813"/>
              <a:gd name="connsiteX311" fmla="*/ 124390 w 618812"/>
              <a:gd name="connsiteY311" fmla="*/ 197131 h 618813"/>
              <a:gd name="connsiteX312" fmla="*/ 124390 w 618812"/>
              <a:gd name="connsiteY312" fmla="*/ 150807 h 618813"/>
              <a:gd name="connsiteX313" fmla="*/ 129854 w 618812"/>
              <a:gd name="connsiteY313" fmla="*/ 150807 h 618813"/>
              <a:gd name="connsiteX314" fmla="*/ 150111 w 618812"/>
              <a:gd name="connsiteY314" fmla="*/ 130587 h 618813"/>
              <a:gd name="connsiteX315" fmla="*/ 129854 w 618812"/>
              <a:gd name="connsiteY315" fmla="*/ 110330 h 618813"/>
              <a:gd name="connsiteX316" fmla="*/ 109632 w 618812"/>
              <a:gd name="connsiteY316" fmla="*/ 130587 h 618813"/>
              <a:gd name="connsiteX317" fmla="*/ 109632 w 618812"/>
              <a:gd name="connsiteY317" fmla="*/ 136050 h 618813"/>
              <a:gd name="connsiteX318" fmla="*/ 100793 w 618812"/>
              <a:gd name="connsiteY318" fmla="*/ 136050 h 618813"/>
              <a:gd name="connsiteX319" fmla="*/ 100793 w 618812"/>
              <a:gd name="connsiteY319" fmla="*/ 130587 h 618813"/>
              <a:gd name="connsiteX320" fmla="*/ 80571 w 618812"/>
              <a:gd name="connsiteY320" fmla="*/ 110330 h 618813"/>
              <a:gd name="connsiteX321" fmla="*/ 60315 w 618812"/>
              <a:gd name="connsiteY321" fmla="*/ 130587 h 618813"/>
              <a:gd name="connsiteX322" fmla="*/ 80571 w 618812"/>
              <a:gd name="connsiteY322" fmla="*/ 150807 h 618813"/>
              <a:gd name="connsiteX323" fmla="*/ 86035 w 618812"/>
              <a:gd name="connsiteY323" fmla="*/ 150807 h 618813"/>
              <a:gd name="connsiteX324" fmla="*/ 86035 w 618812"/>
              <a:gd name="connsiteY324" fmla="*/ 197131 h 618813"/>
              <a:gd name="connsiteX325" fmla="*/ 74477 w 618812"/>
              <a:gd name="connsiteY325" fmla="*/ 197131 h 618813"/>
              <a:gd name="connsiteX326" fmla="*/ 57821 w 618812"/>
              <a:gd name="connsiteY326" fmla="*/ 168049 h 618813"/>
              <a:gd name="connsiteX327" fmla="*/ 52880 w 618812"/>
              <a:gd name="connsiteY327" fmla="*/ 160304 h 618813"/>
              <a:gd name="connsiteX328" fmla="*/ 124390 w 618812"/>
              <a:gd name="connsiteY328" fmla="*/ 136050 h 618813"/>
              <a:gd name="connsiteX329" fmla="*/ 124390 w 618812"/>
              <a:gd name="connsiteY329" fmla="*/ 130587 h 618813"/>
              <a:gd name="connsiteX330" fmla="*/ 129854 w 618812"/>
              <a:gd name="connsiteY330" fmla="*/ 125087 h 618813"/>
              <a:gd name="connsiteX331" fmla="*/ 135354 w 618812"/>
              <a:gd name="connsiteY331" fmla="*/ 130587 h 618813"/>
              <a:gd name="connsiteX332" fmla="*/ 129854 w 618812"/>
              <a:gd name="connsiteY332" fmla="*/ 136050 h 618813"/>
              <a:gd name="connsiteX333" fmla="*/ 86385 w 618812"/>
              <a:gd name="connsiteY333" fmla="*/ 247353 h 618813"/>
              <a:gd name="connsiteX334" fmla="*/ 86385 w 618812"/>
              <a:gd name="connsiteY334" fmla="*/ 238026 h 618813"/>
              <a:gd name="connsiteX335" fmla="*/ 124042 w 618812"/>
              <a:gd name="connsiteY335" fmla="*/ 238026 h 618813"/>
              <a:gd name="connsiteX336" fmla="*/ 124042 w 618812"/>
              <a:gd name="connsiteY336" fmla="*/ 247353 h 618813"/>
              <a:gd name="connsiteX337" fmla="*/ 122023 w 618812"/>
              <a:gd name="connsiteY337" fmla="*/ 249407 h 618813"/>
              <a:gd name="connsiteX338" fmla="*/ 88402 w 618812"/>
              <a:gd name="connsiteY338" fmla="*/ 249407 h 618813"/>
              <a:gd name="connsiteX339" fmla="*/ 86384 w 618812"/>
              <a:gd name="connsiteY339" fmla="*/ 247353 h 61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618812" h="618813">
                <a:moveTo>
                  <a:pt x="607715" y="387711"/>
                </a:moveTo>
                <a:cubicBezTo>
                  <a:pt x="609171" y="371452"/>
                  <a:pt x="600197" y="355885"/>
                  <a:pt x="585358" y="348960"/>
                </a:cubicBezTo>
                <a:cubicBezTo>
                  <a:pt x="580221" y="346592"/>
                  <a:pt x="576709" y="343085"/>
                  <a:pt x="574305" y="337929"/>
                </a:cubicBezTo>
                <a:cubicBezTo>
                  <a:pt x="567423" y="323136"/>
                  <a:pt x="551859" y="314148"/>
                  <a:pt x="535564" y="315560"/>
                </a:cubicBezTo>
                <a:cubicBezTo>
                  <a:pt x="529942" y="316062"/>
                  <a:pt x="525143" y="314777"/>
                  <a:pt x="520485" y="311511"/>
                </a:cubicBezTo>
                <a:cubicBezTo>
                  <a:pt x="507097" y="302113"/>
                  <a:pt x="489130" y="302113"/>
                  <a:pt x="475778" y="311510"/>
                </a:cubicBezTo>
                <a:cubicBezTo>
                  <a:pt x="471084" y="314777"/>
                  <a:pt x="466288" y="316067"/>
                  <a:pt x="460640" y="315559"/>
                </a:cubicBezTo>
                <a:cubicBezTo>
                  <a:pt x="455157" y="315081"/>
                  <a:pt x="449759" y="315813"/>
                  <a:pt x="444737" y="317527"/>
                </a:cubicBezTo>
                <a:cubicBezTo>
                  <a:pt x="425149" y="306787"/>
                  <a:pt x="402051" y="298499"/>
                  <a:pt x="376938" y="293176"/>
                </a:cubicBezTo>
                <a:cubicBezTo>
                  <a:pt x="404606" y="272523"/>
                  <a:pt x="422554" y="239528"/>
                  <a:pt x="422554" y="202419"/>
                </a:cubicBezTo>
                <a:cubicBezTo>
                  <a:pt x="422554" y="140030"/>
                  <a:pt x="371795" y="89272"/>
                  <a:pt x="309406" y="89272"/>
                </a:cubicBezTo>
                <a:cubicBezTo>
                  <a:pt x="247016" y="89272"/>
                  <a:pt x="196259" y="140030"/>
                  <a:pt x="196259" y="202419"/>
                </a:cubicBezTo>
                <a:cubicBezTo>
                  <a:pt x="196259" y="239531"/>
                  <a:pt x="214209" y="272528"/>
                  <a:pt x="241879" y="293181"/>
                </a:cubicBezTo>
                <a:cubicBezTo>
                  <a:pt x="206429" y="300640"/>
                  <a:pt x="175649" y="313791"/>
                  <a:pt x="152080" y="331717"/>
                </a:cubicBezTo>
                <a:cubicBezTo>
                  <a:pt x="120619" y="355644"/>
                  <a:pt x="103296" y="387432"/>
                  <a:pt x="101978" y="423644"/>
                </a:cubicBezTo>
                <a:cubicBezTo>
                  <a:pt x="101976" y="423732"/>
                  <a:pt x="101973" y="423823"/>
                  <a:pt x="101973" y="423911"/>
                </a:cubicBezTo>
                <a:lnTo>
                  <a:pt x="101973" y="517464"/>
                </a:lnTo>
                <a:cubicBezTo>
                  <a:pt x="101973" y="521539"/>
                  <a:pt x="105276" y="524843"/>
                  <a:pt x="109352" y="524843"/>
                </a:cubicBezTo>
                <a:lnTo>
                  <a:pt x="406888" y="524843"/>
                </a:lnTo>
                <a:lnTo>
                  <a:pt x="389113" y="591183"/>
                </a:lnTo>
                <a:cubicBezTo>
                  <a:pt x="388356" y="594015"/>
                  <a:pt x="389344" y="597025"/>
                  <a:pt x="391632" y="598855"/>
                </a:cubicBezTo>
                <a:cubicBezTo>
                  <a:pt x="393919" y="600687"/>
                  <a:pt x="397076" y="600989"/>
                  <a:pt x="399668" y="599628"/>
                </a:cubicBezTo>
                <a:lnTo>
                  <a:pt x="436383" y="580373"/>
                </a:lnTo>
                <a:lnTo>
                  <a:pt x="458535" y="615381"/>
                </a:lnTo>
                <a:cubicBezTo>
                  <a:pt x="459900" y="617538"/>
                  <a:pt x="462265" y="618814"/>
                  <a:pt x="464768" y="618814"/>
                </a:cubicBezTo>
                <a:cubicBezTo>
                  <a:pt x="465136" y="618814"/>
                  <a:pt x="465510" y="618787"/>
                  <a:pt x="465880" y="618729"/>
                </a:cubicBezTo>
                <a:cubicBezTo>
                  <a:pt x="468777" y="618288"/>
                  <a:pt x="471138" y="616175"/>
                  <a:pt x="471896" y="613344"/>
                </a:cubicBezTo>
                <a:lnTo>
                  <a:pt x="490195" y="545041"/>
                </a:lnTo>
                <a:cubicBezTo>
                  <a:pt x="492801" y="545578"/>
                  <a:pt x="495451" y="545869"/>
                  <a:pt x="498104" y="545869"/>
                </a:cubicBezTo>
                <a:cubicBezTo>
                  <a:pt x="500757" y="545869"/>
                  <a:pt x="503412" y="545578"/>
                  <a:pt x="506025" y="545040"/>
                </a:cubicBezTo>
                <a:lnTo>
                  <a:pt x="524325" y="613344"/>
                </a:lnTo>
                <a:cubicBezTo>
                  <a:pt x="525083" y="616174"/>
                  <a:pt x="527444" y="618286"/>
                  <a:pt x="530340" y="618728"/>
                </a:cubicBezTo>
                <a:cubicBezTo>
                  <a:pt x="530713" y="618786"/>
                  <a:pt x="531084" y="618813"/>
                  <a:pt x="531453" y="618813"/>
                </a:cubicBezTo>
                <a:cubicBezTo>
                  <a:pt x="533955" y="618813"/>
                  <a:pt x="536321" y="617537"/>
                  <a:pt x="537686" y="615380"/>
                </a:cubicBezTo>
                <a:lnTo>
                  <a:pt x="559838" y="580371"/>
                </a:lnTo>
                <a:lnTo>
                  <a:pt x="596553" y="599627"/>
                </a:lnTo>
                <a:cubicBezTo>
                  <a:pt x="599147" y="600987"/>
                  <a:pt x="602303" y="600685"/>
                  <a:pt x="604589" y="598853"/>
                </a:cubicBezTo>
                <a:cubicBezTo>
                  <a:pt x="606876" y="597023"/>
                  <a:pt x="607865" y="594013"/>
                  <a:pt x="607107" y="591182"/>
                </a:cubicBezTo>
                <a:lnTo>
                  <a:pt x="583327" y="502430"/>
                </a:lnTo>
                <a:cubicBezTo>
                  <a:pt x="583980" y="502053"/>
                  <a:pt x="584656" y="501692"/>
                  <a:pt x="585369" y="501360"/>
                </a:cubicBezTo>
                <a:cubicBezTo>
                  <a:pt x="600194" y="494484"/>
                  <a:pt x="609172" y="478927"/>
                  <a:pt x="607715" y="462684"/>
                </a:cubicBezTo>
                <a:cubicBezTo>
                  <a:pt x="607230" y="456977"/>
                  <a:pt x="608517" y="452162"/>
                  <a:pt x="611762" y="447534"/>
                </a:cubicBezTo>
                <a:cubicBezTo>
                  <a:pt x="621147" y="434163"/>
                  <a:pt x="621147" y="416197"/>
                  <a:pt x="611775" y="402845"/>
                </a:cubicBezTo>
                <a:cubicBezTo>
                  <a:pt x="608524" y="398179"/>
                  <a:pt x="607234" y="393360"/>
                  <a:pt x="607711" y="387709"/>
                </a:cubicBezTo>
                <a:close/>
                <a:moveTo>
                  <a:pt x="211017" y="202419"/>
                </a:moveTo>
                <a:cubicBezTo>
                  <a:pt x="211017" y="148166"/>
                  <a:pt x="255154" y="104028"/>
                  <a:pt x="309407" y="104028"/>
                </a:cubicBezTo>
                <a:cubicBezTo>
                  <a:pt x="363660" y="104028"/>
                  <a:pt x="407798" y="148166"/>
                  <a:pt x="407798" y="202419"/>
                </a:cubicBezTo>
                <a:cubicBezTo>
                  <a:pt x="407798" y="256672"/>
                  <a:pt x="363661" y="300845"/>
                  <a:pt x="309407" y="300845"/>
                </a:cubicBezTo>
                <a:cubicBezTo>
                  <a:pt x="255153" y="300845"/>
                  <a:pt x="211017" y="256692"/>
                  <a:pt x="211017" y="202419"/>
                </a:cubicBezTo>
                <a:close/>
                <a:moveTo>
                  <a:pt x="116733" y="510085"/>
                </a:moveTo>
                <a:lnTo>
                  <a:pt x="116733" y="424047"/>
                </a:lnTo>
                <a:cubicBezTo>
                  <a:pt x="119440" y="351964"/>
                  <a:pt x="192572" y="315235"/>
                  <a:pt x="260963" y="304689"/>
                </a:cubicBezTo>
                <a:cubicBezTo>
                  <a:pt x="275656" y="311681"/>
                  <a:pt x="292081" y="315602"/>
                  <a:pt x="309407" y="315602"/>
                </a:cubicBezTo>
                <a:cubicBezTo>
                  <a:pt x="326732" y="315602"/>
                  <a:pt x="343151" y="311683"/>
                  <a:pt x="357842" y="304693"/>
                </a:cubicBezTo>
                <a:cubicBezTo>
                  <a:pt x="384477" y="308801"/>
                  <a:pt x="409157" y="316277"/>
                  <a:pt x="430053" y="326527"/>
                </a:cubicBezTo>
                <a:cubicBezTo>
                  <a:pt x="426733" y="329753"/>
                  <a:pt x="423945" y="333581"/>
                  <a:pt x="421924" y="337926"/>
                </a:cubicBezTo>
                <a:cubicBezTo>
                  <a:pt x="419517" y="343086"/>
                  <a:pt x="416006" y="346593"/>
                  <a:pt x="410839" y="348976"/>
                </a:cubicBezTo>
                <a:cubicBezTo>
                  <a:pt x="396030" y="355886"/>
                  <a:pt x="387057" y="371453"/>
                  <a:pt x="388508" y="387679"/>
                </a:cubicBezTo>
                <a:cubicBezTo>
                  <a:pt x="388991" y="393362"/>
                  <a:pt x="387700" y="398183"/>
                  <a:pt x="384461" y="402829"/>
                </a:cubicBezTo>
                <a:cubicBezTo>
                  <a:pt x="375076" y="416201"/>
                  <a:pt x="375076" y="434167"/>
                  <a:pt x="384459" y="447533"/>
                </a:cubicBezTo>
                <a:cubicBezTo>
                  <a:pt x="387706" y="452164"/>
                  <a:pt x="388992" y="456980"/>
                  <a:pt x="388512" y="462651"/>
                </a:cubicBezTo>
                <a:cubicBezTo>
                  <a:pt x="387052" y="478931"/>
                  <a:pt x="396030" y="494488"/>
                  <a:pt x="410842" y="501355"/>
                </a:cubicBezTo>
                <a:cubicBezTo>
                  <a:pt x="411560" y="501690"/>
                  <a:pt x="412239" y="502052"/>
                  <a:pt x="412895" y="502432"/>
                </a:cubicBezTo>
                <a:lnTo>
                  <a:pt x="410844" y="510085"/>
                </a:lnTo>
                <a:close/>
                <a:moveTo>
                  <a:pt x="462002" y="593260"/>
                </a:moveTo>
                <a:lnTo>
                  <a:pt x="445217" y="566733"/>
                </a:lnTo>
                <a:cubicBezTo>
                  <a:pt x="443161" y="563485"/>
                  <a:pt x="438955" y="562359"/>
                  <a:pt x="435555" y="564145"/>
                </a:cubicBezTo>
                <a:lnTo>
                  <a:pt x="407727" y="578740"/>
                </a:lnTo>
                <a:lnTo>
                  <a:pt x="424327" y="516783"/>
                </a:lnTo>
                <a:cubicBezTo>
                  <a:pt x="432028" y="528948"/>
                  <a:pt x="446044" y="536083"/>
                  <a:pt x="460661" y="534803"/>
                </a:cubicBezTo>
                <a:cubicBezTo>
                  <a:pt x="466316" y="534298"/>
                  <a:pt x="471122" y="535582"/>
                  <a:pt x="475779" y="538856"/>
                </a:cubicBezTo>
                <a:cubicBezTo>
                  <a:pt x="476001" y="539012"/>
                  <a:pt x="476235" y="539143"/>
                  <a:pt x="476459" y="539294"/>
                </a:cubicBezTo>
                <a:lnTo>
                  <a:pt x="462001" y="593261"/>
                </a:lnTo>
                <a:close/>
                <a:moveTo>
                  <a:pt x="560672" y="564143"/>
                </a:moveTo>
                <a:cubicBezTo>
                  <a:pt x="557270" y="562361"/>
                  <a:pt x="553067" y="563485"/>
                  <a:pt x="551010" y="566732"/>
                </a:cubicBezTo>
                <a:lnTo>
                  <a:pt x="534225" y="593258"/>
                </a:lnTo>
                <a:lnTo>
                  <a:pt x="519770" y="539307"/>
                </a:lnTo>
                <a:cubicBezTo>
                  <a:pt x="520013" y="539145"/>
                  <a:pt x="520265" y="539003"/>
                  <a:pt x="520505" y="538836"/>
                </a:cubicBezTo>
                <a:cubicBezTo>
                  <a:pt x="525120" y="535576"/>
                  <a:pt x="529901" y="534292"/>
                  <a:pt x="535587" y="534803"/>
                </a:cubicBezTo>
                <a:cubicBezTo>
                  <a:pt x="550180" y="536061"/>
                  <a:pt x="564198" y="528942"/>
                  <a:pt x="571900" y="516782"/>
                </a:cubicBezTo>
                <a:lnTo>
                  <a:pt x="588500" y="578738"/>
                </a:lnTo>
                <a:lnTo>
                  <a:pt x="560673" y="564143"/>
                </a:lnTo>
                <a:close/>
                <a:moveTo>
                  <a:pt x="599684" y="439061"/>
                </a:moveTo>
                <a:cubicBezTo>
                  <a:pt x="594488" y="446473"/>
                  <a:pt x="592242" y="454842"/>
                  <a:pt x="593017" y="463968"/>
                </a:cubicBezTo>
                <a:cubicBezTo>
                  <a:pt x="593922" y="474064"/>
                  <a:pt x="588355" y="483710"/>
                  <a:pt x="579150" y="487980"/>
                </a:cubicBezTo>
                <a:cubicBezTo>
                  <a:pt x="575941" y="489477"/>
                  <a:pt x="573062" y="491330"/>
                  <a:pt x="570503" y="493508"/>
                </a:cubicBezTo>
                <a:cubicBezTo>
                  <a:pt x="570084" y="493819"/>
                  <a:pt x="569700" y="494166"/>
                  <a:pt x="569360" y="494553"/>
                </a:cubicBezTo>
                <a:cubicBezTo>
                  <a:pt x="565883" y="497783"/>
                  <a:pt x="563045" y="501661"/>
                  <a:pt x="560926" y="506207"/>
                </a:cubicBezTo>
                <a:cubicBezTo>
                  <a:pt x="556650" y="515396"/>
                  <a:pt x="546957" y="520968"/>
                  <a:pt x="536881" y="520103"/>
                </a:cubicBezTo>
                <a:cubicBezTo>
                  <a:pt x="527784" y="519283"/>
                  <a:pt x="519411" y="521539"/>
                  <a:pt x="512018" y="526764"/>
                </a:cubicBezTo>
                <a:cubicBezTo>
                  <a:pt x="503696" y="532578"/>
                  <a:pt x="492536" y="532578"/>
                  <a:pt x="484257" y="526777"/>
                </a:cubicBezTo>
                <a:cubicBezTo>
                  <a:pt x="477791" y="522232"/>
                  <a:pt x="470631" y="519941"/>
                  <a:pt x="462937" y="519941"/>
                </a:cubicBezTo>
                <a:cubicBezTo>
                  <a:pt x="461759" y="519941"/>
                  <a:pt x="460567" y="519995"/>
                  <a:pt x="459365" y="520102"/>
                </a:cubicBezTo>
                <a:cubicBezTo>
                  <a:pt x="449257" y="520991"/>
                  <a:pt x="439576" y="515398"/>
                  <a:pt x="435296" y="506203"/>
                </a:cubicBezTo>
                <a:cubicBezTo>
                  <a:pt x="433178" y="501659"/>
                  <a:pt x="430339" y="497782"/>
                  <a:pt x="426860" y="494550"/>
                </a:cubicBezTo>
                <a:cubicBezTo>
                  <a:pt x="426521" y="494166"/>
                  <a:pt x="426138" y="493820"/>
                  <a:pt x="425720" y="493510"/>
                </a:cubicBezTo>
                <a:cubicBezTo>
                  <a:pt x="423159" y="491330"/>
                  <a:pt x="420276" y="489475"/>
                  <a:pt x="417061" y="487974"/>
                </a:cubicBezTo>
                <a:cubicBezTo>
                  <a:pt x="407869" y="483713"/>
                  <a:pt x="402301" y="474066"/>
                  <a:pt x="403211" y="463934"/>
                </a:cubicBezTo>
                <a:cubicBezTo>
                  <a:pt x="403982" y="454843"/>
                  <a:pt x="401738" y="446475"/>
                  <a:pt x="396538" y="439057"/>
                </a:cubicBezTo>
                <a:cubicBezTo>
                  <a:pt x="390712" y="430759"/>
                  <a:pt x="390712" y="419605"/>
                  <a:pt x="396551" y="411286"/>
                </a:cubicBezTo>
                <a:cubicBezTo>
                  <a:pt x="401739" y="403846"/>
                  <a:pt x="403978" y="395484"/>
                  <a:pt x="403207" y="386397"/>
                </a:cubicBezTo>
                <a:cubicBezTo>
                  <a:pt x="402305" y="376304"/>
                  <a:pt x="407878" y="366640"/>
                  <a:pt x="417046" y="362361"/>
                </a:cubicBezTo>
                <a:cubicBezTo>
                  <a:pt x="425300" y="358555"/>
                  <a:pt x="431439" y="352432"/>
                  <a:pt x="435297" y="344156"/>
                </a:cubicBezTo>
                <a:cubicBezTo>
                  <a:pt x="439572" y="334965"/>
                  <a:pt x="449231" y="329380"/>
                  <a:pt x="459342" y="330259"/>
                </a:cubicBezTo>
                <a:cubicBezTo>
                  <a:pt x="468372" y="331068"/>
                  <a:pt x="476739" y="328828"/>
                  <a:pt x="484232" y="323603"/>
                </a:cubicBezTo>
                <a:cubicBezTo>
                  <a:pt x="484241" y="323597"/>
                  <a:pt x="484251" y="323591"/>
                  <a:pt x="484260" y="323584"/>
                </a:cubicBezTo>
                <a:cubicBezTo>
                  <a:pt x="492542" y="317752"/>
                  <a:pt x="503692" y="317757"/>
                  <a:pt x="512007" y="323592"/>
                </a:cubicBezTo>
                <a:cubicBezTo>
                  <a:pt x="519472" y="328825"/>
                  <a:pt x="527840" y="331070"/>
                  <a:pt x="536859" y="330262"/>
                </a:cubicBezTo>
                <a:cubicBezTo>
                  <a:pt x="546973" y="329385"/>
                  <a:pt x="556647" y="334968"/>
                  <a:pt x="560927" y="344162"/>
                </a:cubicBezTo>
                <a:cubicBezTo>
                  <a:pt x="564784" y="352432"/>
                  <a:pt x="570923" y="358556"/>
                  <a:pt x="579147" y="362348"/>
                </a:cubicBezTo>
                <a:cubicBezTo>
                  <a:pt x="588345" y="366640"/>
                  <a:pt x="593918" y="376304"/>
                  <a:pt x="593012" y="386431"/>
                </a:cubicBezTo>
                <a:cubicBezTo>
                  <a:pt x="592245" y="395485"/>
                  <a:pt x="594484" y="403848"/>
                  <a:pt x="599685" y="411305"/>
                </a:cubicBezTo>
                <a:cubicBezTo>
                  <a:pt x="605511" y="419607"/>
                  <a:pt x="605511" y="430760"/>
                  <a:pt x="599683" y="439062"/>
                </a:cubicBezTo>
                <a:close/>
                <a:moveTo>
                  <a:pt x="498112" y="354651"/>
                </a:moveTo>
                <a:cubicBezTo>
                  <a:pt x="459211" y="354651"/>
                  <a:pt x="427564" y="386283"/>
                  <a:pt x="427564" y="425162"/>
                </a:cubicBezTo>
                <a:cubicBezTo>
                  <a:pt x="427564" y="464042"/>
                  <a:pt x="459211" y="495711"/>
                  <a:pt x="498112" y="495711"/>
                </a:cubicBezTo>
                <a:cubicBezTo>
                  <a:pt x="537012" y="495711"/>
                  <a:pt x="568660" y="464063"/>
                  <a:pt x="568660" y="425162"/>
                </a:cubicBezTo>
                <a:cubicBezTo>
                  <a:pt x="568660" y="386262"/>
                  <a:pt x="537012" y="354651"/>
                  <a:pt x="498112" y="354651"/>
                </a:cubicBezTo>
                <a:close/>
                <a:moveTo>
                  <a:pt x="498112" y="480954"/>
                </a:moveTo>
                <a:cubicBezTo>
                  <a:pt x="467349" y="480954"/>
                  <a:pt x="442323" y="455926"/>
                  <a:pt x="442323" y="425164"/>
                </a:cubicBezTo>
                <a:cubicBezTo>
                  <a:pt x="442323" y="394401"/>
                  <a:pt x="467350" y="369408"/>
                  <a:pt x="498112" y="369408"/>
                </a:cubicBezTo>
                <a:cubicBezTo>
                  <a:pt x="528873" y="369408"/>
                  <a:pt x="553902" y="394419"/>
                  <a:pt x="553902" y="425164"/>
                </a:cubicBezTo>
                <a:cubicBezTo>
                  <a:pt x="553902" y="455908"/>
                  <a:pt x="528874" y="480954"/>
                  <a:pt x="498112" y="480954"/>
                </a:cubicBezTo>
                <a:close/>
                <a:moveTo>
                  <a:pt x="506220" y="28539"/>
                </a:moveTo>
                <a:lnTo>
                  <a:pt x="506220" y="7378"/>
                </a:lnTo>
                <a:cubicBezTo>
                  <a:pt x="506220" y="3303"/>
                  <a:pt x="509523" y="0"/>
                  <a:pt x="513599" y="0"/>
                </a:cubicBezTo>
                <a:cubicBezTo>
                  <a:pt x="517675" y="0"/>
                  <a:pt x="520978" y="3303"/>
                  <a:pt x="520978" y="7378"/>
                </a:cubicBezTo>
                <a:lnTo>
                  <a:pt x="520978" y="28539"/>
                </a:lnTo>
                <a:cubicBezTo>
                  <a:pt x="520978" y="32614"/>
                  <a:pt x="517675" y="35917"/>
                  <a:pt x="513599" y="35917"/>
                </a:cubicBezTo>
                <a:cubicBezTo>
                  <a:pt x="509523" y="35917"/>
                  <a:pt x="506220" y="32614"/>
                  <a:pt x="506220" y="28539"/>
                </a:cubicBezTo>
                <a:close/>
                <a:moveTo>
                  <a:pt x="553115" y="37172"/>
                </a:moveTo>
                <a:lnTo>
                  <a:pt x="563695" y="18831"/>
                </a:lnTo>
                <a:cubicBezTo>
                  <a:pt x="565729" y="15302"/>
                  <a:pt x="570241" y="14091"/>
                  <a:pt x="573772" y="16126"/>
                </a:cubicBezTo>
                <a:cubicBezTo>
                  <a:pt x="577302" y="18163"/>
                  <a:pt x="578513" y="22674"/>
                  <a:pt x="576476" y="26204"/>
                </a:cubicBezTo>
                <a:lnTo>
                  <a:pt x="565896" y="44545"/>
                </a:lnTo>
                <a:cubicBezTo>
                  <a:pt x="564531" y="46913"/>
                  <a:pt x="562049" y="48237"/>
                  <a:pt x="559498" y="48237"/>
                </a:cubicBezTo>
                <a:cubicBezTo>
                  <a:pt x="558247" y="48237"/>
                  <a:pt x="556980" y="47919"/>
                  <a:pt x="555818" y="47248"/>
                </a:cubicBezTo>
                <a:cubicBezTo>
                  <a:pt x="552288" y="45211"/>
                  <a:pt x="551078" y="40700"/>
                  <a:pt x="553115" y="37170"/>
                </a:cubicBezTo>
                <a:close/>
                <a:moveTo>
                  <a:pt x="586700" y="78131"/>
                </a:moveTo>
                <a:cubicBezTo>
                  <a:pt x="584663" y="74601"/>
                  <a:pt x="585874" y="70089"/>
                  <a:pt x="589404" y="68053"/>
                </a:cubicBezTo>
                <a:lnTo>
                  <a:pt x="607746" y="57473"/>
                </a:lnTo>
                <a:cubicBezTo>
                  <a:pt x="611278" y="55438"/>
                  <a:pt x="615788" y="56648"/>
                  <a:pt x="617825" y="60178"/>
                </a:cubicBezTo>
                <a:cubicBezTo>
                  <a:pt x="619860" y="63708"/>
                  <a:pt x="618650" y="68220"/>
                  <a:pt x="615120" y="70256"/>
                </a:cubicBezTo>
                <a:lnTo>
                  <a:pt x="596778" y="80836"/>
                </a:lnTo>
                <a:cubicBezTo>
                  <a:pt x="595616" y="81505"/>
                  <a:pt x="594348" y="81824"/>
                  <a:pt x="593098" y="81824"/>
                </a:cubicBezTo>
                <a:cubicBezTo>
                  <a:pt x="590547" y="81824"/>
                  <a:pt x="588065" y="80500"/>
                  <a:pt x="586700" y="78131"/>
                </a:cubicBezTo>
                <a:close/>
                <a:moveTo>
                  <a:pt x="409375" y="60177"/>
                </a:moveTo>
                <a:cubicBezTo>
                  <a:pt x="411410" y="56647"/>
                  <a:pt x="415920" y="55438"/>
                  <a:pt x="419452" y="57472"/>
                </a:cubicBezTo>
                <a:lnTo>
                  <a:pt x="437793" y="68052"/>
                </a:lnTo>
                <a:cubicBezTo>
                  <a:pt x="441323" y="70089"/>
                  <a:pt x="442534" y="74600"/>
                  <a:pt x="440497" y="78130"/>
                </a:cubicBezTo>
                <a:cubicBezTo>
                  <a:pt x="439132" y="80498"/>
                  <a:pt x="436650" y="81822"/>
                  <a:pt x="434099" y="81822"/>
                </a:cubicBezTo>
                <a:cubicBezTo>
                  <a:pt x="432848" y="81822"/>
                  <a:pt x="431581" y="81504"/>
                  <a:pt x="430419" y="80834"/>
                </a:cubicBezTo>
                <a:lnTo>
                  <a:pt x="412078" y="70254"/>
                </a:lnTo>
                <a:cubicBezTo>
                  <a:pt x="408548" y="68217"/>
                  <a:pt x="407338" y="63706"/>
                  <a:pt x="409375" y="60176"/>
                </a:cubicBezTo>
                <a:close/>
                <a:moveTo>
                  <a:pt x="450722" y="26204"/>
                </a:moveTo>
                <a:cubicBezTo>
                  <a:pt x="448685" y="22674"/>
                  <a:pt x="449896" y="18162"/>
                  <a:pt x="453426" y="16126"/>
                </a:cubicBezTo>
                <a:cubicBezTo>
                  <a:pt x="456958" y="14090"/>
                  <a:pt x="461469" y="15302"/>
                  <a:pt x="463503" y="18831"/>
                </a:cubicBezTo>
                <a:lnTo>
                  <a:pt x="474083" y="37172"/>
                </a:lnTo>
                <a:cubicBezTo>
                  <a:pt x="476120" y="40702"/>
                  <a:pt x="474910" y="45214"/>
                  <a:pt x="471380" y="47250"/>
                </a:cubicBezTo>
                <a:cubicBezTo>
                  <a:pt x="470218" y="47919"/>
                  <a:pt x="468950" y="48238"/>
                  <a:pt x="467700" y="48238"/>
                </a:cubicBezTo>
                <a:cubicBezTo>
                  <a:pt x="465149" y="48238"/>
                  <a:pt x="462667" y="46913"/>
                  <a:pt x="461302" y="44546"/>
                </a:cubicBezTo>
                <a:lnTo>
                  <a:pt x="450722" y="26205"/>
                </a:lnTo>
                <a:close/>
                <a:moveTo>
                  <a:pt x="496789" y="264161"/>
                </a:moveTo>
                <a:lnTo>
                  <a:pt x="530410" y="264161"/>
                </a:lnTo>
                <a:cubicBezTo>
                  <a:pt x="539659" y="264161"/>
                  <a:pt x="547186" y="256619"/>
                  <a:pt x="547186" y="247351"/>
                </a:cubicBezTo>
                <a:lnTo>
                  <a:pt x="547186" y="236294"/>
                </a:lnTo>
                <a:cubicBezTo>
                  <a:pt x="552762" y="233555"/>
                  <a:pt x="556619" y="227834"/>
                  <a:pt x="556619" y="221213"/>
                </a:cubicBezTo>
                <a:lnTo>
                  <a:pt x="556619" y="205985"/>
                </a:lnTo>
                <a:cubicBezTo>
                  <a:pt x="560877" y="195587"/>
                  <a:pt x="566428" y="186897"/>
                  <a:pt x="573403" y="176030"/>
                </a:cubicBezTo>
                <a:cubicBezTo>
                  <a:pt x="575005" y="173534"/>
                  <a:pt x="576675" y="170932"/>
                  <a:pt x="578416" y="168176"/>
                </a:cubicBezTo>
                <a:cubicBezTo>
                  <a:pt x="586106" y="155986"/>
                  <a:pt x="590170" y="141880"/>
                  <a:pt x="590170" y="127382"/>
                </a:cubicBezTo>
                <a:cubicBezTo>
                  <a:pt x="590170" y="85162"/>
                  <a:pt x="555820" y="50814"/>
                  <a:pt x="513600" y="50814"/>
                </a:cubicBezTo>
                <a:cubicBezTo>
                  <a:pt x="471381" y="50814"/>
                  <a:pt x="437032" y="85163"/>
                  <a:pt x="437032" y="127382"/>
                </a:cubicBezTo>
                <a:cubicBezTo>
                  <a:pt x="437032" y="141879"/>
                  <a:pt x="441097" y="155985"/>
                  <a:pt x="448787" y="168178"/>
                </a:cubicBezTo>
                <a:cubicBezTo>
                  <a:pt x="450524" y="170930"/>
                  <a:pt x="452193" y="173529"/>
                  <a:pt x="453794" y="176024"/>
                </a:cubicBezTo>
                <a:cubicBezTo>
                  <a:pt x="460770" y="186894"/>
                  <a:pt x="466324" y="195584"/>
                  <a:pt x="470583" y="205985"/>
                </a:cubicBezTo>
                <a:lnTo>
                  <a:pt x="470583" y="221213"/>
                </a:lnTo>
                <a:cubicBezTo>
                  <a:pt x="470583" y="227834"/>
                  <a:pt x="474440" y="233554"/>
                  <a:pt x="480015" y="236293"/>
                </a:cubicBezTo>
                <a:lnTo>
                  <a:pt x="480015" y="247351"/>
                </a:lnTo>
                <a:cubicBezTo>
                  <a:pt x="480015" y="256619"/>
                  <a:pt x="487541" y="264161"/>
                  <a:pt x="496790" y="264161"/>
                </a:cubicBezTo>
                <a:close/>
                <a:moveTo>
                  <a:pt x="485340" y="221213"/>
                </a:moveTo>
                <a:lnTo>
                  <a:pt x="485340" y="211886"/>
                </a:lnTo>
                <a:lnTo>
                  <a:pt x="541861" y="211886"/>
                </a:lnTo>
                <a:lnTo>
                  <a:pt x="541861" y="221213"/>
                </a:lnTo>
                <a:cubicBezTo>
                  <a:pt x="541861" y="222326"/>
                  <a:pt x="540920" y="223266"/>
                  <a:pt x="539807" y="223266"/>
                </a:cubicBezTo>
                <a:lnTo>
                  <a:pt x="487393" y="223266"/>
                </a:lnTo>
                <a:cubicBezTo>
                  <a:pt x="486280" y="223266"/>
                  <a:pt x="485340" y="222326"/>
                  <a:pt x="485340" y="221213"/>
                </a:cubicBezTo>
                <a:close/>
                <a:moveTo>
                  <a:pt x="494422" y="136048"/>
                </a:moveTo>
                <a:lnTo>
                  <a:pt x="488958" y="136048"/>
                </a:lnTo>
                <a:cubicBezTo>
                  <a:pt x="485926" y="136048"/>
                  <a:pt x="483459" y="133596"/>
                  <a:pt x="483459" y="130584"/>
                </a:cubicBezTo>
                <a:cubicBezTo>
                  <a:pt x="483459" y="127552"/>
                  <a:pt x="485926" y="125085"/>
                  <a:pt x="488958" y="125085"/>
                </a:cubicBezTo>
                <a:cubicBezTo>
                  <a:pt x="491971" y="125085"/>
                  <a:pt x="494422" y="127552"/>
                  <a:pt x="494422" y="130584"/>
                </a:cubicBezTo>
                <a:close/>
                <a:moveTo>
                  <a:pt x="518019" y="197129"/>
                </a:moveTo>
                <a:lnTo>
                  <a:pt x="509180" y="197129"/>
                </a:lnTo>
                <a:lnTo>
                  <a:pt x="509180" y="150805"/>
                </a:lnTo>
                <a:lnTo>
                  <a:pt x="518019" y="150805"/>
                </a:lnTo>
                <a:close/>
                <a:moveTo>
                  <a:pt x="530410" y="249405"/>
                </a:moveTo>
                <a:lnTo>
                  <a:pt x="496789" y="249405"/>
                </a:lnTo>
                <a:cubicBezTo>
                  <a:pt x="495714" y="249405"/>
                  <a:pt x="494771" y="248445"/>
                  <a:pt x="494771" y="247351"/>
                </a:cubicBezTo>
                <a:lnTo>
                  <a:pt x="494771" y="238023"/>
                </a:lnTo>
                <a:lnTo>
                  <a:pt x="532427" y="238023"/>
                </a:lnTo>
                <a:lnTo>
                  <a:pt x="532427" y="247351"/>
                </a:lnTo>
                <a:cubicBezTo>
                  <a:pt x="532427" y="248464"/>
                  <a:pt x="531503" y="249405"/>
                  <a:pt x="530409" y="249405"/>
                </a:cubicBezTo>
                <a:close/>
                <a:moveTo>
                  <a:pt x="461266" y="160303"/>
                </a:moveTo>
                <a:cubicBezTo>
                  <a:pt x="455066" y="150473"/>
                  <a:pt x="451789" y="139089"/>
                  <a:pt x="451789" y="127383"/>
                </a:cubicBezTo>
                <a:cubicBezTo>
                  <a:pt x="451789" y="93300"/>
                  <a:pt x="479516" y="65571"/>
                  <a:pt x="513600" y="65571"/>
                </a:cubicBezTo>
                <a:cubicBezTo>
                  <a:pt x="547684" y="65571"/>
                  <a:pt x="575413" y="93300"/>
                  <a:pt x="575413" y="127383"/>
                </a:cubicBezTo>
                <a:cubicBezTo>
                  <a:pt x="575413" y="139090"/>
                  <a:pt x="572136" y="150475"/>
                  <a:pt x="565937" y="160301"/>
                </a:cubicBezTo>
                <a:cubicBezTo>
                  <a:pt x="564219" y="163023"/>
                  <a:pt x="562568" y="165594"/>
                  <a:pt x="560985" y="168060"/>
                </a:cubicBezTo>
                <a:cubicBezTo>
                  <a:pt x="554559" y="178072"/>
                  <a:pt x="548898" y="186899"/>
                  <a:pt x="544341" y="197130"/>
                </a:cubicBezTo>
                <a:lnTo>
                  <a:pt x="532779" y="197130"/>
                </a:lnTo>
                <a:lnTo>
                  <a:pt x="532779" y="150806"/>
                </a:lnTo>
                <a:lnTo>
                  <a:pt x="538242" y="150806"/>
                </a:lnTo>
                <a:cubicBezTo>
                  <a:pt x="549412" y="150806"/>
                  <a:pt x="558499" y="141735"/>
                  <a:pt x="558499" y="130585"/>
                </a:cubicBezTo>
                <a:cubicBezTo>
                  <a:pt x="558499" y="119436"/>
                  <a:pt x="549412" y="110329"/>
                  <a:pt x="538242" y="110329"/>
                </a:cubicBezTo>
                <a:cubicBezTo>
                  <a:pt x="527073" y="110329"/>
                  <a:pt x="518020" y="119416"/>
                  <a:pt x="518020" y="130585"/>
                </a:cubicBezTo>
                <a:lnTo>
                  <a:pt x="518020" y="136049"/>
                </a:lnTo>
                <a:lnTo>
                  <a:pt x="509181" y="136049"/>
                </a:lnTo>
                <a:lnTo>
                  <a:pt x="509181" y="130585"/>
                </a:lnTo>
                <a:cubicBezTo>
                  <a:pt x="509181" y="119416"/>
                  <a:pt x="500109" y="110329"/>
                  <a:pt x="488960" y="110329"/>
                </a:cubicBezTo>
                <a:cubicBezTo>
                  <a:pt x="477810" y="110329"/>
                  <a:pt x="468703" y="119416"/>
                  <a:pt x="468703" y="130585"/>
                </a:cubicBezTo>
                <a:cubicBezTo>
                  <a:pt x="468703" y="141755"/>
                  <a:pt x="477790" y="150806"/>
                  <a:pt x="488960" y="150806"/>
                </a:cubicBezTo>
                <a:lnTo>
                  <a:pt x="494423" y="150806"/>
                </a:lnTo>
                <a:lnTo>
                  <a:pt x="494423" y="197130"/>
                </a:lnTo>
                <a:lnTo>
                  <a:pt x="482861" y="197130"/>
                </a:lnTo>
                <a:cubicBezTo>
                  <a:pt x="478303" y="186896"/>
                  <a:pt x="472641" y="178067"/>
                  <a:pt x="466212" y="168053"/>
                </a:cubicBezTo>
                <a:cubicBezTo>
                  <a:pt x="464631" y="165589"/>
                  <a:pt x="462980" y="163019"/>
                  <a:pt x="461266" y="160303"/>
                </a:cubicBezTo>
                <a:close/>
                <a:moveTo>
                  <a:pt x="532777" y="136049"/>
                </a:moveTo>
                <a:lnTo>
                  <a:pt x="532777" y="130585"/>
                </a:lnTo>
                <a:cubicBezTo>
                  <a:pt x="532777" y="127553"/>
                  <a:pt x="535228" y="125086"/>
                  <a:pt x="538241" y="125086"/>
                </a:cubicBezTo>
                <a:cubicBezTo>
                  <a:pt x="541274" y="125086"/>
                  <a:pt x="543740" y="127553"/>
                  <a:pt x="543740" y="130585"/>
                </a:cubicBezTo>
                <a:cubicBezTo>
                  <a:pt x="543740" y="133598"/>
                  <a:pt x="541274" y="136049"/>
                  <a:pt x="538241" y="136049"/>
                </a:cubicBezTo>
                <a:close/>
                <a:moveTo>
                  <a:pt x="178313" y="78134"/>
                </a:moveTo>
                <a:cubicBezTo>
                  <a:pt x="176276" y="74604"/>
                  <a:pt x="177487" y="70092"/>
                  <a:pt x="181017" y="68056"/>
                </a:cubicBezTo>
                <a:lnTo>
                  <a:pt x="199358" y="57476"/>
                </a:lnTo>
                <a:cubicBezTo>
                  <a:pt x="202890" y="55440"/>
                  <a:pt x="207401" y="56651"/>
                  <a:pt x="209435" y="60181"/>
                </a:cubicBezTo>
                <a:cubicBezTo>
                  <a:pt x="211472" y="63711"/>
                  <a:pt x="210262" y="68223"/>
                  <a:pt x="206732" y="70259"/>
                </a:cubicBezTo>
                <a:lnTo>
                  <a:pt x="188391" y="80839"/>
                </a:lnTo>
                <a:cubicBezTo>
                  <a:pt x="187229" y="81508"/>
                  <a:pt x="185961" y="81827"/>
                  <a:pt x="184711" y="81827"/>
                </a:cubicBezTo>
                <a:cubicBezTo>
                  <a:pt x="182160" y="81827"/>
                  <a:pt x="179678" y="80502"/>
                  <a:pt x="178313" y="78135"/>
                </a:cubicBezTo>
                <a:close/>
                <a:moveTo>
                  <a:pt x="25713" y="81826"/>
                </a:moveTo>
                <a:cubicBezTo>
                  <a:pt x="24462" y="81826"/>
                  <a:pt x="23195" y="81508"/>
                  <a:pt x="22033" y="80837"/>
                </a:cubicBezTo>
                <a:lnTo>
                  <a:pt x="3693" y="70257"/>
                </a:lnTo>
                <a:cubicBezTo>
                  <a:pt x="163" y="68220"/>
                  <a:pt x="-1048" y="63709"/>
                  <a:pt x="989" y="60180"/>
                </a:cubicBezTo>
                <a:cubicBezTo>
                  <a:pt x="3023" y="56650"/>
                  <a:pt x="7536" y="55440"/>
                  <a:pt x="11067" y="57475"/>
                </a:cubicBezTo>
                <a:lnTo>
                  <a:pt x="29408" y="68055"/>
                </a:lnTo>
                <a:cubicBezTo>
                  <a:pt x="32938" y="70092"/>
                  <a:pt x="34148" y="74603"/>
                  <a:pt x="32111" y="78132"/>
                </a:cubicBezTo>
                <a:cubicBezTo>
                  <a:pt x="30746" y="80501"/>
                  <a:pt x="28265" y="81824"/>
                  <a:pt x="25713" y="81824"/>
                </a:cubicBezTo>
                <a:close/>
                <a:moveTo>
                  <a:pt x="42335" y="26206"/>
                </a:moveTo>
                <a:cubicBezTo>
                  <a:pt x="40298" y="22676"/>
                  <a:pt x="41509" y="18164"/>
                  <a:pt x="45039" y="16128"/>
                </a:cubicBezTo>
                <a:cubicBezTo>
                  <a:pt x="48572" y="14093"/>
                  <a:pt x="53082" y="15305"/>
                  <a:pt x="55117" y="18833"/>
                </a:cubicBezTo>
                <a:lnTo>
                  <a:pt x="65697" y="37174"/>
                </a:lnTo>
                <a:cubicBezTo>
                  <a:pt x="67734" y="40704"/>
                  <a:pt x="66523" y="45216"/>
                  <a:pt x="62993" y="47252"/>
                </a:cubicBezTo>
                <a:cubicBezTo>
                  <a:pt x="61831" y="47921"/>
                  <a:pt x="60563" y="48240"/>
                  <a:pt x="59313" y="48240"/>
                </a:cubicBezTo>
                <a:cubicBezTo>
                  <a:pt x="56762" y="48240"/>
                  <a:pt x="54281" y="46916"/>
                  <a:pt x="52915" y="44548"/>
                </a:cubicBezTo>
                <a:lnTo>
                  <a:pt x="42335" y="26207"/>
                </a:lnTo>
                <a:close/>
                <a:moveTo>
                  <a:pt x="144728" y="37174"/>
                </a:moveTo>
                <a:lnTo>
                  <a:pt x="155309" y="18833"/>
                </a:lnTo>
                <a:cubicBezTo>
                  <a:pt x="157343" y="15303"/>
                  <a:pt x="161853" y="14091"/>
                  <a:pt x="165387" y="16128"/>
                </a:cubicBezTo>
                <a:cubicBezTo>
                  <a:pt x="168917" y="18165"/>
                  <a:pt x="170127" y="22676"/>
                  <a:pt x="168090" y="26206"/>
                </a:cubicBezTo>
                <a:lnTo>
                  <a:pt x="157509" y="44547"/>
                </a:lnTo>
                <a:cubicBezTo>
                  <a:pt x="156144" y="46916"/>
                  <a:pt x="153663" y="48239"/>
                  <a:pt x="151111" y="48239"/>
                </a:cubicBezTo>
                <a:cubicBezTo>
                  <a:pt x="149860" y="48239"/>
                  <a:pt x="148593" y="47921"/>
                  <a:pt x="147431" y="47251"/>
                </a:cubicBezTo>
                <a:cubicBezTo>
                  <a:pt x="143902" y="45214"/>
                  <a:pt x="142691" y="40702"/>
                  <a:pt x="144728" y="37173"/>
                </a:cubicBezTo>
                <a:close/>
                <a:moveTo>
                  <a:pt x="97834" y="28542"/>
                </a:moveTo>
                <a:lnTo>
                  <a:pt x="97834" y="7378"/>
                </a:lnTo>
                <a:cubicBezTo>
                  <a:pt x="97834" y="3303"/>
                  <a:pt x="101137" y="0"/>
                  <a:pt x="105213" y="0"/>
                </a:cubicBezTo>
                <a:cubicBezTo>
                  <a:pt x="109290" y="0"/>
                  <a:pt x="112593" y="3303"/>
                  <a:pt x="112593" y="7378"/>
                </a:cubicBezTo>
                <a:lnTo>
                  <a:pt x="112593" y="28539"/>
                </a:lnTo>
                <a:cubicBezTo>
                  <a:pt x="112593" y="32614"/>
                  <a:pt x="109290" y="35917"/>
                  <a:pt x="105213" y="35917"/>
                </a:cubicBezTo>
                <a:cubicBezTo>
                  <a:pt x="101137" y="35917"/>
                  <a:pt x="97834" y="32614"/>
                  <a:pt x="97834" y="28539"/>
                </a:cubicBezTo>
                <a:close/>
                <a:moveTo>
                  <a:pt x="138799" y="247353"/>
                </a:moveTo>
                <a:lnTo>
                  <a:pt x="138799" y="236297"/>
                </a:lnTo>
                <a:cubicBezTo>
                  <a:pt x="144375" y="233558"/>
                  <a:pt x="148232" y="227836"/>
                  <a:pt x="148232" y="221216"/>
                </a:cubicBezTo>
                <a:lnTo>
                  <a:pt x="148232" y="205987"/>
                </a:lnTo>
                <a:cubicBezTo>
                  <a:pt x="152490" y="195589"/>
                  <a:pt x="158041" y="186900"/>
                  <a:pt x="165016" y="176033"/>
                </a:cubicBezTo>
                <a:cubicBezTo>
                  <a:pt x="166618" y="173536"/>
                  <a:pt x="168288" y="170935"/>
                  <a:pt x="170029" y="168178"/>
                </a:cubicBezTo>
                <a:cubicBezTo>
                  <a:pt x="177718" y="155987"/>
                  <a:pt x="181782" y="141882"/>
                  <a:pt x="181782" y="127385"/>
                </a:cubicBezTo>
                <a:cubicBezTo>
                  <a:pt x="181782" y="85164"/>
                  <a:pt x="147433" y="50816"/>
                  <a:pt x="105213" y="50816"/>
                </a:cubicBezTo>
                <a:cubicBezTo>
                  <a:pt x="62994" y="50816"/>
                  <a:pt x="28645" y="85165"/>
                  <a:pt x="28645" y="127385"/>
                </a:cubicBezTo>
                <a:cubicBezTo>
                  <a:pt x="28645" y="141881"/>
                  <a:pt x="32710" y="155987"/>
                  <a:pt x="40400" y="168181"/>
                </a:cubicBezTo>
                <a:cubicBezTo>
                  <a:pt x="42136" y="170930"/>
                  <a:pt x="43804" y="173528"/>
                  <a:pt x="45403" y="176020"/>
                </a:cubicBezTo>
                <a:cubicBezTo>
                  <a:pt x="52381" y="186892"/>
                  <a:pt x="57936" y="195584"/>
                  <a:pt x="62196" y="205987"/>
                </a:cubicBezTo>
                <a:lnTo>
                  <a:pt x="62196" y="221214"/>
                </a:lnTo>
                <a:cubicBezTo>
                  <a:pt x="62196" y="227835"/>
                  <a:pt x="66053" y="233555"/>
                  <a:pt x="71628" y="236294"/>
                </a:cubicBezTo>
                <a:lnTo>
                  <a:pt x="71628" y="247352"/>
                </a:lnTo>
                <a:cubicBezTo>
                  <a:pt x="71628" y="256621"/>
                  <a:pt x="79155" y="264162"/>
                  <a:pt x="88404" y="264162"/>
                </a:cubicBezTo>
                <a:lnTo>
                  <a:pt x="122025" y="264162"/>
                </a:lnTo>
                <a:cubicBezTo>
                  <a:pt x="131274" y="264162"/>
                  <a:pt x="138800" y="256621"/>
                  <a:pt x="138800" y="247352"/>
                </a:cubicBezTo>
                <a:close/>
                <a:moveTo>
                  <a:pt x="79006" y="223269"/>
                </a:moveTo>
                <a:cubicBezTo>
                  <a:pt x="77894" y="223269"/>
                  <a:pt x="76953" y="222328"/>
                  <a:pt x="76953" y="221216"/>
                </a:cubicBezTo>
                <a:lnTo>
                  <a:pt x="76953" y="211888"/>
                </a:lnTo>
                <a:lnTo>
                  <a:pt x="133474" y="211888"/>
                </a:lnTo>
                <a:lnTo>
                  <a:pt x="133474" y="221216"/>
                </a:lnTo>
                <a:cubicBezTo>
                  <a:pt x="133474" y="222328"/>
                  <a:pt x="132533" y="223269"/>
                  <a:pt x="131420" y="223269"/>
                </a:cubicBezTo>
                <a:close/>
                <a:moveTo>
                  <a:pt x="86036" y="136050"/>
                </a:moveTo>
                <a:lnTo>
                  <a:pt x="80573" y="136050"/>
                </a:lnTo>
                <a:cubicBezTo>
                  <a:pt x="77540" y="136050"/>
                  <a:pt x="75073" y="133598"/>
                  <a:pt x="75073" y="130587"/>
                </a:cubicBezTo>
                <a:cubicBezTo>
                  <a:pt x="75073" y="127554"/>
                  <a:pt x="77540" y="125087"/>
                  <a:pt x="80573" y="125087"/>
                </a:cubicBezTo>
                <a:cubicBezTo>
                  <a:pt x="83586" y="125087"/>
                  <a:pt x="86036" y="127554"/>
                  <a:pt x="86036" y="130587"/>
                </a:cubicBezTo>
                <a:close/>
                <a:moveTo>
                  <a:pt x="109634" y="197131"/>
                </a:moveTo>
                <a:lnTo>
                  <a:pt x="100795" y="197131"/>
                </a:lnTo>
                <a:lnTo>
                  <a:pt x="100795" y="150807"/>
                </a:lnTo>
                <a:lnTo>
                  <a:pt x="109634" y="150807"/>
                </a:lnTo>
                <a:close/>
                <a:moveTo>
                  <a:pt x="52880" y="160304"/>
                </a:moveTo>
                <a:cubicBezTo>
                  <a:pt x="46679" y="150475"/>
                  <a:pt x="43402" y="139090"/>
                  <a:pt x="43402" y="127385"/>
                </a:cubicBezTo>
                <a:cubicBezTo>
                  <a:pt x="43402" y="93301"/>
                  <a:pt x="71131" y="65572"/>
                  <a:pt x="105213" y="65572"/>
                </a:cubicBezTo>
                <a:cubicBezTo>
                  <a:pt x="139296" y="65572"/>
                  <a:pt x="167025" y="93301"/>
                  <a:pt x="167025" y="127385"/>
                </a:cubicBezTo>
                <a:cubicBezTo>
                  <a:pt x="167025" y="139092"/>
                  <a:pt x="163748" y="150475"/>
                  <a:pt x="157550" y="160302"/>
                </a:cubicBezTo>
                <a:cubicBezTo>
                  <a:pt x="155832" y="163024"/>
                  <a:pt x="154181" y="165595"/>
                  <a:pt x="152598" y="168062"/>
                </a:cubicBezTo>
                <a:cubicBezTo>
                  <a:pt x="146172" y="178074"/>
                  <a:pt x="140508" y="186897"/>
                  <a:pt x="135949" y="197131"/>
                </a:cubicBezTo>
                <a:lnTo>
                  <a:pt x="124390" y="197131"/>
                </a:lnTo>
                <a:lnTo>
                  <a:pt x="124390" y="150807"/>
                </a:lnTo>
                <a:lnTo>
                  <a:pt x="129854" y="150807"/>
                </a:lnTo>
                <a:cubicBezTo>
                  <a:pt x="141024" y="150807"/>
                  <a:pt x="150111" y="141736"/>
                  <a:pt x="150111" y="130587"/>
                </a:cubicBezTo>
                <a:cubicBezTo>
                  <a:pt x="150111" y="119437"/>
                  <a:pt x="141024" y="110330"/>
                  <a:pt x="129854" y="110330"/>
                </a:cubicBezTo>
                <a:cubicBezTo>
                  <a:pt x="118685" y="110330"/>
                  <a:pt x="109632" y="119417"/>
                  <a:pt x="109632" y="130587"/>
                </a:cubicBezTo>
                <a:lnTo>
                  <a:pt x="109632" y="136050"/>
                </a:lnTo>
                <a:lnTo>
                  <a:pt x="100793" y="136050"/>
                </a:lnTo>
                <a:lnTo>
                  <a:pt x="100793" y="130587"/>
                </a:lnTo>
                <a:cubicBezTo>
                  <a:pt x="100793" y="119417"/>
                  <a:pt x="91721" y="110330"/>
                  <a:pt x="80571" y="110330"/>
                </a:cubicBezTo>
                <a:cubicBezTo>
                  <a:pt x="69422" y="110330"/>
                  <a:pt x="60315" y="119417"/>
                  <a:pt x="60315" y="130587"/>
                </a:cubicBezTo>
                <a:cubicBezTo>
                  <a:pt x="60315" y="141756"/>
                  <a:pt x="69402" y="150807"/>
                  <a:pt x="80571" y="150807"/>
                </a:cubicBezTo>
                <a:lnTo>
                  <a:pt x="86035" y="150807"/>
                </a:lnTo>
                <a:lnTo>
                  <a:pt x="86035" y="197131"/>
                </a:lnTo>
                <a:lnTo>
                  <a:pt x="74477" y="197131"/>
                </a:lnTo>
                <a:cubicBezTo>
                  <a:pt x="69917" y="186894"/>
                  <a:pt x="64251" y="178067"/>
                  <a:pt x="57821" y="168049"/>
                </a:cubicBezTo>
                <a:cubicBezTo>
                  <a:pt x="56241" y="165586"/>
                  <a:pt x="54592" y="163019"/>
                  <a:pt x="52880" y="160304"/>
                </a:cubicBezTo>
                <a:close/>
                <a:moveTo>
                  <a:pt x="124390" y="136050"/>
                </a:moveTo>
                <a:lnTo>
                  <a:pt x="124390" y="130587"/>
                </a:lnTo>
                <a:cubicBezTo>
                  <a:pt x="124390" y="127554"/>
                  <a:pt x="126841" y="125087"/>
                  <a:pt x="129854" y="125087"/>
                </a:cubicBezTo>
                <a:cubicBezTo>
                  <a:pt x="132887" y="125087"/>
                  <a:pt x="135354" y="127554"/>
                  <a:pt x="135354" y="130587"/>
                </a:cubicBezTo>
                <a:cubicBezTo>
                  <a:pt x="135354" y="133600"/>
                  <a:pt x="132887" y="136050"/>
                  <a:pt x="129854" y="136050"/>
                </a:cubicBezTo>
                <a:close/>
                <a:moveTo>
                  <a:pt x="86385" y="247353"/>
                </a:moveTo>
                <a:lnTo>
                  <a:pt x="86385" y="238026"/>
                </a:lnTo>
                <a:lnTo>
                  <a:pt x="124042" y="238026"/>
                </a:lnTo>
                <a:lnTo>
                  <a:pt x="124042" y="247353"/>
                </a:lnTo>
                <a:cubicBezTo>
                  <a:pt x="124042" y="248467"/>
                  <a:pt x="123117" y="249407"/>
                  <a:pt x="122023" y="249407"/>
                </a:cubicBezTo>
                <a:lnTo>
                  <a:pt x="88402" y="249407"/>
                </a:lnTo>
                <a:cubicBezTo>
                  <a:pt x="87308" y="249407"/>
                  <a:pt x="86384" y="248467"/>
                  <a:pt x="86384" y="247353"/>
                </a:cubicBezTo>
                <a:close/>
              </a:path>
            </a:pathLst>
          </a:custGeom>
          <a:solidFill>
            <a:srgbClr val="003763"/>
          </a:solidFill>
          <a:ln w="12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57" name="easyIcon">
            <a:extLst>
              <a:ext uri="{FF2B5EF4-FFF2-40B4-BE49-F238E27FC236}">
                <a16:creationId xmlns:a16="http://schemas.microsoft.com/office/drawing/2014/main" id="{D7C3A2B0-7105-C6CD-2220-D2483C4229A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9840868" y="3216117"/>
            <a:ext cx="627107" cy="627107"/>
            <a:chOff x="3882430" y="4628619"/>
            <a:chExt cx="714050" cy="714050"/>
          </a:xfrm>
        </p:grpSpPr>
        <p:sp>
          <p:nvSpPr>
            <p:cNvPr id="58" name="Background">
              <a:extLst>
                <a:ext uri="{FF2B5EF4-FFF2-40B4-BE49-F238E27FC236}">
                  <a16:creationId xmlns:a16="http://schemas.microsoft.com/office/drawing/2014/main" id="{53A74F54-4A71-65D2-E090-CFD6B7B29951}"/>
                </a:ext>
              </a:extLst>
            </p:cNvPr>
            <p:cNvSpPr/>
            <p:nvPr/>
          </p:nvSpPr>
          <p:spPr>
            <a:xfrm>
              <a:off x="3882430" y="4628619"/>
              <a:ext cx="714050" cy="71405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7B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0067B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987" tIns="73987" rIns="73987" bIns="73987" rtlCol="0" anchor="ctr"/>
            <a:lstStyle/>
            <a:p>
              <a:pPr algn="ctr" defTabSz="1036198"/>
              <a:endParaRPr lang="en-US" sz="1600" dirty="0" err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59" name="Group 3336">
              <a:extLst>
                <a:ext uri="{FF2B5EF4-FFF2-40B4-BE49-F238E27FC236}">
                  <a16:creationId xmlns:a16="http://schemas.microsoft.com/office/drawing/2014/main" id="{189E45ED-3070-F67D-869C-36A463ACE409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3952109" y="4697646"/>
              <a:ext cx="574694" cy="576001"/>
              <a:chOff x="7897813" y="4664075"/>
              <a:chExt cx="698500" cy="700088"/>
            </a:xfrm>
            <a:solidFill>
              <a:schemeClr val="accent2"/>
            </a:solidFill>
          </p:grpSpPr>
          <p:sp>
            <p:nvSpPr>
              <p:cNvPr id="60" name="CLR 1">
                <a:extLst>
                  <a:ext uri="{FF2B5EF4-FFF2-40B4-BE49-F238E27FC236}">
                    <a16:creationId xmlns:a16="http://schemas.microsoft.com/office/drawing/2014/main" id="{A4D02850-8303-03C9-65F9-A096412A177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159751" y="4881563"/>
                <a:ext cx="176213" cy="285750"/>
              </a:xfrm>
              <a:custGeom>
                <a:avLst/>
                <a:gdLst>
                  <a:gd name="T0" fmla="*/ 209 w 258"/>
                  <a:gd name="T1" fmla="*/ 417 h 417"/>
                  <a:gd name="T2" fmla="*/ 177 w 258"/>
                  <a:gd name="T3" fmla="*/ 417 h 417"/>
                  <a:gd name="T4" fmla="*/ 177 w 258"/>
                  <a:gd name="T5" fmla="*/ 193 h 417"/>
                  <a:gd name="T6" fmla="*/ 193 w 258"/>
                  <a:gd name="T7" fmla="*/ 177 h 417"/>
                  <a:gd name="T8" fmla="*/ 212 w 258"/>
                  <a:gd name="T9" fmla="*/ 177 h 417"/>
                  <a:gd name="T10" fmla="*/ 129 w 258"/>
                  <a:gd name="T11" fmla="*/ 47 h 417"/>
                  <a:gd name="T12" fmla="*/ 46 w 258"/>
                  <a:gd name="T13" fmla="*/ 177 h 417"/>
                  <a:gd name="T14" fmla="*/ 65 w 258"/>
                  <a:gd name="T15" fmla="*/ 177 h 417"/>
                  <a:gd name="T16" fmla="*/ 81 w 258"/>
                  <a:gd name="T17" fmla="*/ 193 h 417"/>
                  <a:gd name="T18" fmla="*/ 81 w 258"/>
                  <a:gd name="T19" fmla="*/ 289 h 417"/>
                  <a:gd name="T20" fmla="*/ 49 w 258"/>
                  <a:gd name="T21" fmla="*/ 289 h 417"/>
                  <a:gd name="T22" fmla="*/ 49 w 258"/>
                  <a:gd name="T23" fmla="*/ 209 h 417"/>
                  <a:gd name="T24" fmla="*/ 17 w 258"/>
                  <a:gd name="T25" fmla="*/ 209 h 417"/>
                  <a:gd name="T26" fmla="*/ 3 w 258"/>
                  <a:gd name="T27" fmla="*/ 201 h 417"/>
                  <a:gd name="T28" fmla="*/ 3 w 258"/>
                  <a:gd name="T29" fmla="*/ 185 h 417"/>
                  <a:gd name="T30" fmla="*/ 115 w 258"/>
                  <a:gd name="T31" fmla="*/ 9 h 417"/>
                  <a:gd name="T32" fmla="*/ 142 w 258"/>
                  <a:gd name="T33" fmla="*/ 9 h 417"/>
                  <a:gd name="T34" fmla="*/ 254 w 258"/>
                  <a:gd name="T35" fmla="*/ 185 h 417"/>
                  <a:gd name="T36" fmla="*/ 255 w 258"/>
                  <a:gd name="T37" fmla="*/ 201 h 417"/>
                  <a:gd name="T38" fmla="*/ 241 w 258"/>
                  <a:gd name="T39" fmla="*/ 209 h 417"/>
                  <a:gd name="T40" fmla="*/ 209 w 258"/>
                  <a:gd name="T41" fmla="*/ 209 h 417"/>
                  <a:gd name="T42" fmla="*/ 209 w 258"/>
                  <a:gd name="T43" fmla="*/ 417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8" h="417">
                    <a:moveTo>
                      <a:pt x="209" y="417"/>
                    </a:moveTo>
                    <a:cubicBezTo>
                      <a:pt x="177" y="417"/>
                      <a:pt x="177" y="417"/>
                      <a:pt x="177" y="417"/>
                    </a:cubicBezTo>
                    <a:cubicBezTo>
                      <a:pt x="177" y="193"/>
                      <a:pt x="177" y="193"/>
                      <a:pt x="177" y="193"/>
                    </a:cubicBezTo>
                    <a:cubicBezTo>
                      <a:pt x="177" y="184"/>
                      <a:pt x="184" y="177"/>
                      <a:pt x="193" y="177"/>
                    </a:cubicBezTo>
                    <a:cubicBezTo>
                      <a:pt x="212" y="177"/>
                      <a:pt x="212" y="177"/>
                      <a:pt x="212" y="177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46" y="177"/>
                      <a:pt x="46" y="177"/>
                      <a:pt x="46" y="177"/>
                    </a:cubicBezTo>
                    <a:cubicBezTo>
                      <a:pt x="65" y="177"/>
                      <a:pt x="65" y="177"/>
                      <a:pt x="65" y="177"/>
                    </a:cubicBezTo>
                    <a:cubicBezTo>
                      <a:pt x="74" y="177"/>
                      <a:pt x="81" y="184"/>
                      <a:pt x="81" y="193"/>
                    </a:cubicBezTo>
                    <a:cubicBezTo>
                      <a:pt x="81" y="289"/>
                      <a:pt x="81" y="289"/>
                      <a:pt x="81" y="289"/>
                    </a:cubicBezTo>
                    <a:cubicBezTo>
                      <a:pt x="49" y="289"/>
                      <a:pt x="49" y="289"/>
                      <a:pt x="49" y="289"/>
                    </a:cubicBezTo>
                    <a:cubicBezTo>
                      <a:pt x="49" y="209"/>
                      <a:pt x="49" y="209"/>
                      <a:pt x="49" y="209"/>
                    </a:cubicBezTo>
                    <a:cubicBezTo>
                      <a:pt x="17" y="209"/>
                      <a:pt x="17" y="209"/>
                      <a:pt x="17" y="209"/>
                    </a:cubicBezTo>
                    <a:cubicBezTo>
                      <a:pt x="11" y="209"/>
                      <a:pt x="6" y="206"/>
                      <a:pt x="3" y="201"/>
                    </a:cubicBezTo>
                    <a:cubicBezTo>
                      <a:pt x="0" y="196"/>
                      <a:pt x="0" y="190"/>
                      <a:pt x="3" y="185"/>
                    </a:cubicBezTo>
                    <a:cubicBezTo>
                      <a:pt x="115" y="9"/>
                      <a:pt x="115" y="9"/>
                      <a:pt x="115" y="9"/>
                    </a:cubicBezTo>
                    <a:cubicBezTo>
                      <a:pt x="121" y="0"/>
                      <a:pt x="137" y="0"/>
                      <a:pt x="142" y="9"/>
                    </a:cubicBezTo>
                    <a:cubicBezTo>
                      <a:pt x="254" y="185"/>
                      <a:pt x="254" y="185"/>
                      <a:pt x="254" y="185"/>
                    </a:cubicBezTo>
                    <a:cubicBezTo>
                      <a:pt x="258" y="190"/>
                      <a:pt x="258" y="196"/>
                      <a:pt x="255" y="201"/>
                    </a:cubicBezTo>
                    <a:cubicBezTo>
                      <a:pt x="252" y="206"/>
                      <a:pt x="247" y="209"/>
                      <a:pt x="241" y="209"/>
                    </a:cubicBezTo>
                    <a:cubicBezTo>
                      <a:pt x="209" y="209"/>
                      <a:pt x="209" y="209"/>
                      <a:pt x="209" y="209"/>
                    </a:cubicBezTo>
                    <a:lnTo>
                      <a:pt x="209" y="417"/>
                    </a:lnTo>
                    <a:close/>
                  </a:path>
                </a:pathLst>
              </a:cu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CLR 1">
                <a:extLst>
                  <a:ext uri="{FF2B5EF4-FFF2-40B4-BE49-F238E27FC236}">
                    <a16:creationId xmlns:a16="http://schemas.microsoft.com/office/drawing/2014/main" id="{DB86081F-2561-065E-5D90-876748700D3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235951" y="5002213"/>
                <a:ext cx="55563" cy="22225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CLR 0">
                <a:extLst>
                  <a:ext uri="{FF2B5EF4-FFF2-40B4-BE49-F238E27FC236}">
                    <a16:creationId xmlns:a16="http://schemas.microsoft.com/office/drawing/2014/main" id="{0CD3A5B4-77DD-F5CF-0247-3F9BA566416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323263" y="5287963"/>
                <a:ext cx="55563" cy="20638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CLR 0">
                <a:extLst>
                  <a:ext uri="{FF2B5EF4-FFF2-40B4-BE49-F238E27FC236}">
                    <a16:creationId xmlns:a16="http://schemas.microsoft.com/office/drawing/2014/main" id="{14648929-B5D5-CEB3-3F08-DD3DF378155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897813" y="4664075"/>
                <a:ext cx="698500" cy="525463"/>
              </a:xfrm>
              <a:custGeom>
                <a:avLst/>
                <a:gdLst>
                  <a:gd name="T0" fmla="*/ 955 w 1024"/>
                  <a:gd name="T1" fmla="*/ 768 h 768"/>
                  <a:gd name="T2" fmla="*/ 928 w 1024"/>
                  <a:gd name="T3" fmla="*/ 752 h 768"/>
                  <a:gd name="T4" fmla="*/ 992 w 1024"/>
                  <a:gd name="T5" fmla="*/ 512 h 768"/>
                  <a:gd name="T6" fmla="*/ 512 w 1024"/>
                  <a:gd name="T7" fmla="*/ 32 h 768"/>
                  <a:gd name="T8" fmla="*/ 32 w 1024"/>
                  <a:gd name="T9" fmla="*/ 512 h 768"/>
                  <a:gd name="T10" fmla="*/ 96 w 1024"/>
                  <a:gd name="T11" fmla="*/ 752 h 768"/>
                  <a:gd name="T12" fmla="*/ 68 w 1024"/>
                  <a:gd name="T13" fmla="*/ 768 h 768"/>
                  <a:gd name="T14" fmla="*/ 0 w 1024"/>
                  <a:gd name="T15" fmla="*/ 512 h 768"/>
                  <a:gd name="T16" fmla="*/ 512 w 1024"/>
                  <a:gd name="T17" fmla="*/ 0 h 768"/>
                  <a:gd name="T18" fmla="*/ 1024 w 1024"/>
                  <a:gd name="T19" fmla="*/ 512 h 768"/>
                  <a:gd name="T20" fmla="*/ 955 w 1024"/>
                  <a:gd name="T21" fmla="*/ 768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24" h="768">
                    <a:moveTo>
                      <a:pt x="955" y="768"/>
                    </a:moveTo>
                    <a:cubicBezTo>
                      <a:pt x="928" y="752"/>
                      <a:pt x="928" y="752"/>
                      <a:pt x="928" y="752"/>
                    </a:cubicBezTo>
                    <a:cubicBezTo>
                      <a:pt x="970" y="680"/>
                      <a:pt x="992" y="597"/>
                      <a:pt x="992" y="512"/>
                    </a:cubicBezTo>
                    <a:cubicBezTo>
                      <a:pt x="992" y="248"/>
                      <a:pt x="777" y="32"/>
                      <a:pt x="512" y="32"/>
                    </a:cubicBezTo>
                    <a:cubicBezTo>
                      <a:pt x="247" y="32"/>
                      <a:pt x="32" y="248"/>
                      <a:pt x="32" y="512"/>
                    </a:cubicBezTo>
                    <a:cubicBezTo>
                      <a:pt x="32" y="597"/>
                      <a:pt x="54" y="680"/>
                      <a:pt x="96" y="752"/>
                    </a:cubicBezTo>
                    <a:cubicBezTo>
                      <a:pt x="68" y="768"/>
                      <a:pt x="68" y="768"/>
                      <a:pt x="68" y="768"/>
                    </a:cubicBezTo>
                    <a:cubicBezTo>
                      <a:pt x="24" y="691"/>
                      <a:pt x="0" y="602"/>
                      <a:pt x="0" y="512"/>
                    </a:cubicBezTo>
                    <a:cubicBezTo>
                      <a:pt x="0" y="230"/>
                      <a:pt x="230" y="0"/>
                      <a:pt x="512" y="0"/>
                    </a:cubicBezTo>
                    <a:cubicBezTo>
                      <a:pt x="794" y="0"/>
                      <a:pt x="1024" y="230"/>
                      <a:pt x="1024" y="512"/>
                    </a:cubicBezTo>
                    <a:cubicBezTo>
                      <a:pt x="1024" y="602"/>
                      <a:pt x="1000" y="691"/>
                      <a:pt x="955" y="768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CLR 0">
                <a:extLst>
                  <a:ext uri="{FF2B5EF4-FFF2-40B4-BE49-F238E27FC236}">
                    <a16:creationId xmlns:a16="http://schemas.microsoft.com/office/drawing/2014/main" id="{7B66A211-622B-223A-52AC-7F508BDC9F1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435976" y="4933950"/>
                <a:ext cx="52388" cy="200025"/>
              </a:xfrm>
              <a:custGeom>
                <a:avLst/>
                <a:gdLst>
                  <a:gd name="T0" fmla="*/ 28 w 75"/>
                  <a:gd name="T1" fmla="*/ 293 h 293"/>
                  <a:gd name="T2" fmla="*/ 0 w 75"/>
                  <a:gd name="T3" fmla="*/ 277 h 293"/>
                  <a:gd name="T4" fmla="*/ 43 w 75"/>
                  <a:gd name="T5" fmla="*/ 117 h 293"/>
                  <a:gd name="T6" fmla="*/ 25 w 75"/>
                  <a:gd name="T7" fmla="*/ 11 h 293"/>
                  <a:gd name="T8" fmla="*/ 55 w 75"/>
                  <a:gd name="T9" fmla="*/ 0 h 293"/>
                  <a:gd name="T10" fmla="*/ 75 w 75"/>
                  <a:gd name="T11" fmla="*/ 117 h 293"/>
                  <a:gd name="T12" fmla="*/ 28 w 75"/>
                  <a:gd name="T13" fmla="*/ 293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293">
                    <a:moveTo>
                      <a:pt x="28" y="293"/>
                    </a:moveTo>
                    <a:cubicBezTo>
                      <a:pt x="0" y="277"/>
                      <a:pt x="0" y="277"/>
                      <a:pt x="0" y="277"/>
                    </a:cubicBezTo>
                    <a:cubicBezTo>
                      <a:pt x="28" y="229"/>
                      <a:pt x="43" y="174"/>
                      <a:pt x="43" y="117"/>
                    </a:cubicBezTo>
                    <a:cubicBezTo>
                      <a:pt x="43" y="81"/>
                      <a:pt x="37" y="45"/>
                      <a:pt x="25" y="1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8" y="37"/>
                      <a:pt x="75" y="77"/>
                      <a:pt x="75" y="117"/>
                    </a:cubicBezTo>
                    <a:cubicBezTo>
                      <a:pt x="75" y="179"/>
                      <a:pt x="59" y="240"/>
                      <a:pt x="28" y="293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CLR 0">
                <a:extLst>
                  <a:ext uri="{FF2B5EF4-FFF2-40B4-BE49-F238E27FC236}">
                    <a16:creationId xmlns:a16="http://schemas.microsoft.com/office/drawing/2014/main" id="{42A5025C-BD4A-0493-B5F1-2A1DB9A2145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280401" y="4776788"/>
                <a:ext cx="174625" cy="128588"/>
              </a:xfrm>
              <a:custGeom>
                <a:avLst/>
                <a:gdLst>
                  <a:gd name="T0" fmla="*/ 229 w 257"/>
                  <a:gd name="T1" fmla="*/ 188 h 188"/>
                  <a:gd name="T2" fmla="*/ 0 w 257"/>
                  <a:gd name="T3" fmla="*/ 32 h 188"/>
                  <a:gd name="T4" fmla="*/ 4 w 257"/>
                  <a:gd name="T5" fmla="*/ 0 h 188"/>
                  <a:gd name="T6" fmla="*/ 257 w 257"/>
                  <a:gd name="T7" fmla="*/ 172 h 188"/>
                  <a:gd name="T8" fmla="*/ 229 w 257"/>
                  <a:gd name="T9" fmla="*/ 188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188">
                    <a:moveTo>
                      <a:pt x="229" y="188"/>
                    </a:moveTo>
                    <a:cubicBezTo>
                      <a:pt x="180" y="103"/>
                      <a:pt x="96" y="46"/>
                      <a:pt x="0" y="3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11" y="16"/>
                      <a:pt x="203" y="79"/>
                      <a:pt x="257" y="172"/>
                    </a:cubicBezTo>
                    <a:lnTo>
                      <a:pt x="229" y="188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CLR 0">
                <a:extLst>
                  <a:ext uri="{FF2B5EF4-FFF2-40B4-BE49-F238E27FC236}">
                    <a16:creationId xmlns:a16="http://schemas.microsoft.com/office/drawing/2014/main" id="{93F55EE1-7739-2771-18A1-51B6C30CAA5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026401" y="4773613"/>
                <a:ext cx="220663" cy="157163"/>
              </a:xfrm>
              <a:custGeom>
                <a:avLst/>
                <a:gdLst>
                  <a:gd name="T0" fmla="*/ 29 w 325"/>
                  <a:gd name="T1" fmla="*/ 230 h 230"/>
                  <a:gd name="T2" fmla="*/ 0 w 325"/>
                  <a:gd name="T3" fmla="*/ 218 h 230"/>
                  <a:gd name="T4" fmla="*/ 325 w 325"/>
                  <a:gd name="T5" fmla="*/ 0 h 230"/>
                  <a:gd name="T6" fmla="*/ 325 w 325"/>
                  <a:gd name="T7" fmla="*/ 32 h 230"/>
                  <a:gd name="T8" fmla="*/ 29 w 325"/>
                  <a:gd name="T9" fmla="*/ 23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5" h="230">
                    <a:moveTo>
                      <a:pt x="29" y="230"/>
                    </a:moveTo>
                    <a:cubicBezTo>
                      <a:pt x="0" y="218"/>
                      <a:pt x="0" y="218"/>
                      <a:pt x="0" y="218"/>
                    </a:cubicBezTo>
                    <a:cubicBezTo>
                      <a:pt x="54" y="86"/>
                      <a:pt x="182" y="0"/>
                      <a:pt x="325" y="0"/>
                    </a:cubicBezTo>
                    <a:cubicBezTo>
                      <a:pt x="325" y="32"/>
                      <a:pt x="325" y="32"/>
                      <a:pt x="325" y="32"/>
                    </a:cubicBezTo>
                    <a:cubicBezTo>
                      <a:pt x="195" y="32"/>
                      <a:pt x="79" y="110"/>
                      <a:pt x="29" y="230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CLR 0">
                <a:extLst>
                  <a:ext uri="{FF2B5EF4-FFF2-40B4-BE49-F238E27FC236}">
                    <a16:creationId xmlns:a16="http://schemas.microsoft.com/office/drawing/2014/main" id="{C61BCD54-FE62-E995-ECFA-3FCECC316A40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007351" y="5013325"/>
                <a:ext cx="50800" cy="120650"/>
              </a:xfrm>
              <a:custGeom>
                <a:avLst/>
                <a:gdLst>
                  <a:gd name="T0" fmla="*/ 47 w 75"/>
                  <a:gd name="T1" fmla="*/ 176 h 176"/>
                  <a:gd name="T2" fmla="*/ 0 w 75"/>
                  <a:gd name="T3" fmla="*/ 0 h 176"/>
                  <a:gd name="T4" fmla="*/ 32 w 75"/>
                  <a:gd name="T5" fmla="*/ 0 h 176"/>
                  <a:gd name="T6" fmla="*/ 75 w 75"/>
                  <a:gd name="T7" fmla="*/ 160 h 176"/>
                  <a:gd name="T8" fmla="*/ 47 w 75"/>
                  <a:gd name="T9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176">
                    <a:moveTo>
                      <a:pt x="47" y="176"/>
                    </a:moveTo>
                    <a:cubicBezTo>
                      <a:pt x="16" y="123"/>
                      <a:pt x="0" y="62"/>
                      <a:pt x="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57"/>
                      <a:pt x="47" y="112"/>
                      <a:pt x="75" y="160"/>
                    </a:cubicBezTo>
                    <a:lnTo>
                      <a:pt x="47" y="176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CLR 0">
                <a:extLst>
                  <a:ext uri="{FF2B5EF4-FFF2-40B4-BE49-F238E27FC236}">
                    <a16:creationId xmlns:a16="http://schemas.microsoft.com/office/drawing/2014/main" id="{697E0291-D187-8EFC-8072-047A6185740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908926" y="5002213"/>
                <a:ext cx="207963" cy="22225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CLR 0">
                <a:extLst>
                  <a:ext uri="{FF2B5EF4-FFF2-40B4-BE49-F238E27FC236}">
                    <a16:creationId xmlns:a16="http://schemas.microsoft.com/office/drawing/2014/main" id="{2E3A6DEA-8DB4-BC71-25A4-1B1463BB72C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355013" y="4829175"/>
                <a:ext cx="200025" cy="130175"/>
              </a:xfrm>
              <a:custGeom>
                <a:avLst/>
                <a:gdLst>
                  <a:gd name="T0" fmla="*/ 7 w 126"/>
                  <a:gd name="T1" fmla="*/ 82 h 82"/>
                  <a:gd name="T2" fmla="*/ 0 w 126"/>
                  <a:gd name="T3" fmla="*/ 69 h 82"/>
                  <a:gd name="T4" fmla="*/ 119 w 126"/>
                  <a:gd name="T5" fmla="*/ 0 h 82"/>
                  <a:gd name="T6" fmla="*/ 126 w 126"/>
                  <a:gd name="T7" fmla="*/ 12 h 82"/>
                  <a:gd name="T8" fmla="*/ 7 w 126"/>
                  <a:gd name="T9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82">
                    <a:moveTo>
                      <a:pt x="7" y="82"/>
                    </a:moveTo>
                    <a:lnTo>
                      <a:pt x="0" y="69"/>
                    </a:lnTo>
                    <a:lnTo>
                      <a:pt x="119" y="0"/>
                    </a:lnTo>
                    <a:lnTo>
                      <a:pt x="126" y="12"/>
                    </a:lnTo>
                    <a:lnTo>
                      <a:pt x="7" y="82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CLR 0">
                <a:extLst>
                  <a:ext uri="{FF2B5EF4-FFF2-40B4-BE49-F238E27FC236}">
                    <a16:creationId xmlns:a16="http://schemas.microsoft.com/office/drawing/2014/main" id="{24082E8E-CDD9-16D8-FA30-3048106FEB5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235951" y="4675188"/>
                <a:ext cx="22225" cy="163513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CLR 0">
                <a:extLst>
                  <a:ext uri="{FF2B5EF4-FFF2-40B4-BE49-F238E27FC236}">
                    <a16:creationId xmlns:a16="http://schemas.microsoft.com/office/drawing/2014/main" id="{10DFFBC0-C8B0-E9CB-01E3-8ADC27A6E16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007351" y="4959350"/>
                <a:ext cx="22225" cy="22225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CLR 0">
                <a:extLst>
                  <a:ext uri="{FF2B5EF4-FFF2-40B4-BE49-F238E27FC236}">
                    <a16:creationId xmlns:a16="http://schemas.microsoft.com/office/drawing/2014/main" id="{0FF46FED-3432-3972-4983-2E55C369A9E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050213" y="4959350"/>
                <a:ext cx="22225" cy="22225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CLR 0">
                <a:extLst>
                  <a:ext uri="{FF2B5EF4-FFF2-40B4-BE49-F238E27FC236}">
                    <a16:creationId xmlns:a16="http://schemas.microsoft.com/office/drawing/2014/main" id="{731F2724-3640-60F2-33CD-7EA4A579C2E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094663" y="4959350"/>
                <a:ext cx="22225" cy="22225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CLR 0">
                <a:extLst>
                  <a:ext uri="{FF2B5EF4-FFF2-40B4-BE49-F238E27FC236}">
                    <a16:creationId xmlns:a16="http://schemas.microsoft.com/office/drawing/2014/main" id="{01D2345C-1332-9BDD-835B-E0B473E8B0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148638" y="5199063"/>
                <a:ext cx="55563" cy="22225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CLR 0">
                <a:extLst>
                  <a:ext uri="{FF2B5EF4-FFF2-40B4-BE49-F238E27FC236}">
                    <a16:creationId xmlns:a16="http://schemas.microsoft.com/office/drawing/2014/main" id="{3854F9CB-A4EA-41BA-E71D-D7A7FD1A2C2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247063" y="5165725"/>
                <a:ext cx="349250" cy="198438"/>
              </a:xfrm>
              <a:custGeom>
                <a:avLst/>
                <a:gdLst>
                  <a:gd name="T0" fmla="*/ 513 w 513"/>
                  <a:gd name="T1" fmla="*/ 289 h 289"/>
                  <a:gd name="T2" fmla="*/ 193 w 513"/>
                  <a:gd name="T3" fmla="*/ 289 h 289"/>
                  <a:gd name="T4" fmla="*/ 177 w 513"/>
                  <a:gd name="T5" fmla="*/ 273 h 289"/>
                  <a:gd name="T6" fmla="*/ 177 w 513"/>
                  <a:gd name="T7" fmla="*/ 193 h 289"/>
                  <a:gd name="T8" fmla="*/ 193 w 513"/>
                  <a:gd name="T9" fmla="*/ 177 h 289"/>
                  <a:gd name="T10" fmla="*/ 212 w 513"/>
                  <a:gd name="T11" fmla="*/ 177 h 289"/>
                  <a:gd name="T12" fmla="*/ 129 w 513"/>
                  <a:gd name="T13" fmla="*/ 47 h 289"/>
                  <a:gd name="T14" fmla="*/ 46 w 513"/>
                  <a:gd name="T15" fmla="*/ 177 h 289"/>
                  <a:gd name="T16" fmla="*/ 65 w 513"/>
                  <a:gd name="T17" fmla="*/ 177 h 289"/>
                  <a:gd name="T18" fmla="*/ 81 w 513"/>
                  <a:gd name="T19" fmla="*/ 193 h 289"/>
                  <a:gd name="T20" fmla="*/ 81 w 513"/>
                  <a:gd name="T21" fmla="*/ 289 h 289"/>
                  <a:gd name="T22" fmla="*/ 49 w 513"/>
                  <a:gd name="T23" fmla="*/ 289 h 289"/>
                  <a:gd name="T24" fmla="*/ 49 w 513"/>
                  <a:gd name="T25" fmla="*/ 209 h 289"/>
                  <a:gd name="T26" fmla="*/ 17 w 513"/>
                  <a:gd name="T27" fmla="*/ 209 h 289"/>
                  <a:gd name="T28" fmla="*/ 3 w 513"/>
                  <a:gd name="T29" fmla="*/ 201 h 289"/>
                  <a:gd name="T30" fmla="*/ 3 w 513"/>
                  <a:gd name="T31" fmla="*/ 185 h 289"/>
                  <a:gd name="T32" fmla="*/ 115 w 513"/>
                  <a:gd name="T33" fmla="*/ 9 h 289"/>
                  <a:gd name="T34" fmla="*/ 142 w 513"/>
                  <a:gd name="T35" fmla="*/ 9 h 289"/>
                  <a:gd name="T36" fmla="*/ 254 w 513"/>
                  <a:gd name="T37" fmla="*/ 185 h 289"/>
                  <a:gd name="T38" fmla="*/ 255 w 513"/>
                  <a:gd name="T39" fmla="*/ 201 h 289"/>
                  <a:gd name="T40" fmla="*/ 241 w 513"/>
                  <a:gd name="T41" fmla="*/ 209 h 289"/>
                  <a:gd name="T42" fmla="*/ 209 w 513"/>
                  <a:gd name="T43" fmla="*/ 209 h 289"/>
                  <a:gd name="T44" fmla="*/ 209 w 513"/>
                  <a:gd name="T45" fmla="*/ 257 h 289"/>
                  <a:gd name="T46" fmla="*/ 513 w 513"/>
                  <a:gd name="T47" fmla="*/ 257 h 289"/>
                  <a:gd name="T48" fmla="*/ 513 w 513"/>
                  <a:gd name="T49" fmla="*/ 289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13" h="289">
                    <a:moveTo>
                      <a:pt x="513" y="289"/>
                    </a:moveTo>
                    <a:cubicBezTo>
                      <a:pt x="193" y="289"/>
                      <a:pt x="193" y="289"/>
                      <a:pt x="193" y="289"/>
                    </a:cubicBezTo>
                    <a:cubicBezTo>
                      <a:pt x="184" y="289"/>
                      <a:pt x="177" y="282"/>
                      <a:pt x="177" y="273"/>
                    </a:cubicBezTo>
                    <a:cubicBezTo>
                      <a:pt x="177" y="193"/>
                      <a:pt x="177" y="193"/>
                      <a:pt x="177" y="193"/>
                    </a:cubicBezTo>
                    <a:cubicBezTo>
                      <a:pt x="177" y="184"/>
                      <a:pt x="184" y="177"/>
                      <a:pt x="193" y="177"/>
                    </a:cubicBezTo>
                    <a:cubicBezTo>
                      <a:pt x="212" y="177"/>
                      <a:pt x="212" y="177"/>
                      <a:pt x="212" y="177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46" y="177"/>
                      <a:pt x="46" y="177"/>
                      <a:pt x="46" y="177"/>
                    </a:cubicBezTo>
                    <a:cubicBezTo>
                      <a:pt x="65" y="177"/>
                      <a:pt x="65" y="177"/>
                      <a:pt x="65" y="177"/>
                    </a:cubicBezTo>
                    <a:cubicBezTo>
                      <a:pt x="74" y="177"/>
                      <a:pt x="81" y="184"/>
                      <a:pt x="81" y="193"/>
                    </a:cubicBezTo>
                    <a:cubicBezTo>
                      <a:pt x="81" y="289"/>
                      <a:pt x="81" y="289"/>
                      <a:pt x="81" y="289"/>
                    </a:cubicBezTo>
                    <a:cubicBezTo>
                      <a:pt x="49" y="289"/>
                      <a:pt x="49" y="289"/>
                      <a:pt x="49" y="289"/>
                    </a:cubicBezTo>
                    <a:cubicBezTo>
                      <a:pt x="49" y="209"/>
                      <a:pt x="49" y="209"/>
                      <a:pt x="49" y="209"/>
                    </a:cubicBezTo>
                    <a:cubicBezTo>
                      <a:pt x="17" y="209"/>
                      <a:pt x="17" y="209"/>
                      <a:pt x="17" y="209"/>
                    </a:cubicBezTo>
                    <a:cubicBezTo>
                      <a:pt x="11" y="209"/>
                      <a:pt x="6" y="206"/>
                      <a:pt x="3" y="201"/>
                    </a:cubicBezTo>
                    <a:cubicBezTo>
                      <a:pt x="0" y="196"/>
                      <a:pt x="0" y="190"/>
                      <a:pt x="3" y="185"/>
                    </a:cubicBezTo>
                    <a:cubicBezTo>
                      <a:pt x="115" y="9"/>
                      <a:pt x="115" y="9"/>
                      <a:pt x="115" y="9"/>
                    </a:cubicBezTo>
                    <a:cubicBezTo>
                      <a:pt x="121" y="0"/>
                      <a:pt x="137" y="0"/>
                      <a:pt x="142" y="9"/>
                    </a:cubicBezTo>
                    <a:cubicBezTo>
                      <a:pt x="254" y="185"/>
                      <a:pt x="254" y="185"/>
                      <a:pt x="254" y="185"/>
                    </a:cubicBezTo>
                    <a:cubicBezTo>
                      <a:pt x="258" y="190"/>
                      <a:pt x="258" y="196"/>
                      <a:pt x="255" y="201"/>
                    </a:cubicBezTo>
                    <a:cubicBezTo>
                      <a:pt x="252" y="206"/>
                      <a:pt x="247" y="209"/>
                      <a:pt x="241" y="209"/>
                    </a:cubicBezTo>
                    <a:cubicBezTo>
                      <a:pt x="209" y="209"/>
                      <a:pt x="209" y="209"/>
                      <a:pt x="209" y="209"/>
                    </a:cubicBezTo>
                    <a:cubicBezTo>
                      <a:pt x="209" y="257"/>
                      <a:pt x="209" y="257"/>
                      <a:pt x="209" y="257"/>
                    </a:cubicBezTo>
                    <a:cubicBezTo>
                      <a:pt x="513" y="257"/>
                      <a:pt x="513" y="257"/>
                      <a:pt x="513" y="257"/>
                    </a:cubicBezTo>
                    <a:lnTo>
                      <a:pt x="513" y="289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CLR 0">
                <a:extLst>
                  <a:ext uri="{FF2B5EF4-FFF2-40B4-BE49-F238E27FC236}">
                    <a16:creationId xmlns:a16="http://schemas.microsoft.com/office/drawing/2014/main" id="{EDCF6E94-0A04-AB23-34F4-6F510A2A7FD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7897813" y="5078413"/>
                <a:ext cx="350838" cy="285750"/>
              </a:xfrm>
              <a:custGeom>
                <a:avLst/>
                <a:gdLst>
                  <a:gd name="T0" fmla="*/ 464 w 513"/>
                  <a:gd name="T1" fmla="*/ 417 h 417"/>
                  <a:gd name="T2" fmla="*/ 432 w 513"/>
                  <a:gd name="T3" fmla="*/ 417 h 417"/>
                  <a:gd name="T4" fmla="*/ 432 w 513"/>
                  <a:gd name="T5" fmla="*/ 193 h 417"/>
                  <a:gd name="T6" fmla="*/ 448 w 513"/>
                  <a:gd name="T7" fmla="*/ 177 h 417"/>
                  <a:gd name="T8" fmla="*/ 467 w 513"/>
                  <a:gd name="T9" fmla="*/ 177 h 417"/>
                  <a:gd name="T10" fmla="*/ 384 w 513"/>
                  <a:gd name="T11" fmla="*/ 47 h 417"/>
                  <a:gd name="T12" fmla="*/ 301 w 513"/>
                  <a:gd name="T13" fmla="*/ 177 h 417"/>
                  <a:gd name="T14" fmla="*/ 320 w 513"/>
                  <a:gd name="T15" fmla="*/ 177 h 417"/>
                  <a:gd name="T16" fmla="*/ 336 w 513"/>
                  <a:gd name="T17" fmla="*/ 193 h 417"/>
                  <a:gd name="T18" fmla="*/ 336 w 513"/>
                  <a:gd name="T19" fmla="*/ 401 h 417"/>
                  <a:gd name="T20" fmla="*/ 320 w 513"/>
                  <a:gd name="T21" fmla="*/ 417 h 417"/>
                  <a:gd name="T22" fmla="*/ 0 w 513"/>
                  <a:gd name="T23" fmla="*/ 417 h 417"/>
                  <a:gd name="T24" fmla="*/ 0 w 513"/>
                  <a:gd name="T25" fmla="*/ 385 h 417"/>
                  <a:gd name="T26" fmla="*/ 304 w 513"/>
                  <a:gd name="T27" fmla="*/ 385 h 417"/>
                  <a:gd name="T28" fmla="*/ 304 w 513"/>
                  <a:gd name="T29" fmla="*/ 209 h 417"/>
                  <a:gd name="T30" fmla="*/ 272 w 513"/>
                  <a:gd name="T31" fmla="*/ 209 h 417"/>
                  <a:gd name="T32" fmla="*/ 258 w 513"/>
                  <a:gd name="T33" fmla="*/ 201 h 417"/>
                  <a:gd name="T34" fmla="*/ 258 w 513"/>
                  <a:gd name="T35" fmla="*/ 185 h 417"/>
                  <a:gd name="T36" fmla="*/ 370 w 513"/>
                  <a:gd name="T37" fmla="*/ 9 h 417"/>
                  <a:gd name="T38" fmla="*/ 397 w 513"/>
                  <a:gd name="T39" fmla="*/ 9 h 417"/>
                  <a:gd name="T40" fmla="*/ 509 w 513"/>
                  <a:gd name="T41" fmla="*/ 185 h 417"/>
                  <a:gd name="T42" fmla="*/ 510 w 513"/>
                  <a:gd name="T43" fmla="*/ 201 h 417"/>
                  <a:gd name="T44" fmla="*/ 496 w 513"/>
                  <a:gd name="T45" fmla="*/ 209 h 417"/>
                  <a:gd name="T46" fmla="*/ 464 w 513"/>
                  <a:gd name="T47" fmla="*/ 209 h 417"/>
                  <a:gd name="T48" fmla="*/ 464 w 513"/>
                  <a:gd name="T49" fmla="*/ 417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13" h="417">
                    <a:moveTo>
                      <a:pt x="464" y="417"/>
                    </a:moveTo>
                    <a:cubicBezTo>
                      <a:pt x="432" y="417"/>
                      <a:pt x="432" y="417"/>
                      <a:pt x="432" y="417"/>
                    </a:cubicBezTo>
                    <a:cubicBezTo>
                      <a:pt x="432" y="193"/>
                      <a:pt x="432" y="193"/>
                      <a:pt x="432" y="193"/>
                    </a:cubicBezTo>
                    <a:cubicBezTo>
                      <a:pt x="432" y="184"/>
                      <a:pt x="439" y="177"/>
                      <a:pt x="448" y="177"/>
                    </a:cubicBezTo>
                    <a:cubicBezTo>
                      <a:pt x="467" y="177"/>
                      <a:pt x="467" y="177"/>
                      <a:pt x="467" y="177"/>
                    </a:cubicBezTo>
                    <a:cubicBezTo>
                      <a:pt x="384" y="47"/>
                      <a:pt x="384" y="47"/>
                      <a:pt x="384" y="47"/>
                    </a:cubicBezTo>
                    <a:cubicBezTo>
                      <a:pt x="301" y="177"/>
                      <a:pt x="301" y="177"/>
                      <a:pt x="301" y="177"/>
                    </a:cubicBezTo>
                    <a:cubicBezTo>
                      <a:pt x="320" y="177"/>
                      <a:pt x="320" y="177"/>
                      <a:pt x="320" y="177"/>
                    </a:cubicBezTo>
                    <a:cubicBezTo>
                      <a:pt x="329" y="177"/>
                      <a:pt x="336" y="184"/>
                      <a:pt x="336" y="193"/>
                    </a:cubicBezTo>
                    <a:cubicBezTo>
                      <a:pt x="336" y="401"/>
                      <a:pt x="336" y="401"/>
                      <a:pt x="336" y="401"/>
                    </a:cubicBezTo>
                    <a:cubicBezTo>
                      <a:pt x="336" y="410"/>
                      <a:pt x="329" y="417"/>
                      <a:pt x="320" y="417"/>
                    </a:cubicBezTo>
                    <a:cubicBezTo>
                      <a:pt x="0" y="417"/>
                      <a:pt x="0" y="417"/>
                      <a:pt x="0" y="417"/>
                    </a:cubicBezTo>
                    <a:cubicBezTo>
                      <a:pt x="0" y="385"/>
                      <a:pt x="0" y="385"/>
                      <a:pt x="0" y="385"/>
                    </a:cubicBezTo>
                    <a:cubicBezTo>
                      <a:pt x="304" y="385"/>
                      <a:pt x="304" y="385"/>
                      <a:pt x="304" y="385"/>
                    </a:cubicBezTo>
                    <a:cubicBezTo>
                      <a:pt x="304" y="209"/>
                      <a:pt x="304" y="209"/>
                      <a:pt x="304" y="209"/>
                    </a:cubicBezTo>
                    <a:cubicBezTo>
                      <a:pt x="272" y="209"/>
                      <a:pt x="272" y="209"/>
                      <a:pt x="272" y="209"/>
                    </a:cubicBezTo>
                    <a:cubicBezTo>
                      <a:pt x="266" y="209"/>
                      <a:pt x="261" y="206"/>
                      <a:pt x="258" y="201"/>
                    </a:cubicBezTo>
                    <a:cubicBezTo>
                      <a:pt x="255" y="196"/>
                      <a:pt x="255" y="190"/>
                      <a:pt x="258" y="185"/>
                    </a:cubicBezTo>
                    <a:cubicBezTo>
                      <a:pt x="370" y="9"/>
                      <a:pt x="370" y="9"/>
                      <a:pt x="370" y="9"/>
                    </a:cubicBezTo>
                    <a:cubicBezTo>
                      <a:pt x="376" y="0"/>
                      <a:pt x="392" y="0"/>
                      <a:pt x="397" y="9"/>
                    </a:cubicBezTo>
                    <a:cubicBezTo>
                      <a:pt x="509" y="185"/>
                      <a:pt x="509" y="185"/>
                      <a:pt x="509" y="185"/>
                    </a:cubicBezTo>
                    <a:cubicBezTo>
                      <a:pt x="513" y="190"/>
                      <a:pt x="513" y="196"/>
                      <a:pt x="510" y="201"/>
                    </a:cubicBezTo>
                    <a:cubicBezTo>
                      <a:pt x="507" y="206"/>
                      <a:pt x="502" y="209"/>
                      <a:pt x="496" y="209"/>
                    </a:cubicBezTo>
                    <a:cubicBezTo>
                      <a:pt x="464" y="209"/>
                      <a:pt x="464" y="209"/>
                      <a:pt x="464" y="209"/>
                    </a:cubicBezTo>
                    <a:lnTo>
                      <a:pt x="464" y="417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84" name="easyIcon">
            <a:extLst>
              <a:ext uri="{FF2B5EF4-FFF2-40B4-BE49-F238E27FC236}">
                <a16:creationId xmlns:a16="http://schemas.microsoft.com/office/drawing/2014/main" id="{2D526255-4751-7F23-60FE-3769DD2C0E1C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069093" y="3016092"/>
            <a:ext cx="739865" cy="739865"/>
            <a:chOff x="3991278" y="4601617"/>
            <a:chExt cx="714050" cy="714050"/>
          </a:xfrm>
        </p:grpSpPr>
        <p:sp>
          <p:nvSpPr>
            <p:cNvPr id="85" name="Background">
              <a:extLst>
                <a:ext uri="{FF2B5EF4-FFF2-40B4-BE49-F238E27FC236}">
                  <a16:creationId xmlns:a16="http://schemas.microsoft.com/office/drawing/2014/main" id="{00FA11B8-D003-5662-14D1-94A5EF8D73A9}"/>
                </a:ext>
              </a:extLst>
            </p:cNvPr>
            <p:cNvSpPr/>
            <p:nvPr/>
          </p:nvSpPr>
          <p:spPr>
            <a:xfrm>
              <a:off x="3991278" y="4601617"/>
              <a:ext cx="714050" cy="71405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7B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0067B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987" tIns="73987" rIns="73987" bIns="73987" rtlCol="0" anchor="ctr"/>
            <a:lstStyle/>
            <a:p>
              <a:pPr algn="ctr" defTabSz="1036198"/>
              <a:endParaRPr lang="en-US" sz="1600" dirty="0" err="1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86" name="Group 6145">
              <a:extLst>
                <a:ext uri="{FF2B5EF4-FFF2-40B4-BE49-F238E27FC236}">
                  <a16:creationId xmlns:a16="http://schemas.microsoft.com/office/drawing/2014/main" id="{721E29A2-5B40-F719-8D8D-5BA56B99E451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4060304" y="4670643"/>
              <a:ext cx="576001" cy="576001"/>
              <a:chOff x="10223501" y="2366963"/>
              <a:chExt cx="701675" cy="701675"/>
            </a:xfrm>
            <a:solidFill>
              <a:schemeClr val="accent2"/>
            </a:solidFill>
          </p:grpSpPr>
          <p:sp>
            <p:nvSpPr>
              <p:cNvPr id="87" name="CLR 0">
                <a:extLst>
                  <a:ext uri="{FF2B5EF4-FFF2-40B4-BE49-F238E27FC236}">
                    <a16:creationId xmlns:a16="http://schemas.microsoft.com/office/drawing/2014/main" id="{DE7BD3CC-6841-BF56-8B35-4C50866E046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737851" y="3001963"/>
                <a:ext cx="174625" cy="22225"/>
              </a:xfrm>
              <a:prstGeom prst="rect">
                <a:avLst/>
              </a:pr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8" name="CLR 0">
                <a:extLst>
                  <a:ext uri="{FF2B5EF4-FFF2-40B4-BE49-F238E27FC236}">
                    <a16:creationId xmlns:a16="http://schemas.microsoft.com/office/drawing/2014/main" id="{2756FC21-056A-6EAF-59B9-CA3CB66E332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856913" y="2957513"/>
                <a:ext cx="68263" cy="111125"/>
              </a:xfrm>
              <a:custGeom>
                <a:avLst/>
                <a:gdLst>
                  <a:gd name="T0" fmla="*/ 18 w 100"/>
                  <a:gd name="T1" fmla="*/ 161 h 161"/>
                  <a:gd name="T2" fmla="*/ 7 w 100"/>
                  <a:gd name="T3" fmla="*/ 157 h 161"/>
                  <a:gd name="T4" fmla="*/ 7 w 100"/>
                  <a:gd name="T5" fmla="*/ 134 h 161"/>
                  <a:gd name="T6" fmla="*/ 59 w 100"/>
                  <a:gd name="T7" fmla="*/ 81 h 161"/>
                  <a:gd name="T8" fmla="*/ 7 w 100"/>
                  <a:gd name="T9" fmla="*/ 29 h 161"/>
                  <a:gd name="T10" fmla="*/ 7 w 100"/>
                  <a:gd name="T11" fmla="*/ 6 h 161"/>
                  <a:gd name="T12" fmla="*/ 29 w 100"/>
                  <a:gd name="T13" fmla="*/ 6 h 161"/>
                  <a:gd name="T14" fmla="*/ 93 w 100"/>
                  <a:gd name="T15" fmla="*/ 70 h 161"/>
                  <a:gd name="T16" fmla="*/ 93 w 100"/>
                  <a:gd name="T17" fmla="*/ 93 h 161"/>
                  <a:gd name="T18" fmla="*/ 29 w 100"/>
                  <a:gd name="T19" fmla="*/ 157 h 161"/>
                  <a:gd name="T20" fmla="*/ 18 w 100"/>
                  <a:gd name="T21" fmla="*/ 16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161">
                    <a:moveTo>
                      <a:pt x="18" y="161"/>
                    </a:moveTo>
                    <a:cubicBezTo>
                      <a:pt x="14" y="161"/>
                      <a:pt x="10" y="160"/>
                      <a:pt x="7" y="157"/>
                    </a:cubicBezTo>
                    <a:cubicBezTo>
                      <a:pt x="0" y="150"/>
                      <a:pt x="0" y="140"/>
                      <a:pt x="7" y="134"/>
                    </a:cubicBezTo>
                    <a:cubicBezTo>
                      <a:pt x="59" y="81"/>
                      <a:pt x="59" y="81"/>
                      <a:pt x="59" y="81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0" y="22"/>
                      <a:pt x="0" y="12"/>
                      <a:pt x="7" y="6"/>
                    </a:cubicBezTo>
                    <a:cubicBezTo>
                      <a:pt x="13" y="0"/>
                      <a:pt x="23" y="0"/>
                      <a:pt x="29" y="6"/>
                    </a:cubicBezTo>
                    <a:cubicBezTo>
                      <a:pt x="93" y="70"/>
                      <a:pt x="93" y="70"/>
                      <a:pt x="93" y="70"/>
                    </a:cubicBezTo>
                    <a:cubicBezTo>
                      <a:pt x="100" y="76"/>
                      <a:pt x="100" y="86"/>
                      <a:pt x="93" y="93"/>
                    </a:cubicBezTo>
                    <a:cubicBezTo>
                      <a:pt x="29" y="157"/>
                      <a:pt x="29" y="157"/>
                      <a:pt x="29" y="157"/>
                    </a:cubicBezTo>
                    <a:cubicBezTo>
                      <a:pt x="26" y="160"/>
                      <a:pt x="22" y="161"/>
                      <a:pt x="18" y="161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9" name="CLR 0">
                <a:extLst>
                  <a:ext uri="{FF2B5EF4-FFF2-40B4-BE49-F238E27FC236}">
                    <a16:creationId xmlns:a16="http://schemas.microsoft.com/office/drawing/2014/main" id="{72D62AE4-DEA4-FBE8-A46F-7F70CB975F9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561638" y="2366963"/>
                <a:ext cx="68263" cy="111125"/>
              </a:xfrm>
              <a:custGeom>
                <a:avLst/>
                <a:gdLst>
                  <a:gd name="T0" fmla="*/ 82 w 100"/>
                  <a:gd name="T1" fmla="*/ 161 h 161"/>
                  <a:gd name="T2" fmla="*/ 71 w 100"/>
                  <a:gd name="T3" fmla="*/ 157 h 161"/>
                  <a:gd name="T4" fmla="*/ 7 w 100"/>
                  <a:gd name="T5" fmla="*/ 93 h 161"/>
                  <a:gd name="T6" fmla="*/ 7 w 100"/>
                  <a:gd name="T7" fmla="*/ 70 h 161"/>
                  <a:gd name="T8" fmla="*/ 71 w 100"/>
                  <a:gd name="T9" fmla="*/ 6 h 161"/>
                  <a:gd name="T10" fmla="*/ 93 w 100"/>
                  <a:gd name="T11" fmla="*/ 6 h 161"/>
                  <a:gd name="T12" fmla="*/ 93 w 100"/>
                  <a:gd name="T13" fmla="*/ 29 h 161"/>
                  <a:gd name="T14" fmla="*/ 41 w 100"/>
                  <a:gd name="T15" fmla="*/ 81 h 161"/>
                  <a:gd name="T16" fmla="*/ 93 w 100"/>
                  <a:gd name="T17" fmla="*/ 134 h 161"/>
                  <a:gd name="T18" fmla="*/ 93 w 100"/>
                  <a:gd name="T19" fmla="*/ 157 h 161"/>
                  <a:gd name="T20" fmla="*/ 82 w 100"/>
                  <a:gd name="T21" fmla="*/ 16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161">
                    <a:moveTo>
                      <a:pt x="82" y="161"/>
                    </a:moveTo>
                    <a:cubicBezTo>
                      <a:pt x="78" y="161"/>
                      <a:pt x="74" y="160"/>
                      <a:pt x="71" y="157"/>
                    </a:cubicBezTo>
                    <a:cubicBezTo>
                      <a:pt x="7" y="93"/>
                      <a:pt x="7" y="93"/>
                      <a:pt x="7" y="93"/>
                    </a:cubicBezTo>
                    <a:cubicBezTo>
                      <a:pt x="0" y="86"/>
                      <a:pt x="0" y="76"/>
                      <a:pt x="7" y="70"/>
                    </a:cubicBezTo>
                    <a:cubicBezTo>
                      <a:pt x="71" y="6"/>
                      <a:pt x="71" y="6"/>
                      <a:pt x="71" y="6"/>
                    </a:cubicBezTo>
                    <a:cubicBezTo>
                      <a:pt x="77" y="0"/>
                      <a:pt x="87" y="0"/>
                      <a:pt x="93" y="6"/>
                    </a:cubicBezTo>
                    <a:cubicBezTo>
                      <a:pt x="100" y="12"/>
                      <a:pt x="100" y="22"/>
                      <a:pt x="93" y="29"/>
                    </a:cubicBezTo>
                    <a:cubicBezTo>
                      <a:pt x="41" y="81"/>
                      <a:pt x="41" y="81"/>
                      <a:pt x="41" y="81"/>
                    </a:cubicBezTo>
                    <a:cubicBezTo>
                      <a:pt x="93" y="134"/>
                      <a:pt x="93" y="134"/>
                      <a:pt x="93" y="134"/>
                    </a:cubicBezTo>
                    <a:cubicBezTo>
                      <a:pt x="100" y="140"/>
                      <a:pt x="100" y="150"/>
                      <a:pt x="93" y="157"/>
                    </a:cubicBezTo>
                    <a:cubicBezTo>
                      <a:pt x="90" y="160"/>
                      <a:pt x="86" y="161"/>
                      <a:pt x="82" y="161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CLR 0">
                <a:extLst>
                  <a:ext uri="{FF2B5EF4-FFF2-40B4-BE49-F238E27FC236}">
                    <a16:creationId xmlns:a16="http://schemas.microsoft.com/office/drawing/2014/main" id="{C623CE40-2CDA-10FF-3ACC-A1046D0E89C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223501" y="2411413"/>
                <a:ext cx="655638" cy="612775"/>
              </a:xfrm>
              <a:custGeom>
                <a:avLst/>
                <a:gdLst>
                  <a:gd name="T0" fmla="*/ 512 w 960"/>
                  <a:gd name="T1" fmla="*/ 896 h 896"/>
                  <a:gd name="T2" fmla="*/ 0 w 960"/>
                  <a:gd name="T3" fmla="*/ 896 h 896"/>
                  <a:gd name="T4" fmla="*/ 0 w 960"/>
                  <a:gd name="T5" fmla="*/ 864 h 896"/>
                  <a:gd name="T6" fmla="*/ 512 w 960"/>
                  <a:gd name="T7" fmla="*/ 864 h 896"/>
                  <a:gd name="T8" fmla="*/ 928 w 960"/>
                  <a:gd name="T9" fmla="*/ 448 h 896"/>
                  <a:gd name="T10" fmla="*/ 512 w 960"/>
                  <a:gd name="T11" fmla="*/ 32 h 896"/>
                  <a:gd name="T12" fmla="*/ 512 w 960"/>
                  <a:gd name="T13" fmla="*/ 0 h 896"/>
                  <a:gd name="T14" fmla="*/ 960 w 960"/>
                  <a:gd name="T15" fmla="*/ 448 h 896"/>
                  <a:gd name="T16" fmla="*/ 512 w 960"/>
                  <a:gd name="T17" fmla="*/ 896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0" h="896">
                    <a:moveTo>
                      <a:pt x="512" y="896"/>
                    </a:moveTo>
                    <a:cubicBezTo>
                      <a:pt x="0" y="896"/>
                      <a:pt x="0" y="896"/>
                      <a:pt x="0" y="896"/>
                    </a:cubicBezTo>
                    <a:cubicBezTo>
                      <a:pt x="0" y="864"/>
                      <a:pt x="0" y="864"/>
                      <a:pt x="0" y="864"/>
                    </a:cubicBezTo>
                    <a:cubicBezTo>
                      <a:pt x="512" y="864"/>
                      <a:pt x="512" y="864"/>
                      <a:pt x="512" y="864"/>
                    </a:cubicBezTo>
                    <a:cubicBezTo>
                      <a:pt x="741" y="864"/>
                      <a:pt x="928" y="678"/>
                      <a:pt x="928" y="448"/>
                    </a:cubicBezTo>
                    <a:cubicBezTo>
                      <a:pt x="928" y="219"/>
                      <a:pt x="741" y="32"/>
                      <a:pt x="512" y="32"/>
                    </a:cubicBezTo>
                    <a:cubicBezTo>
                      <a:pt x="512" y="0"/>
                      <a:pt x="512" y="0"/>
                      <a:pt x="512" y="0"/>
                    </a:cubicBezTo>
                    <a:cubicBezTo>
                      <a:pt x="759" y="0"/>
                      <a:pt x="960" y="201"/>
                      <a:pt x="960" y="448"/>
                    </a:cubicBezTo>
                    <a:cubicBezTo>
                      <a:pt x="960" y="695"/>
                      <a:pt x="759" y="896"/>
                      <a:pt x="512" y="896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1" name="CLR 0">
                <a:extLst>
                  <a:ext uri="{FF2B5EF4-FFF2-40B4-BE49-F238E27FC236}">
                    <a16:creationId xmlns:a16="http://schemas.microsoft.com/office/drawing/2014/main" id="{735DFA09-3391-409F-1B89-47DCEE9FC90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267951" y="2417763"/>
                <a:ext cx="254000" cy="563563"/>
              </a:xfrm>
              <a:custGeom>
                <a:avLst/>
                <a:gdLst>
                  <a:gd name="T0" fmla="*/ 216 w 372"/>
                  <a:gd name="T1" fmla="*/ 824 h 824"/>
                  <a:gd name="T2" fmla="*/ 0 w 372"/>
                  <a:gd name="T3" fmla="*/ 440 h 824"/>
                  <a:gd name="T4" fmla="*/ 366 w 372"/>
                  <a:gd name="T5" fmla="*/ 0 h 824"/>
                  <a:gd name="T6" fmla="*/ 372 w 372"/>
                  <a:gd name="T7" fmla="*/ 31 h 824"/>
                  <a:gd name="T8" fmla="*/ 32 w 372"/>
                  <a:gd name="T9" fmla="*/ 440 h 824"/>
                  <a:gd name="T10" fmla="*/ 232 w 372"/>
                  <a:gd name="T11" fmla="*/ 796 h 824"/>
                  <a:gd name="T12" fmla="*/ 216 w 372"/>
                  <a:gd name="T13" fmla="*/ 824 h 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2" h="824">
                    <a:moveTo>
                      <a:pt x="216" y="824"/>
                    </a:moveTo>
                    <a:cubicBezTo>
                      <a:pt x="81" y="741"/>
                      <a:pt x="0" y="598"/>
                      <a:pt x="0" y="440"/>
                    </a:cubicBezTo>
                    <a:cubicBezTo>
                      <a:pt x="0" y="224"/>
                      <a:pt x="154" y="39"/>
                      <a:pt x="366" y="0"/>
                    </a:cubicBezTo>
                    <a:cubicBezTo>
                      <a:pt x="372" y="31"/>
                      <a:pt x="372" y="31"/>
                      <a:pt x="372" y="31"/>
                    </a:cubicBezTo>
                    <a:cubicBezTo>
                      <a:pt x="175" y="68"/>
                      <a:pt x="32" y="240"/>
                      <a:pt x="32" y="440"/>
                    </a:cubicBezTo>
                    <a:cubicBezTo>
                      <a:pt x="32" y="587"/>
                      <a:pt x="107" y="720"/>
                      <a:pt x="232" y="796"/>
                    </a:cubicBezTo>
                    <a:lnTo>
                      <a:pt x="216" y="824"/>
                    </a:ln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2" name="CLR 0">
                <a:extLst>
                  <a:ext uri="{FF2B5EF4-FFF2-40B4-BE49-F238E27FC236}">
                    <a16:creationId xmlns:a16="http://schemas.microsoft.com/office/drawing/2014/main" id="{9014B4F0-5A4E-C169-5997-BEBF351E7D4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377488" y="2533650"/>
                <a:ext cx="392113" cy="381000"/>
              </a:xfrm>
              <a:custGeom>
                <a:avLst/>
                <a:gdLst>
                  <a:gd name="T0" fmla="*/ 288 w 576"/>
                  <a:gd name="T1" fmla="*/ 557 h 557"/>
                  <a:gd name="T2" fmla="*/ 0 w 576"/>
                  <a:gd name="T3" fmla="*/ 269 h 557"/>
                  <a:gd name="T4" fmla="*/ 186 w 576"/>
                  <a:gd name="T5" fmla="*/ 0 h 557"/>
                  <a:gd name="T6" fmla="*/ 198 w 576"/>
                  <a:gd name="T7" fmla="*/ 30 h 557"/>
                  <a:gd name="T8" fmla="*/ 32 w 576"/>
                  <a:gd name="T9" fmla="*/ 269 h 557"/>
                  <a:gd name="T10" fmla="*/ 288 w 576"/>
                  <a:gd name="T11" fmla="*/ 525 h 557"/>
                  <a:gd name="T12" fmla="*/ 544 w 576"/>
                  <a:gd name="T13" fmla="*/ 269 h 557"/>
                  <a:gd name="T14" fmla="*/ 378 w 576"/>
                  <a:gd name="T15" fmla="*/ 30 h 557"/>
                  <a:gd name="T16" fmla="*/ 390 w 576"/>
                  <a:gd name="T17" fmla="*/ 0 h 557"/>
                  <a:gd name="T18" fmla="*/ 576 w 576"/>
                  <a:gd name="T19" fmla="*/ 269 h 557"/>
                  <a:gd name="T20" fmla="*/ 288 w 576"/>
                  <a:gd name="T21" fmla="*/ 557 h 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76" h="557">
                    <a:moveTo>
                      <a:pt x="288" y="557"/>
                    </a:moveTo>
                    <a:cubicBezTo>
                      <a:pt x="129" y="557"/>
                      <a:pt x="0" y="428"/>
                      <a:pt x="0" y="269"/>
                    </a:cubicBezTo>
                    <a:cubicBezTo>
                      <a:pt x="0" y="150"/>
                      <a:pt x="75" y="42"/>
                      <a:pt x="186" y="0"/>
                    </a:cubicBezTo>
                    <a:cubicBezTo>
                      <a:pt x="198" y="30"/>
                      <a:pt x="198" y="30"/>
                      <a:pt x="198" y="30"/>
                    </a:cubicBezTo>
                    <a:cubicBezTo>
                      <a:pt x="99" y="67"/>
                      <a:pt x="32" y="163"/>
                      <a:pt x="32" y="269"/>
                    </a:cubicBezTo>
                    <a:cubicBezTo>
                      <a:pt x="32" y="411"/>
                      <a:pt x="147" y="525"/>
                      <a:pt x="288" y="525"/>
                    </a:cubicBezTo>
                    <a:cubicBezTo>
                      <a:pt x="429" y="525"/>
                      <a:pt x="544" y="411"/>
                      <a:pt x="544" y="269"/>
                    </a:cubicBezTo>
                    <a:cubicBezTo>
                      <a:pt x="544" y="163"/>
                      <a:pt x="477" y="67"/>
                      <a:pt x="378" y="30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501" y="42"/>
                      <a:pt x="576" y="150"/>
                      <a:pt x="576" y="269"/>
                    </a:cubicBezTo>
                    <a:cubicBezTo>
                      <a:pt x="576" y="428"/>
                      <a:pt x="447" y="557"/>
                      <a:pt x="288" y="557"/>
                    </a:cubicBezTo>
                    <a:close/>
                  </a:path>
                </a:pathLst>
              </a:custGeom>
              <a:solidFill>
                <a:srgbClr val="0037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7" name="CLR 1">
                <a:extLst>
                  <a:ext uri="{FF2B5EF4-FFF2-40B4-BE49-F238E27FC236}">
                    <a16:creationId xmlns:a16="http://schemas.microsoft.com/office/drawing/2014/main" id="{3B907F25-82A8-032C-D728-79F887EE7A8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541001" y="2520950"/>
                <a:ext cx="65088" cy="22225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CLR 1">
                <a:extLst>
                  <a:ext uri="{FF2B5EF4-FFF2-40B4-BE49-F238E27FC236}">
                    <a16:creationId xmlns:a16="http://schemas.microsoft.com/office/drawing/2014/main" id="{7C7147E6-87EC-62AC-CE80-879D398DCBE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563226" y="2532063"/>
                <a:ext cx="20638" cy="44450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9" name="CLR 1">
                <a:extLst>
                  <a:ext uri="{FF2B5EF4-FFF2-40B4-BE49-F238E27FC236}">
                    <a16:creationId xmlns:a16="http://schemas.microsoft.com/office/drawing/2014/main" id="{D204AC17-FF0E-2248-D057-BBA6A22F9DC1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10420351" y="2565400"/>
                <a:ext cx="306388" cy="306388"/>
              </a:xfrm>
              <a:custGeom>
                <a:avLst/>
                <a:gdLst>
                  <a:gd name="T0" fmla="*/ 224 w 448"/>
                  <a:gd name="T1" fmla="*/ 448 h 448"/>
                  <a:gd name="T2" fmla="*/ 0 w 448"/>
                  <a:gd name="T3" fmla="*/ 224 h 448"/>
                  <a:gd name="T4" fmla="*/ 224 w 448"/>
                  <a:gd name="T5" fmla="*/ 0 h 448"/>
                  <a:gd name="T6" fmla="*/ 448 w 448"/>
                  <a:gd name="T7" fmla="*/ 224 h 448"/>
                  <a:gd name="T8" fmla="*/ 224 w 448"/>
                  <a:gd name="T9" fmla="*/ 448 h 448"/>
                  <a:gd name="T10" fmla="*/ 224 w 448"/>
                  <a:gd name="T11" fmla="*/ 32 h 448"/>
                  <a:gd name="T12" fmla="*/ 32 w 448"/>
                  <a:gd name="T13" fmla="*/ 224 h 448"/>
                  <a:gd name="T14" fmla="*/ 224 w 448"/>
                  <a:gd name="T15" fmla="*/ 416 h 448"/>
                  <a:gd name="T16" fmla="*/ 416 w 448"/>
                  <a:gd name="T17" fmla="*/ 224 h 448"/>
                  <a:gd name="T18" fmla="*/ 224 w 448"/>
                  <a:gd name="T19" fmla="*/ 32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8" h="448">
                    <a:moveTo>
                      <a:pt x="224" y="448"/>
                    </a:moveTo>
                    <a:cubicBezTo>
                      <a:pt x="100" y="448"/>
                      <a:pt x="0" y="348"/>
                      <a:pt x="0" y="224"/>
                    </a:cubicBezTo>
                    <a:cubicBezTo>
                      <a:pt x="0" y="101"/>
                      <a:pt x="100" y="0"/>
                      <a:pt x="224" y="0"/>
                    </a:cubicBezTo>
                    <a:cubicBezTo>
                      <a:pt x="347" y="0"/>
                      <a:pt x="448" y="101"/>
                      <a:pt x="448" y="224"/>
                    </a:cubicBezTo>
                    <a:cubicBezTo>
                      <a:pt x="448" y="348"/>
                      <a:pt x="347" y="448"/>
                      <a:pt x="224" y="448"/>
                    </a:cubicBezTo>
                    <a:close/>
                    <a:moveTo>
                      <a:pt x="224" y="32"/>
                    </a:moveTo>
                    <a:cubicBezTo>
                      <a:pt x="118" y="32"/>
                      <a:pt x="32" y="118"/>
                      <a:pt x="32" y="224"/>
                    </a:cubicBezTo>
                    <a:cubicBezTo>
                      <a:pt x="32" y="330"/>
                      <a:pt x="118" y="416"/>
                      <a:pt x="224" y="416"/>
                    </a:cubicBezTo>
                    <a:cubicBezTo>
                      <a:pt x="330" y="416"/>
                      <a:pt x="416" y="330"/>
                      <a:pt x="416" y="224"/>
                    </a:cubicBezTo>
                    <a:cubicBezTo>
                      <a:pt x="416" y="118"/>
                      <a:pt x="330" y="32"/>
                      <a:pt x="224" y="32"/>
                    </a:cubicBezTo>
                    <a:close/>
                  </a:path>
                </a:pathLst>
              </a:cu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CLR 1">
                <a:extLst>
                  <a:ext uri="{FF2B5EF4-FFF2-40B4-BE49-F238E27FC236}">
                    <a16:creationId xmlns:a16="http://schemas.microsoft.com/office/drawing/2014/main" id="{53B5BB57-81DA-E3E3-E60A-9988DEBD117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0588626" y="2633663"/>
                <a:ext cx="68263" cy="71438"/>
              </a:xfrm>
              <a:custGeom>
                <a:avLst/>
                <a:gdLst>
                  <a:gd name="T0" fmla="*/ 9 w 43"/>
                  <a:gd name="T1" fmla="*/ 45 h 45"/>
                  <a:gd name="T2" fmla="*/ 0 w 43"/>
                  <a:gd name="T3" fmla="*/ 35 h 45"/>
                  <a:gd name="T4" fmla="*/ 34 w 43"/>
                  <a:gd name="T5" fmla="*/ 0 h 45"/>
                  <a:gd name="T6" fmla="*/ 43 w 43"/>
                  <a:gd name="T7" fmla="*/ 10 h 45"/>
                  <a:gd name="T8" fmla="*/ 9 w 43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5">
                    <a:moveTo>
                      <a:pt x="9" y="45"/>
                    </a:moveTo>
                    <a:lnTo>
                      <a:pt x="0" y="35"/>
                    </a:lnTo>
                    <a:lnTo>
                      <a:pt x="34" y="0"/>
                    </a:lnTo>
                    <a:lnTo>
                      <a:pt x="43" y="10"/>
                    </a:lnTo>
                    <a:lnTo>
                      <a:pt x="9" y="45"/>
                    </a:lnTo>
                    <a:close/>
                  </a:path>
                </a:pathLst>
              </a:cu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CLR 1">
                <a:extLst>
                  <a:ext uri="{FF2B5EF4-FFF2-40B4-BE49-F238E27FC236}">
                    <a16:creationId xmlns:a16="http://schemas.microsoft.com/office/drawing/2014/main" id="{BD0F9405-C552-C52B-DF3F-2A6823183CC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563226" y="2608263"/>
                <a:ext cx="20638" cy="22225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2" name="CLR 1">
                <a:extLst>
                  <a:ext uri="{FF2B5EF4-FFF2-40B4-BE49-F238E27FC236}">
                    <a16:creationId xmlns:a16="http://schemas.microsoft.com/office/drawing/2014/main" id="{863BA6EE-360A-9FF6-8F00-9F34DEEB949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464801" y="2706688"/>
                <a:ext cx="22225" cy="22225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CLR 1">
                <a:extLst>
                  <a:ext uri="{FF2B5EF4-FFF2-40B4-BE49-F238E27FC236}">
                    <a16:creationId xmlns:a16="http://schemas.microsoft.com/office/drawing/2014/main" id="{B8682E40-AC5A-C369-9681-46A354E0D7E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563226" y="2805113"/>
                <a:ext cx="20638" cy="22225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CLR 1">
                <a:extLst>
                  <a:ext uri="{FF2B5EF4-FFF2-40B4-BE49-F238E27FC236}">
                    <a16:creationId xmlns:a16="http://schemas.microsoft.com/office/drawing/2014/main" id="{0F9085DB-F164-3C75-CFC6-0243608F703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661651" y="2706688"/>
                <a:ext cx="20638" cy="22225"/>
              </a:xfrm>
              <a:prstGeom prst="rect">
                <a:avLst/>
              </a:pr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5" name="CLR 1">
                <a:extLst>
                  <a:ext uri="{FF2B5EF4-FFF2-40B4-BE49-F238E27FC236}">
                    <a16:creationId xmlns:a16="http://schemas.microsoft.com/office/drawing/2014/main" id="{C7AAA294-0D4A-199E-2FDA-0114A0B02CE5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10529888" y="2674938"/>
                <a:ext cx="87313" cy="87313"/>
              </a:xfrm>
              <a:custGeom>
                <a:avLst/>
                <a:gdLst>
                  <a:gd name="T0" fmla="*/ 64 w 128"/>
                  <a:gd name="T1" fmla="*/ 128 h 128"/>
                  <a:gd name="T2" fmla="*/ 0 w 128"/>
                  <a:gd name="T3" fmla="*/ 64 h 128"/>
                  <a:gd name="T4" fmla="*/ 64 w 128"/>
                  <a:gd name="T5" fmla="*/ 0 h 128"/>
                  <a:gd name="T6" fmla="*/ 128 w 128"/>
                  <a:gd name="T7" fmla="*/ 64 h 128"/>
                  <a:gd name="T8" fmla="*/ 64 w 128"/>
                  <a:gd name="T9" fmla="*/ 128 h 128"/>
                  <a:gd name="T10" fmla="*/ 64 w 128"/>
                  <a:gd name="T11" fmla="*/ 32 h 128"/>
                  <a:gd name="T12" fmla="*/ 32 w 128"/>
                  <a:gd name="T13" fmla="*/ 64 h 128"/>
                  <a:gd name="T14" fmla="*/ 64 w 128"/>
                  <a:gd name="T15" fmla="*/ 96 h 128"/>
                  <a:gd name="T16" fmla="*/ 96 w 128"/>
                  <a:gd name="T17" fmla="*/ 64 h 128"/>
                  <a:gd name="T18" fmla="*/ 64 w 128"/>
                  <a:gd name="T19" fmla="*/ 3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28">
                    <a:moveTo>
                      <a:pt x="64" y="128"/>
                    </a:moveTo>
                    <a:cubicBezTo>
                      <a:pt x="29" y="128"/>
                      <a:pt x="0" y="100"/>
                      <a:pt x="0" y="64"/>
                    </a:cubicBezTo>
                    <a:cubicBezTo>
                      <a:pt x="0" y="29"/>
                      <a:pt x="29" y="0"/>
                      <a:pt x="64" y="0"/>
                    </a:cubicBezTo>
                    <a:cubicBezTo>
                      <a:pt x="99" y="0"/>
                      <a:pt x="128" y="29"/>
                      <a:pt x="128" y="64"/>
                    </a:cubicBezTo>
                    <a:cubicBezTo>
                      <a:pt x="128" y="100"/>
                      <a:pt x="99" y="128"/>
                      <a:pt x="64" y="128"/>
                    </a:cubicBezTo>
                    <a:close/>
                    <a:moveTo>
                      <a:pt x="64" y="32"/>
                    </a:moveTo>
                    <a:cubicBezTo>
                      <a:pt x="46" y="32"/>
                      <a:pt x="32" y="47"/>
                      <a:pt x="32" y="64"/>
                    </a:cubicBezTo>
                    <a:cubicBezTo>
                      <a:pt x="32" y="82"/>
                      <a:pt x="46" y="96"/>
                      <a:pt x="64" y="96"/>
                    </a:cubicBezTo>
                    <a:cubicBezTo>
                      <a:pt x="82" y="96"/>
                      <a:pt x="96" y="82"/>
                      <a:pt x="96" y="64"/>
                    </a:cubicBezTo>
                    <a:cubicBezTo>
                      <a:pt x="96" y="47"/>
                      <a:pt x="82" y="32"/>
                      <a:pt x="64" y="32"/>
                    </a:cubicBezTo>
                    <a:close/>
                  </a:path>
                </a:pathLst>
              </a:custGeom>
              <a:solidFill>
                <a:srgbClr val="1BB6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3556" tIns="46777" rIns="93556" bIns="46777" numCol="1" anchor="t" anchorCtr="0" compatLnSpc="1">
                <a:prstTxWarp prst="textNoShape">
                  <a:avLst/>
                </a:prstTxWarp>
              </a:bodyPr>
              <a:lstStyle/>
              <a:p>
                <a:pPr defTabSz="457127">
                  <a:defRPr/>
                </a:pPr>
                <a:endParaRPr lang="en-US" sz="16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pic>
        <p:nvPicPr>
          <p:cNvPr id="106" name="Graphic 105">
            <a:extLst>
              <a:ext uri="{FF2B5EF4-FFF2-40B4-BE49-F238E27FC236}">
                <a16:creationId xmlns:a16="http://schemas.microsoft.com/office/drawing/2014/main" id="{2891F9D1-DC41-6B7A-4D24-E23C001650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1499" y="389496"/>
            <a:ext cx="1016001" cy="749391"/>
          </a:xfrm>
          <a:prstGeom prst="rect">
            <a:avLst/>
          </a:prstGeom>
          <a:effectLst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6928214-BA56-BC80-CBA6-521813CBCEA6}"/>
              </a:ext>
            </a:extLst>
          </p:cNvPr>
          <p:cNvSpPr txBox="1">
            <a:spLocks/>
          </p:cNvSpPr>
          <p:nvPr/>
        </p:nvSpPr>
        <p:spPr>
          <a:xfrm>
            <a:off x="11709994" y="6557230"/>
            <a:ext cx="381004" cy="1956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>
              <a:defRPr sz="1000"/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5FE9E7-1A92-45FD-9CBA-52B7C49E9D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48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EA1"/>
            </a:gs>
            <a:gs pos="67000">
              <a:srgbClr val="00B6AB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8713896-2732-7AB3-2871-DA9356BCC46B}"/>
              </a:ext>
            </a:extLst>
          </p:cNvPr>
          <p:cNvGrpSpPr/>
          <p:nvPr/>
        </p:nvGrpSpPr>
        <p:grpSpPr>
          <a:xfrm>
            <a:off x="6763110" y="2537957"/>
            <a:ext cx="6437884" cy="2690939"/>
            <a:chOff x="749833" y="577778"/>
            <a:chExt cx="11284950" cy="471694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A4701F40-188D-0A2A-27FC-58597C54C714}"/>
                </a:ext>
              </a:extLst>
            </p:cNvPr>
            <p:cNvGrpSpPr/>
            <p:nvPr/>
          </p:nvGrpSpPr>
          <p:grpSpPr>
            <a:xfrm>
              <a:off x="7714419" y="3616697"/>
              <a:ext cx="721660" cy="824755"/>
              <a:chOff x="6117606" y="1667662"/>
              <a:chExt cx="721660" cy="824755"/>
            </a:xfrm>
          </p:grpSpPr>
          <p:sp>
            <p:nvSpPr>
              <p:cNvPr id="249" name="Freeform 490">
                <a:extLst>
                  <a:ext uri="{FF2B5EF4-FFF2-40B4-BE49-F238E27FC236}">
                    <a16:creationId xmlns:a16="http://schemas.microsoft.com/office/drawing/2014/main" id="{2EDD446B-B57C-5B4F-6938-748303E10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4262" y="1766175"/>
                <a:ext cx="320737" cy="471943"/>
              </a:xfrm>
              <a:custGeom>
                <a:avLst/>
                <a:gdLst>
                  <a:gd name="T0" fmla="*/ 12 w 82"/>
                  <a:gd name="T1" fmla="*/ 35 h 120"/>
                  <a:gd name="T2" fmla="*/ 49 w 82"/>
                  <a:gd name="T3" fmla="*/ 102 h 120"/>
                  <a:gd name="T4" fmla="*/ 77 w 82"/>
                  <a:gd name="T5" fmla="*/ 94 h 120"/>
                  <a:gd name="T6" fmla="*/ 32 w 82"/>
                  <a:gd name="T7" fmla="*/ 14 h 120"/>
                  <a:gd name="T8" fmla="*/ 12 w 82"/>
                  <a:gd name="T9" fmla="*/ 3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20">
                    <a:moveTo>
                      <a:pt x="12" y="35"/>
                    </a:moveTo>
                    <a:cubicBezTo>
                      <a:pt x="30" y="55"/>
                      <a:pt x="42" y="77"/>
                      <a:pt x="49" y="102"/>
                    </a:cubicBezTo>
                    <a:cubicBezTo>
                      <a:pt x="54" y="120"/>
                      <a:pt x="82" y="112"/>
                      <a:pt x="77" y="94"/>
                    </a:cubicBezTo>
                    <a:cubicBezTo>
                      <a:pt x="68" y="64"/>
                      <a:pt x="53" y="37"/>
                      <a:pt x="32" y="14"/>
                    </a:cubicBezTo>
                    <a:cubicBezTo>
                      <a:pt x="20" y="0"/>
                      <a:pt x="0" y="21"/>
                      <a:pt x="12" y="3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0" name="Freeform 491">
                <a:extLst>
                  <a:ext uri="{FF2B5EF4-FFF2-40B4-BE49-F238E27FC236}">
                    <a16:creationId xmlns:a16="http://schemas.microsoft.com/office/drawing/2014/main" id="{2FEC7F14-2548-9859-35F7-1D284FFFB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3207" y="1816578"/>
                <a:ext cx="61857" cy="59566"/>
              </a:xfrm>
              <a:custGeom>
                <a:avLst/>
                <a:gdLst>
                  <a:gd name="T0" fmla="*/ 14 w 16"/>
                  <a:gd name="T1" fmla="*/ 1 h 15"/>
                  <a:gd name="T2" fmla="*/ 11 w 16"/>
                  <a:gd name="T3" fmla="*/ 11 h 15"/>
                  <a:gd name="T4" fmla="*/ 2 w 16"/>
                  <a:gd name="T5" fmla="*/ 13 h 15"/>
                  <a:gd name="T6" fmla="*/ 5 w 16"/>
                  <a:gd name="T7" fmla="*/ 4 h 15"/>
                  <a:gd name="T8" fmla="*/ 14 w 16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5">
                    <a:moveTo>
                      <a:pt x="14" y="1"/>
                    </a:moveTo>
                    <a:cubicBezTo>
                      <a:pt x="16" y="3"/>
                      <a:pt x="15" y="7"/>
                      <a:pt x="11" y="11"/>
                    </a:cubicBezTo>
                    <a:cubicBezTo>
                      <a:pt x="8" y="14"/>
                      <a:pt x="4" y="15"/>
                      <a:pt x="2" y="13"/>
                    </a:cubicBezTo>
                    <a:cubicBezTo>
                      <a:pt x="0" y="12"/>
                      <a:pt x="2" y="7"/>
                      <a:pt x="5" y="4"/>
                    </a:cubicBezTo>
                    <a:cubicBezTo>
                      <a:pt x="8" y="1"/>
                      <a:pt x="12" y="0"/>
                      <a:pt x="14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1" name="Freeform 492">
                <a:extLst>
                  <a:ext uri="{FF2B5EF4-FFF2-40B4-BE49-F238E27FC236}">
                    <a16:creationId xmlns:a16="http://schemas.microsoft.com/office/drawing/2014/main" id="{FC4A5F88-91A5-06C6-2A93-957475439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0048" y="1667662"/>
                <a:ext cx="286374" cy="616274"/>
              </a:xfrm>
              <a:custGeom>
                <a:avLst/>
                <a:gdLst>
                  <a:gd name="T0" fmla="*/ 71 w 73"/>
                  <a:gd name="T1" fmla="*/ 138 h 157"/>
                  <a:gd name="T2" fmla="*/ 33 w 73"/>
                  <a:gd name="T3" fmla="*/ 17 h 157"/>
                  <a:gd name="T4" fmla="*/ 8 w 73"/>
                  <a:gd name="T5" fmla="*/ 32 h 157"/>
                  <a:gd name="T6" fmla="*/ 41 w 73"/>
                  <a:gd name="T7" fmla="*/ 139 h 157"/>
                  <a:gd name="T8" fmla="*/ 71 w 73"/>
                  <a:gd name="T9" fmla="*/ 13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57">
                    <a:moveTo>
                      <a:pt x="71" y="138"/>
                    </a:moveTo>
                    <a:cubicBezTo>
                      <a:pt x="65" y="95"/>
                      <a:pt x="53" y="55"/>
                      <a:pt x="33" y="17"/>
                    </a:cubicBezTo>
                    <a:cubicBezTo>
                      <a:pt x="25" y="0"/>
                      <a:pt x="0" y="15"/>
                      <a:pt x="8" y="32"/>
                    </a:cubicBezTo>
                    <a:cubicBezTo>
                      <a:pt x="25" y="66"/>
                      <a:pt x="36" y="102"/>
                      <a:pt x="41" y="139"/>
                    </a:cubicBezTo>
                    <a:cubicBezTo>
                      <a:pt x="44" y="157"/>
                      <a:pt x="73" y="156"/>
                      <a:pt x="71" y="13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2" name="Freeform 493">
                <a:extLst>
                  <a:ext uri="{FF2B5EF4-FFF2-40B4-BE49-F238E27FC236}">
                    <a16:creationId xmlns:a16="http://schemas.microsoft.com/office/drawing/2014/main" id="{2905624C-B83A-A626-DF94-57BD6B696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8995" y="1715774"/>
                <a:ext cx="64147" cy="61856"/>
              </a:xfrm>
              <a:custGeom>
                <a:avLst/>
                <a:gdLst>
                  <a:gd name="T0" fmla="*/ 14 w 16"/>
                  <a:gd name="T1" fmla="*/ 2 h 16"/>
                  <a:gd name="T2" fmla="*/ 11 w 16"/>
                  <a:gd name="T3" fmla="*/ 11 h 16"/>
                  <a:gd name="T4" fmla="*/ 2 w 16"/>
                  <a:gd name="T5" fmla="*/ 14 h 16"/>
                  <a:gd name="T6" fmla="*/ 5 w 16"/>
                  <a:gd name="T7" fmla="*/ 5 h 16"/>
                  <a:gd name="T8" fmla="*/ 14 w 16"/>
                  <a:gd name="T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6">
                    <a:moveTo>
                      <a:pt x="14" y="2"/>
                    </a:moveTo>
                    <a:cubicBezTo>
                      <a:pt x="16" y="4"/>
                      <a:pt x="15" y="8"/>
                      <a:pt x="11" y="11"/>
                    </a:cubicBezTo>
                    <a:cubicBezTo>
                      <a:pt x="8" y="15"/>
                      <a:pt x="4" y="16"/>
                      <a:pt x="2" y="14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8" y="2"/>
                      <a:pt x="12" y="0"/>
                      <a:pt x="14" y="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3" name="Freeform 494">
                <a:extLst>
                  <a:ext uri="{FF2B5EF4-FFF2-40B4-BE49-F238E27FC236}">
                    <a16:creationId xmlns:a16="http://schemas.microsoft.com/office/drawing/2014/main" id="{15DA8C8C-34CA-3F0E-9186-3C34F2123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945" y="1672245"/>
                <a:ext cx="219935" cy="584200"/>
              </a:xfrm>
              <a:custGeom>
                <a:avLst/>
                <a:gdLst>
                  <a:gd name="T0" fmla="*/ 51 w 56"/>
                  <a:gd name="T1" fmla="*/ 123 h 149"/>
                  <a:gd name="T2" fmla="*/ 31 w 56"/>
                  <a:gd name="T3" fmla="*/ 19 h 149"/>
                  <a:gd name="T4" fmla="*/ 2 w 56"/>
                  <a:gd name="T5" fmla="*/ 19 h 149"/>
                  <a:gd name="T6" fmla="*/ 23 w 56"/>
                  <a:gd name="T7" fmla="*/ 131 h 149"/>
                  <a:gd name="T8" fmla="*/ 51 w 56"/>
                  <a:gd name="T9" fmla="*/ 123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149">
                    <a:moveTo>
                      <a:pt x="51" y="123"/>
                    </a:moveTo>
                    <a:cubicBezTo>
                      <a:pt x="41" y="89"/>
                      <a:pt x="34" y="54"/>
                      <a:pt x="31" y="19"/>
                    </a:cubicBezTo>
                    <a:cubicBezTo>
                      <a:pt x="29" y="0"/>
                      <a:pt x="0" y="1"/>
                      <a:pt x="2" y="19"/>
                    </a:cubicBezTo>
                    <a:cubicBezTo>
                      <a:pt x="5" y="57"/>
                      <a:pt x="12" y="95"/>
                      <a:pt x="23" y="131"/>
                    </a:cubicBezTo>
                    <a:cubicBezTo>
                      <a:pt x="28" y="149"/>
                      <a:pt x="56" y="141"/>
                      <a:pt x="51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4" name="Freeform 495">
                <a:extLst>
                  <a:ext uri="{FF2B5EF4-FFF2-40B4-BE49-F238E27FC236}">
                    <a16:creationId xmlns:a16="http://schemas.microsoft.com/office/drawing/2014/main" id="{ECB566AF-0678-1E76-0C64-1FC586F68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6855" y="1706611"/>
                <a:ext cx="68730" cy="36656"/>
              </a:xfrm>
              <a:custGeom>
                <a:avLst/>
                <a:gdLst>
                  <a:gd name="T0" fmla="*/ 17 w 17"/>
                  <a:gd name="T1" fmla="*/ 4 h 9"/>
                  <a:gd name="T2" fmla="*/ 9 w 17"/>
                  <a:gd name="T3" fmla="*/ 9 h 9"/>
                  <a:gd name="T4" fmla="*/ 0 w 17"/>
                  <a:gd name="T5" fmla="*/ 5 h 9"/>
                  <a:gd name="T6" fmla="*/ 8 w 17"/>
                  <a:gd name="T7" fmla="*/ 0 h 9"/>
                  <a:gd name="T8" fmla="*/ 17 w 17"/>
                  <a:gd name="T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17" y="4"/>
                    </a:moveTo>
                    <a:cubicBezTo>
                      <a:pt x="17" y="7"/>
                      <a:pt x="14" y="9"/>
                      <a:pt x="9" y="9"/>
                    </a:cubicBezTo>
                    <a:cubicBezTo>
                      <a:pt x="4" y="9"/>
                      <a:pt x="0" y="8"/>
                      <a:pt x="0" y="5"/>
                    </a:cubicBezTo>
                    <a:cubicBezTo>
                      <a:pt x="0" y="3"/>
                      <a:pt x="4" y="1"/>
                      <a:pt x="8" y="0"/>
                    </a:cubicBezTo>
                    <a:cubicBezTo>
                      <a:pt x="13" y="0"/>
                      <a:pt x="17" y="2"/>
                      <a:pt x="17" y="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5" name="Freeform 496">
                <a:extLst>
                  <a:ext uri="{FF2B5EF4-FFF2-40B4-BE49-F238E27FC236}">
                    <a16:creationId xmlns:a16="http://schemas.microsoft.com/office/drawing/2014/main" id="{9E06AD2E-E16D-1BAA-3508-6DCB473B7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6737" y="1954037"/>
                <a:ext cx="355103" cy="522344"/>
              </a:xfrm>
              <a:custGeom>
                <a:avLst/>
                <a:gdLst>
                  <a:gd name="T0" fmla="*/ 82 w 91"/>
                  <a:gd name="T1" fmla="*/ 100 h 133"/>
                  <a:gd name="T2" fmla="*/ 34 w 91"/>
                  <a:gd name="T3" fmla="*/ 16 h 133"/>
                  <a:gd name="T4" fmla="*/ 10 w 91"/>
                  <a:gd name="T5" fmla="*/ 32 h 133"/>
                  <a:gd name="T6" fmla="*/ 58 w 91"/>
                  <a:gd name="T7" fmla="*/ 116 h 133"/>
                  <a:gd name="T8" fmla="*/ 82 w 91"/>
                  <a:gd name="T9" fmla="*/ 10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133">
                    <a:moveTo>
                      <a:pt x="82" y="100"/>
                    </a:moveTo>
                    <a:cubicBezTo>
                      <a:pt x="68" y="71"/>
                      <a:pt x="52" y="43"/>
                      <a:pt x="34" y="16"/>
                    </a:cubicBezTo>
                    <a:cubicBezTo>
                      <a:pt x="24" y="0"/>
                      <a:pt x="0" y="16"/>
                      <a:pt x="10" y="32"/>
                    </a:cubicBezTo>
                    <a:cubicBezTo>
                      <a:pt x="27" y="60"/>
                      <a:pt x="43" y="88"/>
                      <a:pt x="58" y="116"/>
                    </a:cubicBezTo>
                    <a:cubicBezTo>
                      <a:pt x="67" y="133"/>
                      <a:pt x="91" y="117"/>
                      <a:pt x="82" y="10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6" name="Freeform 497">
                <a:extLst>
                  <a:ext uri="{FF2B5EF4-FFF2-40B4-BE49-F238E27FC236}">
                    <a16:creationId xmlns:a16="http://schemas.microsoft.com/office/drawing/2014/main" id="{0A14CFAC-ADE8-AB5B-B30C-8865D109F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7975" y="2006729"/>
                <a:ext cx="68730" cy="50402"/>
              </a:xfrm>
              <a:custGeom>
                <a:avLst/>
                <a:gdLst>
                  <a:gd name="T0" fmla="*/ 16 w 17"/>
                  <a:gd name="T1" fmla="*/ 2 h 13"/>
                  <a:gd name="T2" fmla="*/ 11 w 17"/>
                  <a:gd name="T3" fmla="*/ 10 h 13"/>
                  <a:gd name="T4" fmla="*/ 1 w 17"/>
                  <a:gd name="T5" fmla="*/ 11 h 13"/>
                  <a:gd name="T6" fmla="*/ 6 w 17"/>
                  <a:gd name="T7" fmla="*/ 2 h 13"/>
                  <a:gd name="T8" fmla="*/ 16 w 17"/>
                  <a:gd name="T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3">
                    <a:moveTo>
                      <a:pt x="16" y="2"/>
                    </a:moveTo>
                    <a:cubicBezTo>
                      <a:pt x="17" y="4"/>
                      <a:pt x="15" y="8"/>
                      <a:pt x="11" y="10"/>
                    </a:cubicBezTo>
                    <a:cubicBezTo>
                      <a:pt x="7" y="12"/>
                      <a:pt x="2" y="13"/>
                      <a:pt x="1" y="11"/>
                    </a:cubicBezTo>
                    <a:cubicBezTo>
                      <a:pt x="0" y="8"/>
                      <a:pt x="2" y="5"/>
                      <a:pt x="6" y="2"/>
                    </a:cubicBezTo>
                    <a:cubicBezTo>
                      <a:pt x="10" y="0"/>
                      <a:pt x="14" y="0"/>
                      <a:pt x="16" y="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7" name="Freeform 498">
                <a:extLst>
                  <a:ext uri="{FF2B5EF4-FFF2-40B4-BE49-F238E27FC236}">
                    <a16:creationId xmlns:a16="http://schemas.microsoft.com/office/drawing/2014/main" id="{5A4986D5-05FE-BD92-704E-16855E390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9951" y="1825741"/>
                <a:ext cx="199315" cy="561290"/>
              </a:xfrm>
              <a:custGeom>
                <a:avLst/>
                <a:gdLst>
                  <a:gd name="T0" fmla="*/ 44 w 51"/>
                  <a:gd name="T1" fmla="*/ 117 h 143"/>
                  <a:gd name="T2" fmla="*/ 34 w 51"/>
                  <a:gd name="T3" fmla="*/ 18 h 143"/>
                  <a:gd name="T4" fmla="*/ 6 w 51"/>
                  <a:gd name="T5" fmla="*/ 26 h 143"/>
                  <a:gd name="T6" fmla="*/ 16 w 51"/>
                  <a:gd name="T7" fmla="*/ 126 h 143"/>
                  <a:gd name="T8" fmla="*/ 44 w 51"/>
                  <a:gd name="T9" fmla="*/ 117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143">
                    <a:moveTo>
                      <a:pt x="44" y="117"/>
                    </a:moveTo>
                    <a:cubicBezTo>
                      <a:pt x="31" y="86"/>
                      <a:pt x="44" y="50"/>
                      <a:pt x="34" y="18"/>
                    </a:cubicBezTo>
                    <a:cubicBezTo>
                      <a:pt x="28" y="0"/>
                      <a:pt x="0" y="8"/>
                      <a:pt x="6" y="26"/>
                    </a:cubicBezTo>
                    <a:cubicBezTo>
                      <a:pt x="16" y="59"/>
                      <a:pt x="2" y="93"/>
                      <a:pt x="16" y="126"/>
                    </a:cubicBezTo>
                    <a:cubicBezTo>
                      <a:pt x="23" y="143"/>
                      <a:pt x="51" y="135"/>
                      <a:pt x="44" y="1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8" name="Freeform 499">
                <a:extLst>
                  <a:ext uri="{FF2B5EF4-FFF2-40B4-BE49-F238E27FC236}">
                    <a16:creationId xmlns:a16="http://schemas.microsoft.com/office/drawing/2014/main" id="{C309C9AF-CAB6-2E59-2A01-5200D72AB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8896" y="1860106"/>
                <a:ext cx="71021" cy="43528"/>
              </a:xfrm>
              <a:custGeom>
                <a:avLst/>
                <a:gdLst>
                  <a:gd name="T0" fmla="*/ 17 w 18"/>
                  <a:gd name="T1" fmla="*/ 3 h 11"/>
                  <a:gd name="T2" fmla="*/ 10 w 18"/>
                  <a:gd name="T3" fmla="*/ 10 h 11"/>
                  <a:gd name="T4" fmla="*/ 1 w 18"/>
                  <a:gd name="T5" fmla="*/ 8 h 11"/>
                  <a:gd name="T6" fmla="*/ 7 w 18"/>
                  <a:gd name="T7" fmla="*/ 1 h 11"/>
                  <a:gd name="T8" fmla="*/ 17 w 18"/>
                  <a:gd name="T9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1">
                    <a:moveTo>
                      <a:pt x="17" y="3"/>
                    </a:moveTo>
                    <a:cubicBezTo>
                      <a:pt x="18" y="5"/>
                      <a:pt x="15" y="8"/>
                      <a:pt x="10" y="10"/>
                    </a:cubicBezTo>
                    <a:cubicBezTo>
                      <a:pt x="6" y="11"/>
                      <a:pt x="1" y="10"/>
                      <a:pt x="1" y="8"/>
                    </a:cubicBezTo>
                    <a:cubicBezTo>
                      <a:pt x="0" y="5"/>
                      <a:pt x="3" y="2"/>
                      <a:pt x="7" y="1"/>
                    </a:cubicBezTo>
                    <a:cubicBezTo>
                      <a:pt x="12" y="0"/>
                      <a:pt x="16" y="1"/>
                      <a:pt x="17" y="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59" name="Freeform 500">
                <a:extLst>
                  <a:ext uri="{FF2B5EF4-FFF2-40B4-BE49-F238E27FC236}">
                    <a16:creationId xmlns:a16="http://schemas.microsoft.com/office/drawing/2014/main" id="{63C5FEE0-1C3A-D635-70D5-021E4FADB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7606" y="2002147"/>
                <a:ext cx="378013" cy="490270"/>
              </a:xfrm>
              <a:custGeom>
                <a:avLst/>
                <a:gdLst>
                  <a:gd name="T0" fmla="*/ 83 w 96"/>
                  <a:gd name="T1" fmla="*/ 91 h 125"/>
                  <a:gd name="T2" fmla="*/ 33 w 96"/>
                  <a:gd name="T3" fmla="*/ 17 h 125"/>
                  <a:gd name="T4" fmla="*/ 8 w 96"/>
                  <a:gd name="T5" fmla="*/ 31 h 125"/>
                  <a:gd name="T6" fmla="*/ 62 w 96"/>
                  <a:gd name="T7" fmla="*/ 111 h 125"/>
                  <a:gd name="T8" fmla="*/ 83 w 96"/>
                  <a:gd name="T9" fmla="*/ 9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125">
                    <a:moveTo>
                      <a:pt x="83" y="91"/>
                    </a:moveTo>
                    <a:cubicBezTo>
                      <a:pt x="63" y="68"/>
                      <a:pt x="47" y="44"/>
                      <a:pt x="33" y="17"/>
                    </a:cubicBezTo>
                    <a:cubicBezTo>
                      <a:pt x="25" y="0"/>
                      <a:pt x="0" y="15"/>
                      <a:pt x="8" y="31"/>
                    </a:cubicBezTo>
                    <a:cubicBezTo>
                      <a:pt x="22" y="60"/>
                      <a:pt x="41" y="87"/>
                      <a:pt x="62" y="111"/>
                    </a:cubicBezTo>
                    <a:cubicBezTo>
                      <a:pt x="75" y="125"/>
                      <a:pt x="96" y="105"/>
                      <a:pt x="83" y="9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60" name="Freeform 501">
                <a:extLst>
                  <a:ext uri="{FF2B5EF4-FFF2-40B4-BE49-F238E27FC236}">
                    <a16:creationId xmlns:a16="http://schemas.microsoft.com/office/drawing/2014/main" id="{EFA7198E-5DD5-6B38-F4DA-2444E5341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4262" y="2052549"/>
                <a:ext cx="66440" cy="48110"/>
              </a:xfrm>
              <a:custGeom>
                <a:avLst/>
                <a:gdLst>
                  <a:gd name="T0" fmla="*/ 16 w 17"/>
                  <a:gd name="T1" fmla="*/ 2 h 12"/>
                  <a:gd name="T2" fmla="*/ 11 w 17"/>
                  <a:gd name="T3" fmla="*/ 10 h 12"/>
                  <a:gd name="T4" fmla="*/ 1 w 17"/>
                  <a:gd name="T5" fmla="*/ 10 h 12"/>
                  <a:gd name="T6" fmla="*/ 7 w 17"/>
                  <a:gd name="T7" fmla="*/ 2 h 12"/>
                  <a:gd name="T8" fmla="*/ 16 w 17"/>
                  <a:gd name="T9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2">
                    <a:moveTo>
                      <a:pt x="16" y="2"/>
                    </a:moveTo>
                    <a:cubicBezTo>
                      <a:pt x="17" y="4"/>
                      <a:pt x="15" y="8"/>
                      <a:pt x="11" y="10"/>
                    </a:cubicBezTo>
                    <a:cubicBezTo>
                      <a:pt x="6" y="12"/>
                      <a:pt x="2" y="12"/>
                      <a:pt x="1" y="10"/>
                    </a:cubicBezTo>
                    <a:cubicBezTo>
                      <a:pt x="0" y="7"/>
                      <a:pt x="2" y="4"/>
                      <a:pt x="7" y="2"/>
                    </a:cubicBezTo>
                    <a:cubicBezTo>
                      <a:pt x="11" y="0"/>
                      <a:pt x="15" y="0"/>
                      <a:pt x="16" y="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61" name="Freeform 502">
                <a:extLst>
                  <a:ext uri="{FF2B5EF4-FFF2-40B4-BE49-F238E27FC236}">
                    <a16:creationId xmlns:a16="http://schemas.microsoft.com/office/drawing/2014/main" id="{34D7012B-3868-9233-F5B0-CABA54512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1688" y="1892180"/>
                <a:ext cx="270335" cy="577327"/>
              </a:xfrm>
              <a:custGeom>
                <a:avLst/>
                <a:gdLst>
                  <a:gd name="T0" fmla="*/ 62 w 69"/>
                  <a:gd name="T1" fmla="*/ 121 h 147"/>
                  <a:gd name="T2" fmla="*/ 32 w 69"/>
                  <a:gd name="T3" fmla="*/ 18 h 147"/>
                  <a:gd name="T4" fmla="*/ 4 w 69"/>
                  <a:gd name="T5" fmla="*/ 27 h 147"/>
                  <a:gd name="T6" fmla="*/ 34 w 69"/>
                  <a:gd name="T7" fmla="*/ 130 h 147"/>
                  <a:gd name="T8" fmla="*/ 62 w 69"/>
                  <a:gd name="T9" fmla="*/ 121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147">
                    <a:moveTo>
                      <a:pt x="62" y="121"/>
                    </a:moveTo>
                    <a:cubicBezTo>
                      <a:pt x="50" y="88"/>
                      <a:pt x="40" y="53"/>
                      <a:pt x="32" y="18"/>
                    </a:cubicBezTo>
                    <a:cubicBezTo>
                      <a:pt x="28" y="0"/>
                      <a:pt x="0" y="9"/>
                      <a:pt x="4" y="27"/>
                    </a:cubicBezTo>
                    <a:cubicBezTo>
                      <a:pt x="12" y="62"/>
                      <a:pt x="22" y="96"/>
                      <a:pt x="34" y="130"/>
                    </a:cubicBezTo>
                    <a:cubicBezTo>
                      <a:pt x="41" y="147"/>
                      <a:pt x="69" y="139"/>
                      <a:pt x="62" y="12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62" name="Freeform 503">
                <a:extLst>
                  <a:ext uri="{FF2B5EF4-FFF2-40B4-BE49-F238E27FC236}">
                    <a16:creationId xmlns:a16="http://schemas.microsoft.com/office/drawing/2014/main" id="{2C9A2310-0140-974B-B126-08039A365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1469" y="1935708"/>
                <a:ext cx="71021" cy="43528"/>
              </a:xfrm>
              <a:custGeom>
                <a:avLst/>
                <a:gdLst>
                  <a:gd name="T0" fmla="*/ 17 w 18"/>
                  <a:gd name="T1" fmla="*/ 3 h 11"/>
                  <a:gd name="T2" fmla="*/ 10 w 18"/>
                  <a:gd name="T3" fmla="*/ 10 h 11"/>
                  <a:gd name="T4" fmla="*/ 1 w 18"/>
                  <a:gd name="T5" fmla="*/ 7 h 11"/>
                  <a:gd name="T6" fmla="*/ 8 w 18"/>
                  <a:gd name="T7" fmla="*/ 1 h 11"/>
                  <a:gd name="T8" fmla="*/ 17 w 18"/>
                  <a:gd name="T9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1">
                    <a:moveTo>
                      <a:pt x="17" y="3"/>
                    </a:moveTo>
                    <a:cubicBezTo>
                      <a:pt x="18" y="6"/>
                      <a:pt x="15" y="9"/>
                      <a:pt x="10" y="10"/>
                    </a:cubicBezTo>
                    <a:cubicBezTo>
                      <a:pt x="6" y="11"/>
                      <a:pt x="1" y="10"/>
                      <a:pt x="1" y="7"/>
                    </a:cubicBezTo>
                    <a:cubicBezTo>
                      <a:pt x="0" y="5"/>
                      <a:pt x="3" y="2"/>
                      <a:pt x="8" y="1"/>
                    </a:cubicBezTo>
                    <a:cubicBezTo>
                      <a:pt x="13" y="0"/>
                      <a:pt x="17" y="1"/>
                      <a:pt x="17" y="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63" name="Freeform 504">
                <a:extLst>
                  <a:ext uri="{FF2B5EF4-FFF2-40B4-BE49-F238E27FC236}">
                    <a16:creationId xmlns:a16="http://schemas.microsoft.com/office/drawing/2014/main" id="{A9F4599F-B42C-8014-EED1-E8612CC69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4346" y="1935708"/>
                <a:ext cx="180988" cy="439869"/>
              </a:xfrm>
              <a:custGeom>
                <a:avLst/>
                <a:gdLst>
                  <a:gd name="T0" fmla="*/ 32 w 46"/>
                  <a:gd name="T1" fmla="*/ 93 h 112"/>
                  <a:gd name="T2" fmla="*/ 40 w 46"/>
                  <a:gd name="T3" fmla="*/ 24 h 112"/>
                  <a:gd name="T4" fmla="*/ 11 w 46"/>
                  <a:gd name="T5" fmla="*/ 17 h 112"/>
                  <a:gd name="T6" fmla="*/ 3 w 46"/>
                  <a:gd name="T7" fmla="*/ 93 h 112"/>
                  <a:gd name="T8" fmla="*/ 32 w 46"/>
                  <a:gd name="T9" fmla="*/ 9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12">
                    <a:moveTo>
                      <a:pt x="32" y="93"/>
                    </a:moveTo>
                    <a:cubicBezTo>
                      <a:pt x="29" y="69"/>
                      <a:pt x="32" y="46"/>
                      <a:pt x="40" y="24"/>
                    </a:cubicBezTo>
                    <a:cubicBezTo>
                      <a:pt x="46" y="6"/>
                      <a:pt x="18" y="0"/>
                      <a:pt x="11" y="17"/>
                    </a:cubicBezTo>
                    <a:cubicBezTo>
                      <a:pt x="2" y="41"/>
                      <a:pt x="0" y="67"/>
                      <a:pt x="3" y="93"/>
                    </a:cubicBezTo>
                    <a:cubicBezTo>
                      <a:pt x="5" y="112"/>
                      <a:pt x="34" y="111"/>
                      <a:pt x="32" y="9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64" name="Freeform 505">
                <a:extLst>
                  <a:ext uri="{FF2B5EF4-FFF2-40B4-BE49-F238E27FC236}">
                    <a16:creationId xmlns:a16="http://schemas.microsoft.com/office/drawing/2014/main" id="{E20AC858-D3B4-51D1-ADC9-B4B619B27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4532" y="1970072"/>
                <a:ext cx="68730" cy="43528"/>
              </a:xfrm>
              <a:custGeom>
                <a:avLst/>
                <a:gdLst>
                  <a:gd name="T0" fmla="*/ 17 w 18"/>
                  <a:gd name="T1" fmla="*/ 8 h 11"/>
                  <a:gd name="T2" fmla="*/ 8 w 18"/>
                  <a:gd name="T3" fmla="*/ 10 h 11"/>
                  <a:gd name="T4" fmla="*/ 1 w 18"/>
                  <a:gd name="T5" fmla="*/ 4 h 11"/>
                  <a:gd name="T6" fmla="*/ 10 w 18"/>
                  <a:gd name="T7" fmla="*/ 2 h 11"/>
                  <a:gd name="T8" fmla="*/ 17 w 18"/>
                  <a:gd name="T9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1">
                    <a:moveTo>
                      <a:pt x="17" y="8"/>
                    </a:moveTo>
                    <a:cubicBezTo>
                      <a:pt x="17" y="10"/>
                      <a:pt x="13" y="11"/>
                      <a:pt x="8" y="10"/>
                    </a:cubicBezTo>
                    <a:cubicBezTo>
                      <a:pt x="4" y="9"/>
                      <a:pt x="0" y="6"/>
                      <a:pt x="1" y="4"/>
                    </a:cubicBezTo>
                    <a:cubicBezTo>
                      <a:pt x="1" y="2"/>
                      <a:pt x="6" y="0"/>
                      <a:pt x="10" y="2"/>
                    </a:cubicBezTo>
                    <a:cubicBezTo>
                      <a:pt x="15" y="3"/>
                      <a:pt x="18" y="5"/>
                      <a:pt x="17" y="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D010355-2B74-A6D0-9816-E073B45818A2}"/>
                </a:ext>
              </a:extLst>
            </p:cNvPr>
            <p:cNvGrpSpPr/>
            <p:nvPr/>
          </p:nvGrpSpPr>
          <p:grpSpPr>
            <a:xfrm>
              <a:off x="6402830" y="2951816"/>
              <a:ext cx="570455" cy="1402081"/>
              <a:chOff x="6795736" y="1699737"/>
              <a:chExt cx="570455" cy="1402081"/>
            </a:xfrm>
          </p:grpSpPr>
          <p:sp>
            <p:nvSpPr>
              <p:cNvPr id="246" name="Freeform 522">
                <a:extLst>
                  <a:ext uri="{FF2B5EF4-FFF2-40B4-BE49-F238E27FC236}">
                    <a16:creationId xmlns:a16="http://schemas.microsoft.com/office/drawing/2014/main" id="{16D26C66-8AC7-6EB6-C2F6-6EF41E77E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0286" y="1699737"/>
                <a:ext cx="258881" cy="1072180"/>
              </a:xfrm>
              <a:custGeom>
                <a:avLst/>
                <a:gdLst>
                  <a:gd name="T0" fmla="*/ 42 w 66"/>
                  <a:gd name="T1" fmla="*/ 271 h 273"/>
                  <a:gd name="T2" fmla="*/ 35 w 66"/>
                  <a:gd name="T3" fmla="*/ 273 h 273"/>
                  <a:gd name="T4" fmla="*/ 46 w 66"/>
                  <a:gd name="T5" fmla="*/ 241 h 273"/>
                  <a:gd name="T6" fmla="*/ 56 w 66"/>
                  <a:gd name="T7" fmla="*/ 215 h 273"/>
                  <a:gd name="T8" fmla="*/ 39 w 66"/>
                  <a:gd name="T9" fmla="*/ 193 h 273"/>
                  <a:gd name="T10" fmla="*/ 19 w 66"/>
                  <a:gd name="T11" fmla="*/ 166 h 273"/>
                  <a:gd name="T12" fmla="*/ 30 w 66"/>
                  <a:gd name="T13" fmla="*/ 134 h 273"/>
                  <a:gd name="T14" fmla="*/ 40 w 66"/>
                  <a:gd name="T15" fmla="*/ 108 h 273"/>
                  <a:gd name="T16" fmla="*/ 23 w 66"/>
                  <a:gd name="T17" fmla="*/ 86 h 273"/>
                  <a:gd name="T18" fmla="*/ 3 w 66"/>
                  <a:gd name="T19" fmla="*/ 59 h 273"/>
                  <a:gd name="T20" fmla="*/ 14 w 66"/>
                  <a:gd name="T21" fmla="*/ 27 h 273"/>
                  <a:gd name="T22" fmla="*/ 24 w 66"/>
                  <a:gd name="T23" fmla="*/ 1 h 273"/>
                  <a:gd name="T24" fmla="*/ 31 w 66"/>
                  <a:gd name="T25" fmla="*/ 0 h 273"/>
                  <a:gd name="T26" fmla="*/ 20 w 66"/>
                  <a:gd name="T27" fmla="*/ 32 h 273"/>
                  <a:gd name="T28" fmla="*/ 10 w 66"/>
                  <a:gd name="T29" fmla="*/ 58 h 273"/>
                  <a:gd name="T30" fmla="*/ 27 w 66"/>
                  <a:gd name="T31" fmla="*/ 80 h 273"/>
                  <a:gd name="T32" fmla="*/ 47 w 66"/>
                  <a:gd name="T33" fmla="*/ 107 h 273"/>
                  <a:gd name="T34" fmla="*/ 36 w 66"/>
                  <a:gd name="T35" fmla="*/ 138 h 273"/>
                  <a:gd name="T36" fmla="*/ 26 w 66"/>
                  <a:gd name="T37" fmla="*/ 164 h 273"/>
                  <a:gd name="T38" fmla="*/ 43 w 66"/>
                  <a:gd name="T39" fmla="*/ 186 h 273"/>
                  <a:gd name="T40" fmla="*/ 63 w 66"/>
                  <a:gd name="T41" fmla="*/ 214 h 273"/>
                  <a:gd name="T42" fmla="*/ 52 w 66"/>
                  <a:gd name="T43" fmla="*/ 245 h 273"/>
                  <a:gd name="T44" fmla="*/ 42 w 66"/>
                  <a:gd name="T45" fmla="*/ 27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273">
                    <a:moveTo>
                      <a:pt x="42" y="271"/>
                    </a:moveTo>
                    <a:cubicBezTo>
                      <a:pt x="35" y="273"/>
                      <a:pt x="35" y="273"/>
                      <a:pt x="35" y="273"/>
                    </a:cubicBezTo>
                    <a:cubicBezTo>
                      <a:pt x="33" y="258"/>
                      <a:pt x="40" y="249"/>
                      <a:pt x="46" y="241"/>
                    </a:cubicBezTo>
                    <a:cubicBezTo>
                      <a:pt x="53" y="233"/>
                      <a:pt x="58" y="226"/>
                      <a:pt x="56" y="215"/>
                    </a:cubicBezTo>
                    <a:cubicBezTo>
                      <a:pt x="54" y="203"/>
                      <a:pt x="47" y="198"/>
                      <a:pt x="39" y="193"/>
                    </a:cubicBezTo>
                    <a:cubicBezTo>
                      <a:pt x="31" y="187"/>
                      <a:pt x="21" y="181"/>
                      <a:pt x="19" y="166"/>
                    </a:cubicBezTo>
                    <a:cubicBezTo>
                      <a:pt x="17" y="151"/>
                      <a:pt x="24" y="142"/>
                      <a:pt x="30" y="134"/>
                    </a:cubicBezTo>
                    <a:cubicBezTo>
                      <a:pt x="36" y="126"/>
                      <a:pt x="42" y="119"/>
                      <a:pt x="40" y="108"/>
                    </a:cubicBezTo>
                    <a:cubicBezTo>
                      <a:pt x="38" y="96"/>
                      <a:pt x="31" y="91"/>
                      <a:pt x="23" y="86"/>
                    </a:cubicBezTo>
                    <a:cubicBezTo>
                      <a:pt x="14" y="80"/>
                      <a:pt x="5" y="74"/>
                      <a:pt x="3" y="59"/>
                    </a:cubicBezTo>
                    <a:cubicBezTo>
                      <a:pt x="0" y="44"/>
                      <a:pt x="8" y="35"/>
                      <a:pt x="14" y="27"/>
                    </a:cubicBezTo>
                    <a:cubicBezTo>
                      <a:pt x="20" y="19"/>
                      <a:pt x="26" y="13"/>
                      <a:pt x="24" y="1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3" y="15"/>
                      <a:pt x="26" y="24"/>
                      <a:pt x="20" y="32"/>
                    </a:cubicBezTo>
                    <a:cubicBezTo>
                      <a:pt x="14" y="39"/>
                      <a:pt x="8" y="46"/>
                      <a:pt x="10" y="58"/>
                    </a:cubicBezTo>
                    <a:cubicBezTo>
                      <a:pt x="12" y="69"/>
                      <a:pt x="19" y="74"/>
                      <a:pt x="27" y="80"/>
                    </a:cubicBezTo>
                    <a:cubicBezTo>
                      <a:pt x="36" y="85"/>
                      <a:pt x="45" y="92"/>
                      <a:pt x="47" y="107"/>
                    </a:cubicBezTo>
                    <a:cubicBezTo>
                      <a:pt x="50" y="122"/>
                      <a:pt x="42" y="131"/>
                      <a:pt x="36" y="138"/>
                    </a:cubicBezTo>
                    <a:cubicBezTo>
                      <a:pt x="30" y="146"/>
                      <a:pt x="24" y="153"/>
                      <a:pt x="26" y="164"/>
                    </a:cubicBezTo>
                    <a:cubicBezTo>
                      <a:pt x="28" y="176"/>
                      <a:pt x="35" y="181"/>
                      <a:pt x="43" y="186"/>
                    </a:cubicBezTo>
                    <a:cubicBezTo>
                      <a:pt x="52" y="192"/>
                      <a:pt x="61" y="199"/>
                      <a:pt x="63" y="214"/>
                    </a:cubicBezTo>
                    <a:cubicBezTo>
                      <a:pt x="66" y="229"/>
                      <a:pt x="59" y="237"/>
                      <a:pt x="52" y="245"/>
                    </a:cubicBezTo>
                    <a:cubicBezTo>
                      <a:pt x="46" y="253"/>
                      <a:pt x="41" y="260"/>
                      <a:pt x="42" y="27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7" name="Freeform 523">
                <a:extLst>
                  <a:ext uri="{FF2B5EF4-FFF2-40B4-BE49-F238E27FC236}">
                    <a16:creationId xmlns:a16="http://schemas.microsoft.com/office/drawing/2014/main" id="{9F45FA03-8830-56B9-BC1A-539F0E079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7310" y="1798250"/>
                <a:ext cx="258881" cy="1072180"/>
              </a:xfrm>
              <a:custGeom>
                <a:avLst/>
                <a:gdLst>
                  <a:gd name="T0" fmla="*/ 42 w 66"/>
                  <a:gd name="T1" fmla="*/ 272 h 273"/>
                  <a:gd name="T2" fmla="*/ 35 w 66"/>
                  <a:gd name="T3" fmla="*/ 273 h 273"/>
                  <a:gd name="T4" fmla="*/ 46 w 66"/>
                  <a:gd name="T5" fmla="*/ 241 h 273"/>
                  <a:gd name="T6" fmla="*/ 56 w 66"/>
                  <a:gd name="T7" fmla="*/ 215 h 273"/>
                  <a:gd name="T8" fmla="*/ 39 w 66"/>
                  <a:gd name="T9" fmla="*/ 193 h 273"/>
                  <a:gd name="T10" fmla="*/ 19 w 66"/>
                  <a:gd name="T11" fmla="*/ 166 h 273"/>
                  <a:gd name="T12" fmla="*/ 30 w 66"/>
                  <a:gd name="T13" fmla="*/ 134 h 273"/>
                  <a:gd name="T14" fmla="*/ 40 w 66"/>
                  <a:gd name="T15" fmla="*/ 108 h 273"/>
                  <a:gd name="T16" fmla="*/ 23 w 66"/>
                  <a:gd name="T17" fmla="*/ 86 h 273"/>
                  <a:gd name="T18" fmla="*/ 3 w 66"/>
                  <a:gd name="T19" fmla="*/ 59 h 273"/>
                  <a:gd name="T20" fmla="*/ 14 w 66"/>
                  <a:gd name="T21" fmla="*/ 27 h 273"/>
                  <a:gd name="T22" fmla="*/ 24 w 66"/>
                  <a:gd name="T23" fmla="*/ 1 h 273"/>
                  <a:gd name="T24" fmla="*/ 31 w 66"/>
                  <a:gd name="T25" fmla="*/ 0 h 273"/>
                  <a:gd name="T26" fmla="*/ 20 w 66"/>
                  <a:gd name="T27" fmla="*/ 32 h 273"/>
                  <a:gd name="T28" fmla="*/ 10 w 66"/>
                  <a:gd name="T29" fmla="*/ 58 h 273"/>
                  <a:gd name="T30" fmla="*/ 27 w 66"/>
                  <a:gd name="T31" fmla="*/ 80 h 273"/>
                  <a:gd name="T32" fmla="*/ 47 w 66"/>
                  <a:gd name="T33" fmla="*/ 107 h 273"/>
                  <a:gd name="T34" fmla="*/ 36 w 66"/>
                  <a:gd name="T35" fmla="*/ 139 h 273"/>
                  <a:gd name="T36" fmla="*/ 26 w 66"/>
                  <a:gd name="T37" fmla="*/ 165 h 273"/>
                  <a:gd name="T38" fmla="*/ 43 w 66"/>
                  <a:gd name="T39" fmla="*/ 187 h 273"/>
                  <a:gd name="T40" fmla="*/ 63 w 66"/>
                  <a:gd name="T41" fmla="*/ 214 h 273"/>
                  <a:gd name="T42" fmla="*/ 52 w 66"/>
                  <a:gd name="T43" fmla="*/ 246 h 273"/>
                  <a:gd name="T44" fmla="*/ 42 w 66"/>
                  <a:gd name="T45" fmla="*/ 27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273">
                    <a:moveTo>
                      <a:pt x="42" y="272"/>
                    </a:moveTo>
                    <a:cubicBezTo>
                      <a:pt x="35" y="273"/>
                      <a:pt x="35" y="273"/>
                      <a:pt x="35" y="273"/>
                    </a:cubicBezTo>
                    <a:cubicBezTo>
                      <a:pt x="33" y="258"/>
                      <a:pt x="40" y="249"/>
                      <a:pt x="46" y="241"/>
                    </a:cubicBezTo>
                    <a:cubicBezTo>
                      <a:pt x="53" y="233"/>
                      <a:pt x="58" y="227"/>
                      <a:pt x="56" y="215"/>
                    </a:cubicBezTo>
                    <a:cubicBezTo>
                      <a:pt x="54" y="203"/>
                      <a:pt x="47" y="198"/>
                      <a:pt x="39" y="193"/>
                    </a:cubicBezTo>
                    <a:cubicBezTo>
                      <a:pt x="31" y="187"/>
                      <a:pt x="21" y="181"/>
                      <a:pt x="19" y="166"/>
                    </a:cubicBezTo>
                    <a:cubicBezTo>
                      <a:pt x="17" y="151"/>
                      <a:pt x="24" y="142"/>
                      <a:pt x="30" y="134"/>
                    </a:cubicBezTo>
                    <a:cubicBezTo>
                      <a:pt x="36" y="126"/>
                      <a:pt x="42" y="120"/>
                      <a:pt x="40" y="108"/>
                    </a:cubicBezTo>
                    <a:cubicBezTo>
                      <a:pt x="38" y="96"/>
                      <a:pt x="31" y="92"/>
                      <a:pt x="23" y="86"/>
                    </a:cubicBezTo>
                    <a:cubicBezTo>
                      <a:pt x="14" y="80"/>
                      <a:pt x="5" y="74"/>
                      <a:pt x="3" y="59"/>
                    </a:cubicBezTo>
                    <a:cubicBezTo>
                      <a:pt x="0" y="44"/>
                      <a:pt x="8" y="35"/>
                      <a:pt x="14" y="27"/>
                    </a:cubicBezTo>
                    <a:cubicBezTo>
                      <a:pt x="20" y="19"/>
                      <a:pt x="26" y="13"/>
                      <a:pt x="24" y="1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3" y="15"/>
                      <a:pt x="26" y="24"/>
                      <a:pt x="20" y="32"/>
                    </a:cubicBezTo>
                    <a:cubicBezTo>
                      <a:pt x="14" y="39"/>
                      <a:pt x="8" y="46"/>
                      <a:pt x="10" y="58"/>
                    </a:cubicBezTo>
                    <a:cubicBezTo>
                      <a:pt x="12" y="70"/>
                      <a:pt x="19" y="74"/>
                      <a:pt x="27" y="80"/>
                    </a:cubicBezTo>
                    <a:cubicBezTo>
                      <a:pt x="35" y="86"/>
                      <a:pt x="45" y="92"/>
                      <a:pt x="47" y="107"/>
                    </a:cubicBezTo>
                    <a:cubicBezTo>
                      <a:pt x="50" y="122"/>
                      <a:pt x="42" y="131"/>
                      <a:pt x="36" y="139"/>
                    </a:cubicBezTo>
                    <a:cubicBezTo>
                      <a:pt x="30" y="146"/>
                      <a:pt x="24" y="153"/>
                      <a:pt x="26" y="165"/>
                    </a:cubicBezTo>
                    <a:cubicBezTo>
                      <a:pt x="28" y="177"/>
                      <a:pt x="35" y="181"/>
                      <a:pt x="43" y="187"/>
                    </a:cubicBezTo>
                    <a:cubicBezTo>
                      <a:pt x="52" y="192"/>
                      <a:pt x="61" y="199"/>
                      <a:pt x="63" y="214"/>
                    </a:cubicBezTo>
                    <a:cubicBezTo>
                      <a:pt x="66" y="229"/>
                      <a:pt x="58" y="238"/>
                      <a:pt x="52" y="246"/>
                    </a:cubicBezTo>
                    <a:cubicBezTo>
                      <a:pt x="46" y="253"/>
                      <a:pt x="40" y="260"/>
                      <a:pt x="42" y="27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8" name="Freeform 524">
                <a:extLst>
                  <a:ext uri="{FF2B5EF4-FFF2-40B4-BE49-F238E27FC236}">
                    <a16:creationId xmlns:a16="http://schemas.microsoft.com/office/drawing/2014/main" id="{6EC8CAE9-15C0-4F84-7689-8BA9200E0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5736" y="2029638"/>
                <a:ext cx="256590" cy="1072180"/>
              </a:xfrm>
              <a:custGeom>
                <a:avLst/>
                <a:gdLst>
                  <a:gd name="T0" fmla="*/ 42 w 65"/>
                  <a:gd name="T1" fmla="*/ 271 h 273"/>
                  <a:gd name="T2" fmla="*/ 34 w 65"/>
                  <a:gd name="T3" fmla="*/ 273 h 273"/>
                  <a:gd name="T4" fmla="*/ 46 w 65"/>
                  <a:gd name="T5" fmla="*/ 241 h 273"/>
                  <a:gd name="T6" fmla="*/ 55 w 65"/>
                  <a:gd name="T7" fmla="*/ 215 h 273"/>
                  <a:gd name="T8" fmla="*/ 38 w 65"/>
                  <a:gd name="T9" fmla="*/ 193 h 273"/>
                  <a:gd name="T10" fmla="*/ 18 w 65"/>
                  <a:gd name="T11" fmla="*/ 166 h 273"/>
                  <a:gd name="T12" fmla="*/ 29 w 65"/>
                  <a:gd name="T13" fmla="*/ 134 h 273"/>
                  <a:gd name="T14" fmla="*/ 39 w 65"/>
                  <a:gd name="T15" fmla="*/ 108 h 273"/>
                  <a:gd name="T16" fmla="*/ 22 w 65"/>
                  <a:gd name="T17" fmla="*/ 86 h 273"/>
                  <a:gd name="T18" fmla="*/ 2 w 65"/>
                  <a:gd name="T19" fmla="*/ 59 h 273"/>
                  <a:gd name="T20" fmla="*/ 13 w 65"/>
                  <a:gd name="T21" fmla="*/ 27 h 273"/>
                  <a:gd name="T22" fmla="*/ 23 w 65"/>
                  <a:gd name="T23" fmla="*/ 1 h 273"/>
                  <a:gd name="T24" fmla="*/ 30 w 65"/>
                  <a:gd name="T25" fmla="*/ 0 h 273"/>
                  <a:gd name="T26" fmla="*/ 19 w 65"/>
                  <a:gd name="T27" fmla="*/ 32 h 273"/>
                  <a:gd name="T28" fmla="*/ 9 w 65"/>
                  <a:gd name="T29" fmla="*/ 58 h 273"/>
                  <a:gd name="T30" fmla="*/ 26 w 65"/>
                  <a:gd name="T31" fmla="*/ 80 h 273"/>
                  <a:gd name="T32" fmla="*/ 47 w 65"/>
                  <a:gd name="T33" fmla="*/ 107 h 273"/>
                  <a:gd name="T34" fmla="*/ 35 w 65"/>
                  <a:gd name="T35" fmla="*/ 138 h 273"/>
                  <a:gd name="T36" fmla="*/ 25 w 65"/>
                  <a:gd name="T37" fmla="*/ 165 h 273"/>
                  <a:gd name="T38" fmla="*/ 42 w 65"/>
                  <a:gd name="T39" fmla="*/ 187 h 273"/>
                  <a:gd name="T40" fmla="*/ 63 w 65"/>
                  <a:gd name="T41" fmla="*/ 214 h 273"/>
                  <a:gd name="T42" fmla="*/ 51 w 65"/>
                  <a:gd name="T43" fmla="*/ 245 h 273"/>
                  <a:gd name="T44" fmla="*/ 42 w 65"/>
                  <a:gd name="T45" fmla="*/ 27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5" h="273">
                    <a:moveTo>
                      <a:pt x="42" y="271"/>
                    </a:moveTo>
                    <a:cubicBezTo>
                      <a:pt x="34" y="273"/>
                      <a:pt x="34" y="273"/>
                      <a:pt x="34" y="273"/>
                    </a:cubicBezTo>
                    <a:cubicBezTo>
                      <a:pt x="32" y="258"/>
                      <a:pt x="39" y="249"/>
                      <a:pt x="46" y="241"/>
                    </a:cubicBezTo>
                    <a:cubicBezTo>
                      <a:pt x="52" y="233"/>
                      <a:pt x="57" y="226"/>
                      <a:pt x="55" y="215"/>
                    </a:cubicBezTo>
                    <a:cubicBezTo>
                      <a:pt x="54" y="203"/>
                      <a:pt x="47" y="198"/>
                      <a:pt x="38" y="193"/>
                    </a:cubicBezTo>
                    <a:cubicBezTo>
                      <a:pt x="30" y="187"/>
                      <a:pt x="20" y="181"/>
                      <a:pt x="18" y="166"/>
                    </a:cubicBezTo>
                    <a:cubicBezTo>
                      <a:pt x="16" y="151"/>
                      <a:pt x="23" y="142"/>
                      <a:pt x="29" y="134"/>
                    </a:cubicBezTo>
                    <a:cubicBezTo>
                      <a:pt x="36" y="126"/>
                      <a:pt x="41" y="120"/>
                      <a:pt x="39" y="108"/>
                    </a:cubicBezTo>
                    <a:cubicBezTo>
                      <a:pt x="38" y="96"/>
                      <a:pt x="30" y="91"/>
                      <a:pt x="22" y="86"/>
                    </a:cubicBezTo>
                    <a:cubicBezTo>
                      <a:pt x="14" y="80"/>
                      <a:pt x="4" y="74"/>
                      <a:pt x="2" y="59"/>
                    </a:cubicBezTo>
                    <a:cubicBezTo>
                      <a:pt x="0" y="44"/>
                      <a:pt x="7" y="35"/>
                      <a:pt x="13" y="27"/>
                    </a:cubicBezTo>
                    <a:cubicBezTo>
                      <a:pt x="20" y="19"/>
                      <a:pt x="25" y="13"/>
                      <a:pt x="23" y="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3" y="15"/>
                      <a:pt x="25" y="24"/>
                      <a:pt x="19" y="32"/>
                    </a:cubicBezTo>
                    <a:cubicBezTo>
                      <a:pt x="13" y="39"/>
                      <a:pt x="7" y="46"/>
                      <a:pt x="9" y="58"/>
                    </a:cubicBezTo>
                    <a:cubicBezTo>
                      <a:pt x="11" y="69"/>
                      <a:pt x="18" y="74"/>
                      <a:pt x="26" y="80"/>
                    </a:cubicBezTo>
                    <a:cubicBezTo>
                      <a:pt x="35" y="85"/>
                      <a:pt x="44" y="92"/>
                      <a:pt x="47" y="107"/>
                    </a:cubicBezTo>
                    <a:cubicBezTo>
                      <a:pt x="49" y="122"/>
                      <a:pt x="42" y="131"/>
                      <a:pt x="35" y="138"/>
                    </a:cubicBezTo>
                    <a:cubicBezTo>
                      <a:pt x="29" y="146"/>
                      <a:pt x="24" y="153"/>
                      <a:pt x="25" y="165"/>
                    </a:cubicBezTo>
                    <a:cubicBezTo>
                      <a:pt x="27" y="176"/>
                      <a:pt x="34" y="181"/>
                      <a:pt x="42" y="187"/>
                    </a:cubicBezTo>
                    <a:cubicBezTo>
                      <a:pt x="51" y="192"/>
                      <a:pt x="61" y="199"/>
                      <a:pt x="63" y="214"/>
                    </a:cubicBezTo>
                    <a:cubicBezTo>
                      <a:pt x="65" y="229"/>
                      <a:pt x="58" y="238"/>
                      <a:pt x="51" y="245"/>
                    </a:cubicBezTo>
                    <a:cubicBezTo>
                      <a:pt x="45" y="253"/>
                      <a:pt x="40" y="260"/>
                      <a:pt x="42" y="27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52" name="Freeform 569">
              <a:extLst>
                <a:ext uri="{FF2B5EF4-FFF2-40B4-BE49-F238E27FC236}">
                  <a16:creationId xmlns:a16="http://schemas.microsoft.com/office/drawing/2014/main" id="{61ED1B1A-9AF2-B667-EE80-585E06912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491" y="2293724"/>
              <a:ext cx="1576196" cy="1736565"/>
            </a:xfrm>
            <a:custGeom>
              <a:avLst/>
              <a:gdLst>
                <a:gd name="T0" fmla="*/ 396 w 402"/>
                <a:gd name="T1" fmla="*/ 144 h 442"/>
                <a:gd name="T2" fmla="*/ 395 w 402"/>
                <a:gd name="T3" fmla="*/ 140 h 442"/>
                <a:gd name="T4" fmla="*/ 339 w 402"/>
                <a:gd name="T5" fmla="*/ 108 h 442"/>
                <a:gd name="T6" fmla="*/ 332 w 402"/>
                <a:gd name="T7" fmla="*/ 110 h 442"/>
                <a:gd name="T8" fmla="*/ 333 w 402"/>
                <a:gd name="T9" fmla="*/ 91 h 442"/>
                <a:gd name="T10" fmla="*/ 331 w 402"/>
                <a:gd name="T11" fmla="*/ 35 h 442"/>
                <a:gd name="T12" fmla="*/ 267 w 402"/>
                <a:gd name="T13" fmla="*/ 11 h 442"/>
                <a:gd name="T14" fmla="*/ 244 w 402"/>
                <a:gd name="T15" fmla="*/ 40 h 442"/>
                <a:gd name="T16" fmla="*/ 241 w 402"/>
                <a:gd name="T17" fmla="*/ 66 h 442"/>
                <a:gd name="T18" fmla="*/ 236 w 402"/>
                <a:gd name="T19" fmla="*/ 50 h 442"/>
                <a:gd name="T20" fmla="*/ 223 w 402"/>
                <a:gd name="T21" fmla="*/ 17 h 442"/>
                <a:gd name="T22" fmla="*/ 187 w 402"/>
                <a:gd name="T23" fmla="*/ 1 h 442"/>
                <a:gd name="T24" fmla="*/ 144 w 402"/>
                <a:gd name="T25" fmla="*/ 62 h 442"/>
                <a:gd name="T26" fmla="*/ 151 w 402"/>
                <a:gd name="T27" fmla="*/ 84 h 442"/>
                <a:gd name="T28" fmla="*/ 99 w 402"/>
                <a:gd name="T29" fmla="*/ 41 h 442"/>
                <a:gd name="T30" fmla="*/ 54 w 402"/>
                <a:gd name="T31" fmla="*/ 85 h 442"/>
                <a:gd name="T32" fmla="*/ 65 w 402"/>
                <a:gd name="T33" fmla="*/ 120 h 442"/>
                <a:gd name="T34" fmla="*/ 91 w 402"/>
                <a:gd name="T35" fmla="*/ 169 h 442"/>
                <a:gd name="T36" fmla="*/ 88 w 402"/>
                <a:gd name="T37" fmla="*/ 174 h 442"/>
                <a:gd name="T38" fmla="*/ 76 w 402"/>
                <a:gd name="T39" fmla="*/ 167 h 442"/>
                <a:gd name="T40" fmla="*/ 37 w 402"/>
                <a:gd name="T41" fmla="*/ 171 h 442"/>
                <a:gd name="T42" fmla="*/ 29 w 402"/>
                <a:gd name="T43" fmla="*/ 263 h 442"/>
                <a:gd name="T44" fmla="*/ 100 w 402"/>
                <a:gd name="T45" fmla="*/ 402 h 442"/>
                <a:gd name="T46" fmla="*/ 147 w 402"/>
                <a:gd name="T47" fmla="*/ 434 h 442"/>
                <a:gd name="T48" fmla="*/ 174 w 402"/>
                <a:gd name="T49" fmla="*/ 421 h 442"/>
                <a:gd name="T50" fmla="*/ 216 w 402"/>
                <a:gd name="T51" fmla="*/ 428 h 442"/>
                <a:gd name="T52" fmla="*/ 266 w 402"/>
                <a:gd name="T53" fmla="*/ 435 h 442"/>
                <a:gd name="T54" fmla="*/ 291 w 402"/>
                <a:gd name="T55" fmla="*/ 395 h 442"/>
                <a:gd name="T56" fmla="*/ 306 w 402"/>
                <a:gd name="T57" fmla="*/ 388 h 442"/>
                <a:gd name="T58" fmla="*/ 340 w 402"/>
                <a:gd name="T59" fmla="*/ 407 h 442"/>
                <a:gd name="T60" fmla="*/ 388 w 402"/>
                <a:gd name="T61" fmla="*/ 370 h 442"/>
                <a:gd name="T62" fmla="*/ 382 w 402"/>
                <a:gd name="T63" fmla="*/ 318 h 442"/>
                <a:gd name="T64" fmla="*/ 388 w 402"/>
                <a:gd name="T65" fmla="*/ 261 h 442"/>
                <a:gd name="T66" fmla="*/ 396 w 402"/>
                <a:gd name="T67" fmla="*/ 146 h 442"/>
                <a:gd name="T68" fmla="*/ 396 w 402"/>
                <a:gd name="T69" fmla="*/ 144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2" h="442">
                  <a:moveTo>
                    <a:pt x="396" y="144"/>
                  </a:moveTo>
                  <a:cubicBezTo>
                    <a:pt x="396" y="143"/>
                    <a:pt x="396" y="141"/>
                    <a:pt x="395" y="140"/>
                  </a:cubicBezTo>
                  <a:cubicBezTo>
                    <a:pt x="388" y="116"/>
                    <a:pt x="365" y="101"/>
                    <a:pt x="339" y="108"/>
                  </a:cubicBezTo>
                  <a:cubicBezTo>
                    <a:pt x="336" y="108"/>
                    <a:pt x="334" y="109"/>
                    <a:pt x="332" y="110"/>
                  </a:cubicBezTo>
                  <a:cubicBezTo>
                    <a:pt x="332" y="104"/>
                    <a:pt x="332" y="97"/>
                    <a:pt x="333" y="91"/>
                  </a:cubicBezTo>
                  <a:cubicBezTo>
                    <a:pt x="333" y="73"/>
                    <a:pt x="338" y="52"/>
                    <a:pt x="331" y="35"/>
                  </a:cubicBezTo>
                  <a:cubicBezTo>
                    <a:pt x="321" y="11"/>
                    <a:pt x="290" y="1"/>
                    <a:pt x="267" y="11"/>
                  </a:cubicBezTo>
                  <a:cubicBezTo>
                    <a:pt x="255" y="16"/>
                    <a:pt x="246" y="27"/>
                    <a:pt x="244" y="40"/>
                  </a:cubicBezTo>
                  <a:cubicBezTo>
                    <a:pt x="242" y="49"/>
                    <a:pt x="241" y="57"/>
                    <a:pt x="241" y="66"/>
                  </a:cubicBezTo>
                  <a:cubicBezTo>
                    <a:pt x="239" y="61"/>
                    <a:pt x="238" y="55"/>
                    <a:pt x="236" y="50"/>
                  </a:cubicBezTo>
                  <a:cubicBezTo>
                    <a:pt x="233" y="39"/>
                    <a:pt x="230" y="26"/>
                    <a:pt x="223" y="17"/>
                  </a:cubicBezTo>
                  <a:cubicBezTo>
                    <a:pt x="215" y="5"/>
                    <a:pt x="201" y="0"/>
                    <a:pt x="187" y="1"/>
                  </a:cubicBezTo>
                  <a:cubicBezTo>
                    <a:pt x="157" y="3"/>
                    <a:pt x="136" y="33"/>
                    <a:pt x="144" y="62"/>
                  </a:cubicBezTo>
                  <a:cubicBezTo>
                    <a:pt x="146" y="69"/>
                    <a:pt x="148" y="77"/>
                    <a:pt x="151" y="84"/>
                  </a:cubicBezTo>
                  <a:cubicBezTo>
                    <a:pt x="139" y="63"/>
                    <a:pt x="124" y="40"/>
                    <a:pt x="99" y="41"/>
                  </a:cubicBezTo>
                  <a:cubicBezTo>
                    <a:pt x="76" y="43"/>
                    <a:pt x="57" y="63"/>
                    <a:pt x="54" y="85"/>
                  </a:cubicBezTo>
                  <a:cubicBezTo>
                    <a:pt x="53" y="98"/>
                    <a:pt x="58" y="109"/>
                    <a:pt x="65" y="120"/>
                  </a:cubicBezTo>
                  <a:cubicBezTo>
                    <a:pt x="75" y="136"/>
                    <a:pt x="84" y="152"/>
                    <a:pt x="91" y="169"/>
                  </a:cubicBezTo>
                  <a:cubicBezTo>
                    <a:pt x="90" y="171"/>
                    <a:pt x="89" y="172"/>
                    <a:pt x="88" y="174"/>
                  </a:cubicBezTo>
                  <a:cubicBezTo>
                    <a:pt x="85" y="171"/>
                    <a:pt x="81" y="168"/>
                    <a:pt x="76" y="167"/>
                  </a:cubicBezTo>
                  <a:cubicBezTo>
                    <a:pt x="63" y="162"/>
                    <a:pt x="49" y="164"/>
                    <a:pt x="37" y="171"/>
                  </a:cubicBezTo>
                  <a:cubicBezTo>
                    <a:pt x="0" y="192"/>
                    <a:pt x="17" y="232"/>
                    <a:pt x="29" y="263"/>
                  </a:cubicBezTo>
                  <a:cubicBezTo>
                    <a:pt x="48" y="312"/>
                    <a:pt x="72" y="358"/>
                    <a:pt x="100" y="402"/>
                  </a:cubicBezTo>
                  <a:cubicBezTo>
                    <a:pt x="111" y="419"/>
                    <a:pt x="124" y="436"/>
                    <a:pt x="147" y="434"/>
                  </a:cubicBezTo>
                  <a:cubicBezTo>
                    <a:pt x="157" y="432"/>
                    <a:pt x="166" y="428"/>
                    <a:pt x="174" y="421"/>
                  </a:cubicBezTo>
                  <a:cubicBezTo>
                    <a:pt x="185" y="432"/>
                    <a:pt x="201" y="434"/>
                    <a:pt x="216" y="428"/>
                  </a:cubicBezTo>
                  <a:cubicBezTo>
                    <a:pt x="230" y="439"/>
                    <a:pt x="249" y="442"/>
                    <a:pt x="266" y="435"/>
                  </a:cubicBezTo>
                  <a:cubicBezTo>
                    <a:pt x="284" y="428"/>
                    <a:pt x="291" y="413"/>
                    <a:pt x="291" y="395"/>
                  </a:cubicBezTo>
                  <a:cubicBezTo>
                    <a:pt x="297" y="394"/>
                    <a:pt x="301" y="392"/>
                    <a:pt x="306" y="388"/>
                  </a:cubicBezTo>
                  <a:cubicBezTo>
                    <a:pt x="313" y="399"/>
                    <a:pt x="324" y="406"/>
                    <a:pt x="340" y="407"/>
                  </a:cubicBezTo>
                  <a:cubicBezTo>
                    <a:pt x="363" y="409"/>
                    <a:pt x="386" y="394"/>
                    <a:pt x="388" y="370"/>
                  </a:cubicBezTo>
                  <a:cubicBezTo>
                    <a:pt x="389" y="353"/>
                    <a:pt x="382" y="335"/>
                    <a:pt x="382" y="318"/>
                  </a:cubicBezTo>
                  <a:cubicBezTo>
                    <a:pt x="382" y="299"/>
                    <a:pt x="385" y="280"/>
                    <a:pt x="388" y="261"/>
                  </a:cubicBezTo>
                  <a:cubicBezTo>
                    <a:pt x="394" y="223"/>
                    <a:pt x="402" y="185"/>
                    <a:pt x="396" y="146"/>
                  </a:cubicBezTo>
                  <a:cubicBezTo>
                    <a:pt x="396" y="145"/>
                    <a:pt x="396" y="145"/>
                    <a:pt x="396" y="1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54" name="Freeform 570">
              <a:extLst>
                <a:ext uri="{FF2B5EF4-FFF2-40B4-BE49-F238E27FC236}">
                  <a16:creationId xmlns:a16="http://schemas.microsoft.com/office/drawing/2014/main" id="{814896A2-7D51-AB60-8F2F-92E6309CC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6494" y="2353290"/>
              <a:ext cx="190152" cy="1280659"/>
            </a:xfrm>
            <a:custGeom>
              <a:avLst/>
              <a:gdLst>
                <a:gd name="T0" fmla="*/ 14 w 49"/>
                <a:gd name="T1" fmla="*/ 326 h 326"/>
                <a:gd name="T2" fmla="*/ 5 w 49"/>
                <a:gd name="T3" fmla="*/ 326 h 326"/>
                <a:gd name="T4" fmla="*/ 24 w 49"/>
                <a:gd name="T5" fmla="*/ 290 h 326"/>
                <a:gd name="T6" fmla="*/ 40 w 49"/>
                <a:gd name="T7" fmla="*/ 261 h 326"/>
                <a:gd name="T8" fmla="*/ 23 w 49"/>
                <a:gd name="T9" fmla="*/ 232 h 326"/>
                <a:gd name="T10" fmla="*/ 3 w 49"/>
                <a:gd name="T11" fmla="*/ 196 h 326"/>
                <a:gd name="T12" fmla="*/ 21 w 49"/>
                <a:gd name="T13" fmla="*/ 160 h 326"/>
                <a:gd name="T14" fmla="*/ 37 w 49"/>
                <a:gd name="T15" fmla="*/ 130 h 326"/>
                <a:gd name="T16" fmla="*/ 20 w 49"/>
                <a:gd name="T17" fmla="*/ 101 h 326"/>
                <a:gd name="T18" fmla="*/ 0 w 49"/>
                <a:gd name="T19" fmla="*/ 66 h 326"/>
                <a:gd name="T20" fmla="*/ 19 w 49"/>
                <a:gd name="T21" fmla="*/ 30 h 326"/>
                <a:gd name="T22" fmla="*/ 35 w 49"/>
                <a:gd name="T23" fmla="*/ 0 h 326"/>
                <a:gd name="T24" fmla="*/ 44 w 49"/>
                <a:gd name="T25" fmla="*/ 0 h 326"/>
                <a:gd name="T26" fmla="*/ 25 w 49"/>
                <a:gd name="T27" fmla="*/ 36 h 326"/>
                <a:gd name="T28" fmla="*/ 9 w 49"/>
                <a:gd name="T29" fmla="*/ 66 h 326"/>
                <a:gd name="T30" fmla="*/ 26 w 49"/>
                <a:gd name="T31" fmla="*/ 95 h 326"/>
                <a:gd name="T32" fmla="*/ 46 w 49"/>
                <a:gd name="T33" fmla="*/ 130 h 326"/>
                <a:gd name="T34" fmla="*/ 27 w 49"/>
                <a:gd name="T35" fmla="*/ 166 h 326"/>
                <a:gd name="T36" fmla="*/ 12 w 49"/>
                <a:gd name="T37" fmla="*/ 196 h 326"/>
                <a:gd name="T38" fmla="*/ 29 w 49"/>
                <a:gd name="T39" fmla="*/ 225 h 326"/>
                <a:gd name="T40" fmla="*/ 48 w 49"/>
                <a:gd name="T41" fmla="*/ 260 h 326"/>
                <a:gd name="T42" fmla="*/ 30 w 49"/>
                <a:gd name="T43" fmla="*/ 297 h 326"/>
                <a:gd name="T44" fmla="*/ 14 w 49"/>
                <a:gd name="T45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326">
                  <a:moveTo>
                    <a:pt x="14" y="326"/>
                  </a:moveTo>
                  <a:cubicBezTo>
                    <a:pt x="5" y="326"/>
                    <a:pt x="5" y="326"/>
                    <a:pt x="5" y="326"/>
                  </a:cubicBezTo>
                  <a:cubicBezTo>
                    <a:pt x="5" y="308"/>
                    <a:pt x="15" y="299"/>
                    <a:pt x="24" y="290"/>
                  </a:cubicBezTo>
                  <a:cubicBezTo>
                    <a:pt x="32" y="282"/>
                    <a:pt x="40" y="275"/>
                    <a:pt x="40" y="261"/>
                  </a:cubicBezTo>
                  <a:cubicBezTo>
                    <a:pt x="39" y="246"/>
                    <a:pt x="32" y="239"/>
                    <a:pt x="23" y="232"/>
                  </a:cubicBezTo>
                  <a:cubicBezTo>
                    <a:pt x="13" y="223"/>
                    <a:pt x="3" y="214"/>
                    <a:pt x="3" y="196"/>
                  </a:cubicBezTo>
                  <a:cubicBezTo>
                    <a:pt x="2" y="178"/>
                    <a:pt x="12" y="168"/>
                    <a:pt x="21" y="160"/>
                  </a:cubicBezTo>
                  <a:cubicBezTo>
                    <a:pt x="30" y="152"/>
                    <a:pt x="37" y="145"/>
                    <a:pt x="37" y="130"/>
                  </a:cubicBezTo>
                  <a:cubicBezTo>
                    <a:pt x="37" y="116"/>
                    <a:pt x="29" y="109"/>
                    <a:pt x="20" y="101"/>
                  </a:cubicBezTo>
                  <a:cubicBezTo>
                    <a:pt x="11" y="93"/>
                    <a:pt x="1" y="84"/>
                    <a:pt x="0" y="66"/>
                  </a:cubicBezTo>
                  <a:cubicBezTo>
                    <a:pt x="0" y="48"/>
                    <a:pt x="10" y="38"/>
                    <a:pt x="19" y="30"/>
                  </a:cubicBezTo>
                  <a:cubicBezTo>
                    <a:pt x="28" y="21"/>
                    <a:pt x="35" y="14"/>
                    <a:pt x="3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8"/>
                    <a:pt x="34" y="28"/>
                    <a:pt x="25" y="36"/>
                  </a:cubicBezTo>
                  <a:cubicBezTo>
                    <a:pt x="16" y="44"/>
                    <a:pt x="9" y="51"/>
                    <a:pt x="9" y="66"/>
                  </a:cubicBezTo>
                  <a:cubicBezTo>
                    <a:pt x="10" y="80"/>
                    <a:pt x="17" y="87"/>
                    <a:pt x="26" y="95"/>
                  </a:cubicBezTo>
                  <a:cubicBezTo>
                    <a:pt x="35" y="103"/>
                    <a:pt x="46" y="112"/>
                    <a:pt x="46" y="130"/>
                  </a:cubicBezTo>
                  <a:cubicBezTo>
                    <a:pt x="46" y="148"/>
                    <a:pt x="36" y="158"/>
                    <a:pt x="27" y="166"/>
                  </a:cubicBezTo>
                  <a:cubicBezTo>
                    <a:pt x="19" y="175"/>
                    <a:pt x="11" y="182"/>
                    <a:pt x="12" y="196"/>
                  </a:cubicBezTo>
                  <a:cubicBezTo>
                    <a:pt x="12" y="210"/>
                    <a:pt x="20" y="217"/>
                    <a:pt x="29" y="225"/>
                  </a:cubicBezTo>
                  <a:cubicBezTo>
                    <a:pt x="38" y="233"/>
                    <a:pt x="48" y="242"/>
                    <a:pt x="48" y="260"/>
                  </a:cubicBezTo>
                  <a:cubicBezTo>
                    <a:pt x="49" y="279"/>
                    <a:pt x="39" y="288"/>
                    <a:pt x="30" y="297"/>
                  </a:cubicBezTo>
                  <a:cubicBezTo>
                    <a:pt x="21" y="305"/>
                    <a:pt x="14" y="312"/>
                    <a:pt x="14" y="3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55" name="Freeform 571">
              <a:extLst>
                <a:ext uri="{FF2B5EF4-FFF2-40B4-BE49-F238E27FC236}">
                  <a16:creationId xmlns:a16="http://schemas.microsoft.com/office/drawing/2014/main" id="{4076DDA6-E368-752D-2D50-36B20C22B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138" y="2502204"/>
              <a:ext cx="190152" cy="1280659"/>
            </a:xfrm>
            <a:custGeom>
              <a:avLst/>
              <a:gdLst>
                <a:gd name="T0" fmla="*/ 14 w 48"/>
                <a:gd name="T1" fmla="*/ 326 h 326"/>
                <a:gd name="T2" fmla="*/ 5 w 48"/>
                <a:gd name="T3" fmla="*/ 326 h 326"/>
                <a:gd name="T4" fmla="*/ 23 w 48"/>
                <a:gd name="T5" fmla="*/ 290 h 326"/>
                <a:gd name="T6" fmla="*/ 39 w 48"/>
                <a:gd name="T7" fmla="*/ 261 h 326"/>
                <a:gd name="T8" fmla="*/ 22 w 48"/>
                <a:gd name="T9" fmla="*/ 232 h 326"/>
                <a:gd name="T10" fmla="*/ 2 w 48"/>
                <a:gd name="T11" fmla="*/ 196 h 326"/>
                <a:gd name="T12" fmla="*/ 21 w 48"/>
                <a:gd name="T13" fmla="*/ 160 h 326"/>
                <a:gd name="T14" fmla="*/ 37 w 48"/>
                <a:gd name="T15" fmla="*/ 130 h 326"/>
                <a:gd name="T16" fmla="*/ 20 w 48"/>
                <a:gd name="T17" fmla="*/ 101 h 326"/>
                <a:gd name="T18" fmla="*/ 0 w 48"/>
                <a:gd name="T19" fmla="*/ 66 h 326"/>
                <a:gd name="T20" fmla="*/ 19 w 48"/>
                <a:gd name="T21" fmla="*/ 30 h 326"/>
                <a:gd name="T22" fmla="*/ 35 w 48"/>
                <a:gd name="T23" fmla="*/ 0 h 326"/>
                <a:gd name="T24" fmla="*/ 43 w 48"/>
                <a:gd name="T25" fmla="*/ 0 h 326"/>
                <a:gd name="T26" fmla="*/ 25 w 48"/>
                <a:gd name="T27" fmla="*/ 36 h 326"/>
                <a:gd name="T28" fmla="*/ 9 w 48"/>
                <a:gd name="T29" fmla="*/ 66 h 326"/>
                <a:gd name="T30" fmla="*/ 26 w 48"/>
                <a:gd name="T31" fmla="*/ 95 h 326"/>
                <a:gd name="T32" fmla="*/ 46 w 48"/>
                <a:gd name="T33" fmla="*/ 130 h 326"/>
                <a:gd name="T34" fmla="*/ 27 w 48"/>
                <a:gd name="T35" fmla="*/ 166 h 326"/>
                <a:gd name="T36" fmla="*/ 11 w 48"/>
                <a:gd name="T37" fmla="*/ 196 h 326"/>
                <a:gd name="T38" fmla="*/ 28 w 48"/>
                <a:gd name="T39" fmla="*/ 225 h 326"/>
                <a:gd name="T40" fmla="*/ 48 w 48"/>
                <a:gd name="T41" fmla="*/ 261 h 326"/>
                <a:gd name="T42" fmla="*/ 29 w 48"/>
                <a:gd name="T43" fmla="*/ 297 h 326"/>
                <a:gd name="T44" fmla="*/ 14 w 48"/>
                <a:gd name="T45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326">
                  <a:moveTo>
                    <a:pt x="14" y="326"/>
                  </a:moveTo>
                  <a:cubicBezTo>
                    <a:pt x="5" y="326"/>
                    <a:pt x="5" y="326"/>
                    <a:pt x="5" y="326"/>
                  </a:cubicBezTo>
                  <a:cubicBezTo>
                    <a:pt x="4" y="308"/>
                    <a:pt x="14" y="299"/>
                    <a:pt x="23" y="290"/>
                  </a:cubicBezTo>
                  <a:cubicBezTo>
                    <a:pt x="32" y="282"/>
                    <a:pt x="39" y="275"/>
                    <a:pt x="39" y="261"/>
                  </a:cubicBezTo>
                  <a:cubicBezTo>
                    <a:pt x="39" y="246"/>
                    <a:pt x="31" y="240"/>
                    <a:pt x="22" y="232"/>
                  </a:cubicBezTo>
                  <a:cubicBezTo>
                    <a:pt x="13" y="224"/>
                    <a:pt x="3" y="214"/>
                    <a:pt x="2" y="196"/>
                  </a:cubicBezTo>
                  <a:cubicBezTo>
                    <a:pt x="2" y="178"/>
                    <a:pt x="12" y="168"/>
                    <a:pt x="21" y="160"/>
                  </a:cubicBezTo>
                  <a:cubicBezTo>
                    <a:pt x="30" y="152"/>
                    <a:pt x="37" y="145"/>
                    <a:pt x="37" y="130"/>
                  </a:cubicBezTo>
                  <a:cubicBezTo>
                    <a:pt x="37" y="116"/>
                    <a:pt x="29" y="109"/>
                    <a:pt x="20" y="101"/>
                  </a:cubicBezTo>
                  <a:cubicBezTo>
                    <a:pt x="11" y="93"/>
                    <a:pt x="0" y="84"/>
                    <a:pt x="0" y="66"/>
                  </a:cubicBezTo>
                  <a:cubicBezTo>
                    <a:pt x="0" y="48"/>
                    <a:pt x="10" y="38"/>
                    <a:pt x="19" y="30"/>
                  </a:cubicBezTo>
                  <a:cubicBezTo>
                    <a:pt x="27" y="22"/>
                    <a:pt x="35" y="15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18"/>
                    <a:pt x="34" y="28"/>
                    <a:pt x="25" y="36"/>
                  </a:cubicBezTo>
                  <a:cubicBezTo>
                    <a:pt x="16" y="44"/>
                    <a:pt x="9" y="52"/>
                    <a:pt x="9" y="66"/>
                  </a:cubicBezTo>
                  <a:cubicBezTo>
                    <a:pt x="9" y="80"/>
                    <a:pt x="17" y="87"/>
                    <a:pt x="26" y="95"/>
                  </a:cubicBezTo>
                  <a:cubicBezTo>
                    <a:pt x="35" y="103"/>
                    <a:pt x="45" y="112"/>
                    <a:pt x="46" y="130"/>
                  </a:cubicBezTo>
                  <a:cubicBezTo>
                    <a:pt x="46" y="149"/>
                    <a:pt x="36" y="158"/>
                    <a:pt x="27" y="166"/>
                  </a:cubicBezTo>
                  <a:cubicBezTo>
                    <a:pt x="18" y="175"/>
                    <a:pt x="11" y="182"/>
                    <a:pt x="11" y="196"/>
                  </a:cubicBezTo>
                  <a:cubicBezTo>
                    <a:pt x="12" y="210"/>
                    <a:pt x="19" y="217"/>
                    <a:pt x="28" y="225"/>
                  </a:cubicBezTo>
                  <a:cubicBezTo>
                    <a:pt x="37" y="233"/>
                    <a:pt x="48" y="242"/>
                    <a:pt x="48" y="261"/>
                  </a:cubicBezTo>
                  <a:cubicBezTo>
                    <a:pt x="48" y="279"/>
                    <a:pt x="38" y="288"/>
                    <a:pt x="29" y="297"/>
                  </a:cubicBezTo>
                  <a:cubicBezTo>
                    <a:pt x="21" y="305"/>
                    <a:pt x="13" y="312"/>
                    <a:pt x="14" y="3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57" name="Freeform 572">
              <a:extLst>
                <a:ext uri="{FF2B5EF4-FFF2-40B4-BE49-F238E27FC236}">
                  <a16:creationId xmlns:a16="http://schemas.microsoft.com/office/drawing/2014/main" id="{55C7BA6C-7958-803F-C2FD-1F284FCD4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4051" y="2729010"/>
              <a:ext cx="192443" cy="1280659"/>
            </a:xfrm>
            <a:custGeom>
              <a:avLst/>
              <a:gdLst>
                <a:gd name="T0" fmla="*/ 14 w 49"/>
                <a:gd name="T1" fmla="*/ 326 h 326"/>
                <a:gd name="T2" fmla="*/ 5 w 49"/>
                <a:gd name="T3" fmla="*/ 326 h 326"/>
                <a:gd name="T4" fmla="*/ 24 w 49"/>
                <a:gd name="T5" fmla="*/ 290 h 326"/>
                <a:gd name="T6" fmla="*/ 40 w 49"/>
                <a:gd name="T7" fmla="*/ 260 h 326"/>
                <a:gd name="T8" fmla="*/ 23 w 49"/>
                <a:gd name="T9" fmla="*/ 231 h 326"/>
                <a:gd name="T10" fmla="*/ 3 w 49"/>
                <a:gd name="T11" fmla="*/ 196 h 326"/>
                <a:gd name="T12" fmla="*/ 22 w 49"/>
                <a:gd name="T13" fmla="*/ 160 h 326"/>
                <a:gd name="T14" fmla="*/ 37 w 49"/>
                <a:gd name="T15" fmla="*/ 130 h 326"/>
                <a:gd name="T16" fmla="*/ 20 w 49"/>
                <a:gd name="T17" fmla="*/ 101 h 326"/>
                <a:gd name="T18" fmla="*/ 1 w 49"/>
                <a:gd name="T19" fmla="*/ 66 h 326"/>
                <a:gd name="T20" fmla="*/ 19 w 49"/>
                <a:gd name="T21" fmla="*/ 29 h 326"/>
                <a:gd name="T22" fmla="*/ 35 w 49"/>
                <a:gd name="T23" fmla="*/ 0 h 326"/>
                <a:gd name="T24" fmla="*/ 44 w 49"/>
                <a:gd name="T25" fmla="*/ 0 h 326"/>
                <a:gd name="T26" fmla="*/ 25 w 49"/>
                <a:gd name="T27" fmla="*/ 36 h 326"/>
                <a:gd name="T28" fmla="*/ 9 w 49"/>
                <a:gd name="T29" fmla="*/ 65 h 326"/>
                <a:gd name="T30" fmla="*/ 26 w 49"/>
                <a:gd name="T31" fmla="*/ 94 h 326"/>
                <a:gd name="T32" fmla="*/ 46 w 49"/>
                <a:gd name="T33" fmla="*/ 130 h 326"/>
                <a:gd name="T34" fmla="*/ 28 w 49"/>
                <a:gd name="T35" fmla="*/ 166 h 326"/>
                <a:gd name="T36" fmla="*/ 12 w 49"/>
                <a:gd name="T37" fmla="*/ 196 h 326"/>
                <a:gd name="T38" fmla="*/ 29 w 49"/>
                <a:gd name="T39" fmla="*/ 225 h 326"/>
                <a:gd name="T40" fmla="*/ 49 w 49"/>
                <a:gd name="T41" fmla="*/ 260 h 326"/>
                <a:gd name="T42" fmla="*/ 30 w 49"/>
                <a:gd name="T43" fmla="*/ 296 h 326"/>
                <a:gd name="T44" fmla="*/ 14 w 49"/>
                <a:gd name="T45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326">
                  <a:moveTo>
                    <a:pt x="14" y="326"/>
                  </a:moveTo>
                  <a:cubicBezTo>
                    <a:pt x="5" y="326"/>
                    <a:pt x="5" y="326"/>
                    <a:pt x="5" y="326"/>
                  </a:cubicBezTo>
                  <a:cubicBezTo>
                    <a:pt x="5" y="308"/>
                    <a:pt x="15" y="298"/>
                    <a:pt x="24" y="290"/>
                  </a:cubicBezTo>
                  <a:cubicBezTo>
                    <a:pt x="32" y="282"/>
                    <a:pt x="40" y="275"/>
                    <a:pt x="40" y="260"/>
                  </a:cubicBezTo>
                  <a:cubicBezTo>
                    <a:pt x="39" y="246"/>
                    <a:pt x="32" y="239"/>
                    <a:pt x="23" y="231"/>
                  </a:cubicBezTo>
                  <a:cubicBezTo>
                    <a:pt x="14" y="223"/>
                    <a:pt x="3" y="214"/>
                    <a:pt x="3" y="196"/>
                  </a:cubicBezTo>
                  <a:cubicBezTo>
                    <a:pt x="3" y="177"/>
                    <a:pt x="13" y="168"/>
                    <a:pt x="22" y="160"/>
                  </a:cubicBezTo>
                  <a:cubicBezTo>
                    <a:pt x="30" y="151"/>
                    <a:pt x="38" y="144"/>
                    <a:pt x="37" y="130"/>
                  </a:cubicBezTo>
                  <a:cubicBezTo>
                    <a:pt x="37" y="116"/>
                    <a:pt x="29" y="109"/>
                    <a:pt x="20" y="101"/>
                  </a:cubicBezTo>
                  <a:cubicBezTo>
                    <a:pt x="11" y="93"/>
                    <a:pt x="1" y="84"/>
                    <a:pt x="1" y="66"/>
                  </a:cubicBezTo>
                  <a:cubicBezTo>
                    <a:pt x="0" y="47"/>
                    <a:pt x="10" y="38"/>
                    <a:pt x="19" y="29"/>
                  </a:cubicBezTo>
                  <a:cubicBezTo>
                    <a:pt x="28" y="21"/>
                    <a:pt x="35" y="14"/>
                    <a:pt x="3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8"/>
                    <a:pt x="34" y="27"/>
                    <a:pt x="25" y="36"/>
                  </a:cubicBezTo>
                  <a:cubicBezTo>
                    <a:pt x="17" y="44"/>
                    <a:pt x="9" y="51"/>
                    <a:pt x="9" y="65"/>
                  </a:cubicBezTo>
                  <a:cubicBezTo>
                    <a:pt x="10" y="80"/>
                    <a:pt x="17" y="86"/>
                    <a:pt x="26" y="94"/>
                  </a:cubicBezTo>
                  <a:cubicBezTo>
                    <a:pt x="36" y="102"/>
                    <a:pt x="46" y="112"/>
                    <a:pt x="46" y="130"/>
                  </a:cubicBezTo>
                  <a:cubicBezTo>
                    <a:pt x="47" y="148"/>
                    <a:pt x="37" y="158"/>
                    <a:pt x="28" y="166"/>
                  </a:cubicBezTo>
                  <a:cubicBezTo>
                    <a:pt x="19" y="174"/>
                    <a:pt x="12" y="181"/>
                    <a:pt x="12" y="196"/>
                  </a:cubicBezTo>
                  <a:cubicBezTo>
                    <a:pt x="12" y="210"/>
                    <a:pt x="20" y="217"/>
                    <a:pt x="29" y="225"/>
                  </a:cubicBezTo>
                  <a:cubicBezTo>
                    <a:pt x="38" y="233"/>
                    <a:pt x="48" y="242"/>
                    <a:pt x="49" y="260"/>
                  </a:cubicBezTo>
                  <a:cubicBezTo>
                    <a:pt x="49" y="278"/>
                    <a:pt x="39" y="288"/>
                    <a:pt x="30" y="296"/>
                  </a:cubicBezTo>
                  <a:cubicBezTo>
                    <a:pt x="21" y="304"/>
                    <a:pt x="14" y="312"/>
                    <a:pt x="14" y="3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58" name="Freeform 573">
              <a:extLst>
                <a:ext uri="{FF2B5EF4-FFF2-40B4-BE49-F238E27FC236}">
                  <a16:creationId xmlns:a16="http://schemas.microsoft.com/office/drawing/2014/main" id="{1A7FAE63-311D-6AAD-C552-1631033EC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7164" y="3455059"/>
              <a:ext cx="1697619" cy="1839659"/>
            </a:xfrm>
            <a:custGeom>
              <a:avLst/>
              <a:gdLst>
                <a:gd name="T0" fmla="*/ 399 w 433"/>
                <a:gd name="T1" fmla="*/ 291 h 468"/>
                <a:gd name="T2" fmla="*/ 400 w 433"/>
                <a:gd name="T3" fmla="*/ 288 h 468"/>
                <a:gd name="T4" fmla="*/ 381 w 433"/>
                <a:gd name="T5" fmla="*/ 225 h 468"/>
                <a:gd name="T6" fmla="*/ 375 w 433"/>
                <a:gd name="T7" fmla="*/ 222 h 468"/>
                <a:gd name="T8" fmla="*/ 388 w 433"/>
                <a:gd name="T9" fmla="*/ 209 h 468"/>
                <a:gd name="T10" fmla="*/ 424 w 433"/>
                <a:gd name="T11" fmla="*/ 166 h 468"/>
                <a:gd name="T12" fmla="*/ 394 w 433"/>
                <a:gd name="T13" fmla="*/ 106 h 468"/>
                <a:gd name="T14" fmla="*/ 356 w 433"/>
                <a:gd name="T15" fmla="*/ 112 h 468"/>
                <a:gd name="T16" fmla="*/ 337 w 433"/>
                <a:gd name="T17" fmla="*/ 128 h 468"/>
                <a:gd name="T18" fmla="*/ 344 w 433"/>
                <a:gd name="T19" fmla="*/ 114 h 468"/>
                <a:gd name="T20" fmla="*/ 357 w 433"/>
                <a:gd name="T21" fmla="*/ 80 h 468"/>
                <a:gd name="T22" fmla="*/ 342 w 433"/>
                <a:gd name="T23" fmla="*/ 44 h 468"/>
                <a:gd name="T24" fmla="*/ 269 w 433"/>
                <a:gd name="T25" fmla="*/ 60 h 468"/>
                <a:gd name="T26" fmla="*/ 258 w 433"/>
                <a:gd name="T27" fmla="*/ 81 h 468"/>
                <a:gd name="T28" fmla="*/ 249 w 433"/>
                <a:gd name="T29" fmla="*/ 14 h 468"/>
                <a:gd name="T30" fmla="*/ 187 w 433"/>
                <a:gd name="T31" fmla="*/ 16 h 468"/>
                <a:gd name="T32" fmla="*/ 171 w 433"/>
                <a:gd name="T33" fmla="*/ 49 h 468"/>
                <a:gd name="T34" fmla="*/ 157 w 433"/>
                <a:gd name="T35" fmla="*/ 104 h 468"/>
                <a:gd name="T36" fmla="*/ 152 w 433"/>
                <a:gd name="T37" fmla="*/ 105 h 468"/>
                <a:gd name="T38" fmla="*/ 147 w 433"/>
                <a:gd name="T39" fmla="*/ 91 h 468"/>
                <a:gd name="T40" fmla="*/ 116 w 433"/>
                <a:gd name="T41" fmla="*/ 68 h 468"/>
                <a:gd name="T42" fmla="*/ 47 w 433"/>
                <a:gd name="T43" fmla="*/ 131 h 468"/>
                <a:gd name="T44" fmla="*/ 6 w 433"/>
                <a:gd name="T45" fmla="*/ 280 h 468"/>
                <a:gd name="T46" fmla="*/ 19 w 433"/>
                <a:gd name="T47" fmla="*/ 336 h 468"/>
                <a:gd name="T48" fmla="*/ 47 w 433"/>
                <a:gd name="T49" fmla="*/ 345 h 468"/>
                <a:gd name="T50" fmla="*/ 74 w 433"/>
                <a:gd name="T51" fmla="*/ 379 h 468"/>
                <a:gd name="T52" fmla="*/ 106 w 433"/>
                <a:gd name="T53" fmla="*/ 418 h 468"/>
                <a:gd name="T54" fmla="*/ 152 w 433"/>
                <a:gd name="T55" fmla="*/ 405 h 468"/>
                <a:gd name="T56" fmla="*/ 167 w 433"/>
                <a:gd name="T57" fmla="*/ 410 h 468"/>
                <a:gd name="T58" fmla="*/ 179 w 433"/>
                <a:gd name="T59" fmla="*/ 447 h 468"/>
                <a:gd name="T60" fmla="*/ 240 w 433"/>
                <a:gd name="T61" fmla="*/ 452 h 468"/>
                <a:gd name="T62" fmla="*/ 271 w 433"/>
                <a:gd name="T63" fmla="*/ 409 h 468"/>
                <a:gd name="T64" fmla="*/ 313 w 433"/>
                <a:gd name="T65" fmla="*/ 372 h 468"/>
                <a:gd name="T66" fmla="*/ 397 w 433"/>
                <a:gd name="T67" fmla="*/ 293 h 468"/>
                <a:gd name="T68" fmla="*/ 399 w 433"/>
                <a:gd name="T69" fmla="*/ 291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33" h="468">
                  <a:moveTo>
                    <a:pt x="399" y="291"/>
                  </a:moveTo>
                  <a:cubicBezTo>
                    <a:pt x="399" y="290"/>
                    <a:pt x="400" y="289"/>
                    <a:pt x="400" y="288"/>
                  </a:cubicBezTo>
                  <a:cubicBezTo>
                    <a:pt x="412" y="265"/>
                    <a:pt x="404" y="238"/>
                    <a:pt x="381" y="225"/>
                  </a:cubicBezTo>
                  <a:cubicBezTo>
                    <a:pt x="379" y="224"/>
                    <a:pt x="377" y="223"/>
                    <a:pt x="375" y="222"/>
                  </a:cubicBezTo>
                  <a:cubicBezTo>
                    <a:pt x="379" y="218"/>
                    <a:pt x="383" y="213"/>
                    <a:pt x="388" y="209"/>
                  </a:cubicBezTo>
                  <a:cubicBezTo>
                    <a:pt x="400" y="196"/>
                    <a:pt x="418" y="184"/>
                    <a:pt x="424" y="166"/>
                  </a:cubicBezTo>
                  <a:cubicBezTo>
                    <a:pt x="433" y="142"/>
                    <a:pt x="418" y="114"/>
                    <a:pt x="394" y="106"/>
                  </a:cubicBezTo>
                  <a:cubicBezTo>
                    <a:pt x="381" y="101"/>
                    <a:pt x="367" y="104"/>
                    <a:pt x="356" y="112"/>
                  </a:cubicBezTo>
                  <a:cubicBezTo>
                    <a:pt x="350" y="116"/>
                    <a:pt x="343" y="122"/>
                    <a:pt x="337" y="128"/>
                  </a:cubicBezTo>
                  <a:cubicBezTo>
                    <a:pt x="340" y="123"/>
                    <a:pt x="342" y="119"/>
                    <a:pt x="344" y="114"/>
                  </a:cubicBezTo>
                  <a:cubicBezTo>
                    <a:pt x="349" y="103"/>
                    <a:pt x="356" y="92"/>
                    <a:pt x="357" y="80"/>
                  </a:cubicBezTo>
                  <a:cubicBezTo>
                    <a:pt x="359" y="66"/>
                    <a:pt x="353" y="53"/>
                    <a:pt x="342" y="44"/>
                  </a:cubicBezTo>
                  <a:cubicBezTo>
                    <a:pt x="318" y="26"/>
                    <a:pt x="282" y="34"/>
                    <a:pt x="269" y="60"/>
                  </a:cubicBezTo>
                  <a:cubicBezTo>
                    <a:pt x="265" y="67"/>
                    <a:pt x="262" y="74"/>
                    <a:pt x="258" y="81"/>
                  </a:cubicBezTo>
                  <a:cubicBezTo>
                    <a:pt x="264" y="58"/>
                    <a:pt x="269" y="30"/>
                    <a:pt x="249" y="14"/>
                  </a:cubicBezTo>
                  <a:cubicBezTo>
                    <a:pt x="231" y="0"/>
                    <a:pt x="203" y="2"/>
                    <a:pt x="187" y="16"/>
                  </a:cubicBezTo>
                  <a:cubicBezTo>
                    <a:pt x="177" y="25"/>
                    <a:pt x="173" y="36"/>
                    <a:pt x="171" y="49"/>
                  </a:cubicBezTo>
                  <a:cubicBezTo>
                    <a:pt x="167" y="68"/>
                    <a:pt x="163" y="86"/>
                    <a:pt x="157" y="104"/>
                  </a:cubicBezTo>
                  <a:cubicBezTo>
                    <a:pt x="155" y="104"/>
                    <a:pt x="153" y="104"/>
                    <a:pt x="152" y="105"/>
                  </a:cubicBezTo>
                  <a:cubicBezTo>
                    <a:pt x="151" y="101"/>
                    <a:pt x="150" y="96"/>
                    <a:pt x="147" y="91"/>
                  </a:cubicBezTo>
                  <a:cubicBezTo>
                    <a:pt x="141" y="79"/>
                    <a:pt x="129" y="71"/>
                    <a:pt x="116" y="68"/>
                  </a:cubicBezTo>
                  <a:cubicBezTo>
                    <a:pt x="74" y="59"/>
                    <a:pt x="60" y="99"/>
                    <a:pt x="47" y="131"/>
                  </a:cubicBezTo>
                  <a:cubicBezTo>
                    <a:pt x="28" y="179"/>
                    <a:pt x="15" y="229"/>
                    <a:pt x="6" y="280"/>
                  </a:cubicBezTo>
                  <a:cubicBezTo>
                    <a:pt x="2" y="301"/>
                    <a:pt x="0" y="322"/>
                    <a:pt x="19" y="336"/>
                  </a:cubicBezTo>
                  <a:cubicBezTo>
                    <a:pt x="27" y="342"/>
                    <a:pt x="37" y="345"/>
                    <a:pt x="47" y="345"/>
                  </a:cubicBezTo>
                  <a:cubicBezTo>
                    <a:pt x="49" y="360"/>
                    <a:pt x="59" y="373"/>
                    <a:pt x="74" y="379"/>
                  </a:cubicBezTo>
                  <a:cubicBezTo>
                    <a:pt x="77" y="396"/>
                    <a:pt x="89" y="411"/>
                    <a:pt x="106" y="418"/>
                  </a:cubicBezTo>
                  <a:cubicBezTo>
                    <a:pt x="124" y="425"/>
                    <a:pt x="140" y="418"/>
                    <a:pt x="152" y="405"/>
                  </a:cubicBezTo>
                  <a:cubicBezTo>
                    <a:pt x="156" y="408"/>
                    <a:pt x="161" y="410"/>
                    <a:pt x="167" y="410"/>
                  </a:cubicBezTo>
                  <a:cubicBezTo>
                    <a:pt x="165" y="423"/>
                    <a:pt x="168" y="435"/>
                    <a:pt x="179" y="447"/>
                  </a:cubicBezTo>
                  <a:cubicBezTo>
                    <a:pt x="195" y="463"/>
                    <a:pt x="222" y="468"/>
                    <a:pt x="240" y="452"/>
                  </a:cubicBezTo>
                  <a:cubicBezTo>
                    <a:pt x="253" y="440"/>
                    <a:pt x="259" y="422"/>
                    <a:pt x="271" y="409"/>
                  </a:cubicBezTo>
                  <a:cubicBezTo>
                    <a:pt x="283" y="395"/>
                    <a:pt x="298" y="384"/>
                    <a:pt x="313" y="372"/>
                  </a:cubicBezTo>
                  <a:cubicBezTo>
                    <a:pt x="344" y="348"/>
                    <a:pt x="375" y="325"/>
                    <a:pt x="397" y="293"/>
                  </a:cubicBezTo>
                  <a:cubicBezTo>
                    <a:pt x="398" y="292"/>
                    <a:pt x="398" y="291"/>
                    <a:pt x="399" y="2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C45C7EF-A727-B964-CBB7-7DBE66898DBC}"/>
                </a:ext>
              </a:extLst>
            </p:cNvPr>
            <p:cNvGrpSpPr/>
            <p:nvPr/>
          </p:nvGrpSpPr>
          <p:grpSpPr>
            <a:xfrm>
              <a:off x="749833" y="2108155"/>
              <a:ext cx="1805295" cy="2164979"/>
              <a:chOff x="77061" y="4927649"/>
              <a:chExt cx="1740475" cy="2087244"/>
            </a:xfrm>
            <a:solidFill>
              <a:schemeClr val="bg1"/>
            </a:solidFill>
          </p:grpSpPr>
          <p:sp>
            <p:nvSpPr>
              <p:cNvPr id="243" name="Freeform 580">
                <a:extLst>
                  <a:ext uri="{FF2B5EF4-FFF2-40B4-BE49-F238E27FC236}">
                    <a16:creationId xmlns:a16="http://schemas.microsoft.com/office/drawing/2014/main" id="{B90727CE-A866-7B63-8B84-CC1E327DF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61" y="4927649"/>
                <a:ext cx="1740475" cy="2087244"/>
              </a:xfrm>
              <a:custGeom>
                <a:avLst/>
                <a:gdLst>
                  <a:gd name="T0" fmla="*/ 18 w 460"/>
                  <a:gd name="T1" fmla="*/ 413 h 551"/>
                  <a:gd name="T2" fmla="*/ 17 w 460"/>
                  <a:gd name="T3" fmla="*/ 376 h 551"/>
                  <a:gd name="T4" fmla="*/ 28 w 460"/>
                  <a:gd name="T5" fmla="*/ 340 h 551"/>
                  <a:gd name="T6" fmla="*/ 16 w 460"/>
                  <a:gd name="T7" fmla="*/ 238 h 551"/>
                  <a:gd name="T8" fmla="*/ 17 w 460"/>
                  <a:gd name="T9" fmla="*/ 137 h 551"/>
                  <a:gd name="T10" fmla="*/ 66 w 460"/>
                  <a:gd name="T11" fmla="*/ 228 h 551"/>
                  <a:gd name="T12" fmla="*/ 68 w 460"/>
                  <a:gd name="T13" fmla="*/ 336 h 551"/>
                  <a:gd name="T14" fmla="*/ 84 w 460"/>
                  <a:gd name="T15" fmla="*/ 442 h 551"/>
                  <a:gd name="T16" fmla="*/ 129 w 460"/>
                  <a:gd name="T17" fmla="*/ 501 h 551"/>
                  <a:gd name="T18" fmla="*/ 140 w 460"/>
                  <a:gd name="T19" fmla="*/ 458 h 551"/>
                  <a:gd name="T20" fmla="*/ 107 w 460"/>
                  <a:gd name="T21" fmla="*/ 376 h 551"/>
                  <a:gd name="T22" fmla="*/ 121 w 460"/>
                  <a:gd name="T23" fmla="*/ 325 h 551"/>
                  <a:gd name="T24" fmla="*/ 107 w 460"/>
                  <a:gd name="T25" fmla="*/ 288 h 551"/>
                  <a:gd name="T26" fmla="*/ 90 w 460"/>
                  <a:gd name="T27" fmla="*/ 232 h 551"/>
                  <a:gd name="T28" fmla="*/ 132 w 460"/>
                  <a:gd name="T29" fmla="*/ 284 h 551"/>
                  <a:gd name="T30" fmla="*/ 152 w 460"/>
                  <a:gd name="T31" fmla="*/ 348 h 551"/>
                  <a:gd name="T32" fmla="*/ 142 w 460"/>
                  <a:gd name="T33" fmla="*/ 378 h 551"/>
                  <a:gd name="T34" fmla="*/ 157 w 460"/>
                  <a:gd name="T35" fmla="*/ 413 h 551"/>
                  <a:gd name="T36" fmla="*/ 158 w 460"/>
                  <a:gd name="T37" fmla="*/ 467 h 551"/>
                  <a:gd name="T38" fmla="*/ 150 w 460"/>
                  <a:gd name="T39" fmla="*/ 504 h 551"/>
                  <a:gd name="T40" fmla="*/ 189 w 460"/>
                  <a:gd name="T41" fmla="*/ 423 h 551"/>
                  <a:gd name="T42" fmla="*/ 178 w 460"/>
                  <a:gd name="T43" fmla="*/ 315 h 551"/>
                  <a:gd name="T44" fmla="*/ 155 w 460"/>
                  <a:gd name="T45" fmla="*/ 250 h 551"/>
                  <a:gd name="T46" fmla="*/ 166 w 460"/>
                  <a:gd name="T47" fmla="*/ 212 h 551"/>
                  <a:gd name="T48" fmla="*/ 141 w 460"/>
                  <a:gd name="T49" fmla="*/ 159 h 551"/>
                  <a:gd name="T50" fmla="*/ 96 w 460"/>
                  <a:gd name="T51" fmla="*/ 117 h 551"/>
                  <a:gd name="T52" fmla="*/ 100 w 460"/>
                  <a:gd name="T53" fmla="*/ 0 h 551"/>
                  <a:gd name="T54" fmla="*/ 125 w 460"/>
                  <a:gd name="T55" fmla="*/ 97 h 551"/>
                  <a:gd name="T56" fmla="*/ 169 w 460"/>
                  <a:gd name="T57" fmla="*/ 128 h 551"/>
                  <a:gd name="T58" fmla="*/ 199 w 460"/>
                  <a:gd name="T59" fmla="*/ 204 h 551"/>
                  <a:gd name="T60" fmla="*/ 191 w 460"/>
                  <a:gd name="T61" fmla="*/ 255 h 551"/>
                  <a:gd name="T62" fmla="*/ 236 w 460"/>
                  <a:gd name="T63" fmla="*/ 347 h 551"/>
                  <a:gd name="T64" fmla="*/ 216 w 460"/>
                  <a:gd name="T65" fmla="*/ 430 h 551"/>
                  <a:gd name="T66" fmla="*/ 201 w 460"/>
                  <a:gd name="T67" fmla="*/ 462 h 551"/>
                  <a:gd name="T68" fmla="*/ 215 w 460"/>
                  <a:gd name="T69" fmla="*/ 491 h 551"/>
                  <a:gd name="T70" fmla="*/ 243 w 460"/>
                  <a:gd name="T71" fmla="*/ 483 h 551"/>
                  <a:gd name="T72" fmla="*/ 277 w 460"/>
                  <a:gd name="T73" fmla="*/ 357 h 551"/>
                  <a:gd name="T74" fmla="*/ 258 w 460"/>
                  <a:gd name="T75" fmla="*/ 303 h 551"/>
                  <a:gd name="T76" fmla="*/ 286 w 460"/>
                  <a:gd name="T77" fmla="*/ 219 h 551"/>
                  <a:gd name="T78" fmla="*/ 239 w 460"/>
                  <a:gd name="T79" fmla="*/ 168 h 551"/>
                  <a:gd name="T80" fmla="*/ 252 w 460"/>
                  <a:gd name="T81" fmla="*/ 126 h 551"/>
                  <a:gd name="T82" fmla="*/ 281 w 460"/>
                  <a:gd name="T83" fmla="*/ 89 h 551"/>
                  <a:gd name="T84" fmla="*/ 271 w 460"/>
                  <a:gd name="T85" fmla="*/ 49 h 551"/>
                  <a:gd name="T86" fmla="*/ 312 w 460"/>
                  <a:gd name="T87" fmla="*/ 110 h 551"/>
                  <a:gd name="T88" fmla="*/ 295 w 460"/>
                  <a:gd name="T89" fmla="*/ 157 h 551"/>
                  <a:gd name="T90" fmla="*/ 339 w 460"/>
                  <a:gd name="T91" fmla="*/ 207 h 551"/>
                  <a:gd name="T92" fmla="*/ 328 w 460"/>
                  <a:gd name="T93" fmla="*/ 276 h 551"/>
                  <a:gd name="T94" fmla="*/ 319 w 460"/>
                  <a:gd name="T95" fmla="*/ 303 h 551"/>
                  <a:gd name="T96" fmla="*/ 340 w 460"/>
                  <a:gd name="T97" fmla="*/ 345 h 551"/>
                  <a:gd name="T98" fmla="*/ 335 w 460"/>
                  <a:gd name="T99" fmla="*/ 429 h 551"/>
                  <a:gd name="T100" fmla="*/ 274 w 460"/>
                  <a:gd name="T101" fmla="*/ 492 h 551"/>
                  <a:gd name="T102" fmla="*/ 373 w 460"/>
                  <a:gd name="T103" fmla="*/ 457 h 551"/>
                  <a:gd name="T104" fmla="*/ 400 w 460"/>
                  <a:gd name="T105" fmla="*/ 362 h 551"/>
                  <a:gd name="T106" fmla="*/ 380 w 460"/>
                  <a:gd name="T107" fmla="*/ 304 h 551"/>
                  <a:gd name="T108" fmla="*/ 412 w 460"/>
                  <a:gd name="T109" fmla="*/ 271 h 551"/>
                  <a:gd name="T110" fmla="*/ 416 w 460"/>
                  <a:gd name="T111" fmla="*/ 198 h 551"/>
                  <a:gd name="T112" fmla="*/ 445 w 460"/>
                  <a:gd name="T113" fmla="*/ 237 h 551"/>
                  <a:gd name="T114" fmla="*/ 447 w 460"/>
                  <a:gd name="T115" fmla="*/ 286 h 551"/>
                  <a:gd name="T116" fmla="*/ 434 w 460"/>
                  <a:gd name="T117" fmla="*/ 307 h 551"/>
                  <a:gd name="T118" fmla="*/ 450 w 460"/>
                  <a:gd name="T119" fmla="*/ 431 h 551"/>
                  <a:gd name="T120" fmla="*/ 257 w 460"/>
                  <a:gd name="T121" fmla="*/ 543 h 551"/>
                  <a:gd name="T122" fmla="*/ 126 w 460"/>
                  <a:gd name="T123" fmla="*/ 532 h 551"/>
                  <a:gd name="T124" fmla="*/ 18 w 460"/>
                  <a:gd name="T125" fmla="*/ 41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60" h="551">
                    <a:moveTo>
                      <a:pt x="18" y="413"/>
                    </a:moveTo>
                    <a:cubicBezTo>
                      <a:pt x="16" y="401"/>
                      <a:pt x="15" y="389"/>
                      <a:pt x="17" y="376"/>
                    </a:cubicBezTo>
                    <a:cubicBezTo>
                      <a:pt x="19" y="364"/>
                      <a:pt x="25" y="352"/>
                      <a:pt x="28" y="340"/>
                    </a:cubicBezTo>
                    <a:cubicBezTo>
                      <a:pt x="36" y="307"/>
                      <a:pt x="25" y="272"/>
                      <a:pt x="16" y="238"/>
                    </a:cubicBezTo>
                    <a:cubicBezTo>
                      <a:pt x="7" y="205"/>
                      <a:pt x="0" y="167"/>
                      <a:pt x="17" y="137"/>
                    </a:cubicBezTo>
                    <a:cubicBezTo>
                      <a:pt x="17" y="173"/>
                      <a:pt x="52" y="195"/>
                      <a:pt x="66" y="228"/>
                    </a:cubicBezTo>
                    <a:cubicBezTo>
                      <a:pt x="81" y="262"/>
                      <a:pt x="74" y="300"/>
                      <a:pt x="68" y="336"/>
                    </a:cubicBezTo>
                    <a:cubicBezTo>
                      <a:pt x="63" y="373"/>
                      <a:pt x="61" y="413"/>
                      <a:pt x="84" y="442"/>
                    </a:cubicBezTo>
                    <a:cubicBezTo>
                      <a:pt x="100" y="461"/>
                      <a:pt x="128" y="475"/>
                      <a:pt x="129" y="501"/>
                    </a:cubicBezTo>
                    <a:cubicBezTo>
                      <a:pt x="129" y="485"/>
                      <a:pt x="140" y="474"/>
                      <a:pt x="140" y="458"/>
                    </a:cubicBezTo>
                    <a:cubicBezTo>
                      <a:pt x="139" y="428"/>
                      <a:pt x="106" y="406"/>
                      <a:pt x="107" y="376"/>
                    </a:cubicBezTo>
                    <a:cubicBezTo>
                      <a:pt x="108" y="358"/>
                      <a:pt x="121" y="343"/>
                      <a:pt x="121" y="325"/>
                    </a:cubicBezTo>
                    <a:cubicBezTo>
                      <a:pt x="120" y="312"/>
                      <a:pt x="113" y="300"/>
                      <a:pt x="107" y="288"/>
                    </a:cubicBezTo>
                    <a:cubicBezTo>
                      <a:pt x="97" y="271"/>
                      <a:pt x="92" y="252"/>
                      <a:pt x="90" y="232"/>
                    </a:cubicBezTo>
                    <a:cubicBezTo>
                      <a:pt x="100" y="253"/>
                      <a:pt x="116" y="266"/>
                      <a:pt x="132" y="284"/>
                    </a:cubicBezTo>
                    <a:cubicBezTo>
                      <a:pt x="147" y="302"/>
                      <a:pt x="159" y="326"/>
                      <a:pt x="152" y="348"/>
                    </a:cubicBezTo>
                    <a:cubicBezTo>
                      <a:pt x="149" y="358"/>
                      <a:pt x="142" y="367"/>
                      <a:pt x="142" y="378"/>
                    </a:cubicBezTo>
                    <a:cubicBezTo>
                      <a:pt x="142" y="391"/>
                      <a:pt x="151" y="401"/>
                      <a:pt x="157" y="413"/>
                    </a:cubicBezTo>
                    <a:cubicBezTo>
                      <a:pt x="166" y="430"/>
                      <a:pt x="166" y="450"/>
                      <a:pt x="158" y="467"/>
                    </a:cubicBezTo>
                    <a:cubicBezTo>
                      <a:pt x="153" y="479"/>
                      <a:pt x="144" y="492"/>
                      <a:pt x="150" y="504"/>
                    </a:cubicBezTo>
                    <a:cubicBezTo>
                      <a:pt x="174" y="486"/>
                      <a:pt x="187" y="453"/>
                      <a:pt x="189" y="423"/>
                    </a:cubicBezTo>
                    <a:cubicBezTo>
                      <a:pt x="191" y="386"/>
                      <a:pt x="193" y="348"/>
                      <a:pt x="178" y="315"/>
                    </a:cubicBezTo>
                    <a:cubicBezTo>
                      <a:pt x="169" y="294"/>
                      <a:pt x="152" y="274"/>
                      <a:pt x="155" y="250"/>
                    </a:cubicBezTo>
                    <a:cubicBezTo>
                      <a:pt x="156" y="237"/>
                      <a:pt x="164" y="225"/>
                      <a:pt x="166" y="212"/>
                    </a:cubicBezTo>
                    <a:cubicBezTo>
                      <a:pt x="168" y="192"/>
                      <a:pt x="156" y="173"/>
                      <a:pt x="141" y="159"/>
                    </a:cubicBezTo>
                    <a:cubicBezTo>
                      <a:pt x="127" y="145"/>
                      <a:pt x="109" y="133"/>
                      <a:pt x="96" y="117"/>
                    </a:cubicBezTo>
                    <a:cubicBezTo>
                      <a:pt x="70" y="84"/>
                      <a:pt x="72" y="32"/>
                      <a:pt x="100" y="0"/>
                    </a:cubicBezTo>
                    <a:cubicBezTo>
                      <a:pt x="101" y="36"/>
                      <a:pt x="99" y="72"/>
                      <a:pt x="125" y="97"/>
                    </a:cubicBezTo>
                    <a:cubicBezTo>
                      <a:pt x="138" y="110"/>
                      <a:pt x="155" y="116"/>
                      <a:pt x="169" y="128"/>
                    </a:cubicBezTo>
                    <a:cubicBezTo>
                      <a:pt x="191" y="146"/>
                      <a:pt x="203" y="176"/>
                      <a:pt x="199" y="204"/>
                    </a:cubicBezTo>
                    <a:cubicBezTo>
                      <a:pt x="197" y="221"/>
                      <a:pt x="190" y="238"/>
                      <a:pt x="191" y="255"/>
                    </a:cubicBezTo>
                    <a:cubicBezTo>
                      <a:pt x="193" y="290"/>
                      <a:pt x="227" y="314"/>
                      <a:pt x="236" y="347"/>
                    </a:cubicBezTo>
                    <a:cubicBezTo>
                      <a:pt x="243" y="376"/>
                      <a:pt x="231" y="405"/>
                      <a:pt x="216" y="430"/>
                    </a:cubicBezTo>
                    <a:cubicBezTo>
                      <a:pt x="210" y="440"/>
                      <a:pt x="203" y="450"/>
                      <a:pt x="201" y="462"/>
                    </a:cubicBezTo>
                    <a:cubicBezTo>
                      <a:pt x="199" y="473"/>
                      <a:pt x="204" y="487"/>
                      <a:pt x="215" y="491"/>
                    </a:cubicBezTo>
                    <a:cubicBezTo>
                      <a:pt x="225" y="494"/>
                      <a:pt x="235" y="489"/>
                      <a:pt x="243" y="483"/>
                    </a:cubicBezTo>
                    <a:cubicBezTo>
                      <a:pt x="281" y="456"/>
                      <a:pt x="296" y="400"/>
                      <a:pt x="277" y="357"/>
                    </a:cubicBezTo>
                    <a:cubicBezTo>
                      <a:pt x="270" y="339"/>
                      <a:pt x="257" y="322"/>
                      <a:pt x="258" y="303"/>
                    </a:cubicBezTo>
                    <a:cubicBezTo>
                      <a:pt x="260" y="273"/>
                      <a:pt x="296" y="247"/>
                      <a:pt x="286" y="219"/>
                    </a:cubicBezTo>
                    <a:cubicBezTo>
                      <a:pt x="278" y="197"/>
                      <a:pt x="246" y="190"/>
                      <a:pt x="239" y="168"/>
                    </a:cubicBezTo>
                    <a:cubicBezTo>
                      <a:pt x="234" y="153"/>
                      <a:pt x="242" y="137"/>
                      <a:pt x="252" y="126"/>
                    </a:cubicBezTo>
                    <a:cubicBezTo>
                      <a:pt x="262" y="114"/>
                      <a:pt x="275" y="103"/>
                      <a:pt x="281" y="89"/>
                    </a:cubicBezTo>
                    <a:cubicBezTo>
                      <a:pt x="288" y="75"/>
                      <a:pt x="275" y="51"/>
                      <a:pt x="271" y="49"/>
                    </a:cubicBezTo>
                    <a:cubicBezTo>
                      <a:pt x="294" y="64"/>
                      <a:pt x="318" y="83"/>
                      <a:pt x="312" y="110"/>
                    </a:cubicBezTo>
                    <a:cubicBezTo>
                      <a:pt x="308" y="127"/>
                      <a:pt x="293" y="140"/>
                      <a:pt x="295" y="157"/>
                    </a:cubicBezTo>
                    <a:cubicBezTo>
                      <a:pt x="297" y="180"/>
                      <a:pt x="327" y="188"/>
                      <a:pt x="339" y="207"/>
                    </a:cubicBezTo>
                    <a:cubicBezTo>
                      <a:pt x="352" y="228"/>
                      <a:pt x="341" y="255"/>
                      <a:pt x="328" y="276"/>
                    </a:cubicBezTo>
                    <a:cubicBezTo>
                      <a:pt x="324" y="284"/>
                      <a:pt x="319" y="293"/>
                      <a:pt x="319" y="303"/>
                    </a:cubicBezTo>
                    <a:cubicBezTo>
                      <a:pt x="319" y="319"/>
                      <a:pt x="332" y="331"/>
                      <a:pt x="340" y="345"/>
                    </a:cubicBezTo>
                    <a:cubicBezTo>
                      <a:pt x="354" y="370"/>
                      <a:pt x="350" y="403"/>
                      <a:pt x="335" y="429"/>
                    </a:cubicBezTo>
                    <a:cubicBezTo>
                      <a:pt x="321" y="455"/>
                      <a:pt x="298" y="474"/>
                      <a:pt x="274" y="492"/>
                    </a:cubicBezTo>
                    <a:cubicBezTo>
                      <a:pt x="310" y="488"/>
                      <a:pt x="347" y="480"/>
                      <a:pt x="373" y="457"/>
                    </a:cubicBezTo>
                    <a:cubicBezTo>
                      <a:pt x="400" y="434"/>
                      <a:pt x="415" y="394"/>
                      <a:pt x="400" y="362"/>
                    </a:cubicBezTo>
                    <a:cubicBezTo>
                      <a:pt x="392" y="343"/>
                      <a:pt x="373" y="324"/>
                      <a:pt x="380" y="304"/>
                    </a:cubicBezTo>
                    <a:cubicBezTo>
                      <a:pt x="385" y="289"/>
                      <a:pt x="401" y="282"/>
                      <a:pt x="412" y="271"/>
                    </a:cubicBezTo>
                    <a:cubicBezTo>
                      <a:pt x="431" y="252"/>
                      <a:pt x="433" y="219"/>
                      <a:pt x="416" y="198"/>
                    </a:cubicBezTo>
                    <a:cubicBezTo>
                      <a:pt x="427" y="210"/>
                      <a:pt x="438" y="222"/>
                      <a:pt x="445" y="237"/>
                    </a:cubicBezTo>
                    <a:cubicBezTo>
                      <a:pt x="452" y="252"/>
                      <a:pt x="454" y="271"/>
                      <a:pt x="447" y="286"/>
                    </a:cubicBezTo>
                    <a:cubicBezTo>
                      <a:pt x="443" y="293"/>
                      <a:pt x="437" y="299"/>
                      <a:pt x="434" y="307"/>
                    </a:cubicBezTo>
                    <a:cubicBezTo>
                      <a:pt x="415" y="345"/>
                      <a:pt x="460" y="389"/>
                      <a:pt x="450" y="431"/>
                    </a:cubicBezTo>
                    <a:cubicBezTo>
                      <a:pt x="433" y="505"/>
                      <a:pt x="327" y="532"/>
                      <a:pt x="257" y="543"/>
                    </a:cubicBezTo>
                    <a:cubicBezTo>
                      <a:pt x="213" y="551"/>
                      <a:pt x="167" y="548"/>
                      <a:pt x="126" y="532"/>
                    </a:cubicBezTo>
                    <a:cubicBezTo>
                      <a:pt x="80" y="514"/>
                      <a:pt x="31" y="480"/>
                      <a:pt x="18" y="4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4" name="Freeform 581">
                <a:extLst>
                  <a:ext uri="{FF2B5EF4-FFF2-40B4-BE49-F238E27FC236}">
                    <a16:creationId xmlns:a16="http://schemas.microsoft.com/office/drawing/2014/main" id="{5193D7A8-0390-7CAE-588C-A3865F3C0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40" y="5137477"/>
                <a:ext cx="479294" cy="1495306"/>
              </a:xfrm>
              <a:custGeom>
                <a:avLst/>
                <a:gdLst>
                  <a:gd name="T0" fmla="*/ 0 w 127"/>
                  <a:gd name="T1" fmla="*/ 0 h 395"/>
                  <a:gd name="T2" fmla="*/ 49 w 127"/>
                  <a:gd name="T3" fmla="*/ 78 h 395"/>
                  <a:gd name="T4" fmla="*/ 65 w 127"/>
                  <a:gd name="T5" fmla="*/ 88 h 395"/>
                  <a:gd name="T6" fmla="*/ 85 w 127"/>
                  <a:gd name="T7" fmla="*/ 114 h 395"/>
                  <a:gd name="T8" fmla="*/ 88 w 127"/>
                  <a:gd name="T9" fmla="*/ 136 h 395"/>
                  <a:gd name="T10" fmla="*/ 80 w 127"/>
                  <a:gd name="T11" fmla="*/ 204 h 395"/>
                  <a:gd name="T12" fmla="*/ 81 w 127"/>
                  <a:gd name="T13" fmla="*/ 218 h 395"/>
                  <a:gd name="T14" fmla="*/ 106 w 127"/>
                  <a:gd name="T15" fmla="*/ 273 h 395"/>
                  <a:gd name="T16" fmla="*/ 126 w 127"/>
                  <a:gd name="T17" fmla="*/ 328 h 395"/>
                  <a:gd name="T18" fmla="*/ 125 w 127"/>
                  <a:gd name="T19" fmla="*/ 336 h 395"/>
                  <a:gd name="T20" fmla="*/ 98 w 127"/>
                  <a:gd name="T21" fmla="*/ 394 h 395"/>
                  <a:gd name="T22" fmla="*/ 98 w 127"/>
                  <a:gd name="T23" fmla="*/ 395 h 395"/>
                  <a:gd name="T24" fmla="*/ 126 w 127"/>
                  <a:gd name="T25" fmla="*/ 336 h 395"/>
                  <a:gd name="T26" fmla="*/ 127 w 127"/>
                  <a:gd name="T27" fmla="*/ 328 h 395"/>
                  <a:gd name="T28" fmla="*/ 107 w 127"/>
                  <a:gd name="T29" fmla="*/ 273 h 395"/>
                  <a:gd name="T30" fmla="*/ 82 w 127"/>
                  <a:gd name="T31" fmla="*/ 218 h 395"/>
                  <a:gd name="T32" fmla="*/ 81 w 127"/>
                  <a:gd name="T33" fmla="*/ 204 h 395"/>
                  <a:gd name="T34" fmla="*/ 89 w 127"/>
                  <a:gd name="T35" fmla="*/ 136 h 395"/>
                  <a:gd name="T36" fmla="*/ 86 w 127"/>
                  <a:gd name="T37" fmla="*/ 113 h 395"/>
                  <a:gd name="T38" fmla="*/ 66 w 127"/>
                  <a:gd name="T39" fmla="*/ 87 h 395"/>
                  <a:gd name="T40" fmla="*/ 49 w 127"/>
                  <a:gd name="T41" fmla="*/ 77 h 395"/>
                  <a:gd name="T42" fmla="*/ 1 w 127"/>
                  <a:gd name="T43" fmla="*/ 0 h 395"/>
                  <a:gd name="T44" fmla="*/ 0 w 127"/>
                  <a:gd name="T45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395">
                    <a:moveTo>
                      <a:pt x="0" y="0"/>
                    </a:moveTo>
                    <a:cubicBezTo>
                      <a:pt x="3" y="32"/>
                      <a:pt x="21" y="62"/>
                      <a:pt x="49" y="78"/>
                    </a:cubicBezTo>
                    <a:cubicBezTo>
                      <a:pt x="54" y="81"/>
                      <a:pt x="60" y="84"/>
                      <a:pt x="65" y="88"/>
                    </a:cubicBezTo>
                    <a:cubicBezTo>
                      <a:pt x="74" y="94"/>
                      <a:pt x="81" y="103"/>
                      <a:pt x="85" y="114"/>
                    </a:cubicBezTo>
                    <a:cubicBezTo>
                      <a:pt x="87" y="121"/>
                      <a:pt x="88" y="128"/>
                      <a:pt x="88" y="136"/>
                    </a:cubicBezTo>
                    <a:cubicBezTo>
                      <a:pt x="88" y="158"/>
                      <a:pt x="80" y="181"/>
                      <a:pt x="80" y="204"/>
                    </a:cubicBezTo>
                    <a:cubicBezTo>
                      <a:pt x="80" y="209"/>
                      <a:pt x="80" y="213"/>
                      <a:pt x="81" y="218"/>
                    </a:cubicBezTo>
                    <a:cubicBezTo>
                      <a:pt x="84" y="238"/>
                      <a:pt x="96" y="256"/>
                      <a:pt x="106" y="273"/>
                    </a:cubicBezTo>
                    <a:cubicBezTo>
                      <a:pt x="116" y="291"/>
                      <a:pt x="126" y="309"/>
                      <a:pt x="126" y="328"/>
                    </a:cubicBezTo>
                    <a:cubicBezTo>
                      <a:pt x="126" y="330"/>
                      <a:pt x="125" y="333"/>
                      <a:pt x="125" y="336"/>
                    </a:cubicBezTo>
                    <a:cubicBezTo>
                      <a:pt x="122" y="357"/>
                      <a:pt x="107" y="375"/>
                      <a:pt x="98" y="394"/>
                    </a:cubicBezTo>
                    <a:cubicBezTo>
                      <a:pt x="98" y="395"/>
                      <a:pt x="98" y="395"/>
                      <a:pt x="98" y="395"/>
                    </a:cubicBezTo>
                    <a:cubicBezTo>
                      <a:pt x="108" y="375"/>
                      <a:pt x="123" y="358"/>
                      <a:pt x="126" y="336"/>
                    </a:cubicBezTo>
                    <a:cubicBezTo>
                      <a:pt x="126" y="333"/>
                      <a:pt x="127" y="330"/>
                      <a:pt x="127" y="328"/>
                    </a:cubicBezTo>
                    <a:cubicBezTo>
                      <a:pt x="127" y="308"/>
                      <a:pt x="117" y="291"/>
                      <a:pt x="107" y="273"/>
                    </a:cubicBezTo>
                    <a:cubicBezTo>
                      <a:pt x="96" y="255"/>
                      <a:pt x="85" y="237"/>
                      <a:pt x="82" y="218"/>
                    </a:cubicBezTo>
                    <a:cubicBezTo>
                      <a:pt x="81" y="213"/>
                      <a:pt x="81" y="209"/>
                      <a:pt x="81" y="204"/>
                    </a:cubicBezTo>
                    <a:cubicBezTo>
                      <a:pt x="81" y="182"/>
                      <a:pt x="89" y="158"/>
                      <a:pt x="89" y="136"/>
                    </a:cubicBezTo>
                    <a:cubicBezTo>
                      <a:pt x="89" y="128"/>
                      <a:pt x="88" y="121"/>
                      <a:pt x="86" y="113"/>
                    </a:cubicBezTo>
                    <a:cubicBezTo>
                      <a:pt x="82" y="103"/>
                      <a:pt x="75" y="93"/>
                      <a:pt x="66" y="87"/>
                    </a:cubicBezTo>
                    <a:cubicBezTo>
                      <a:pt x="61" y="83"/>
                      <a:pt x="55" y="80"/>
                      <a:pt x="49" y="77"/>
                    </a:cubicBezTo>
                    <a:cubicBezTo>
                      <a:pt x="22" y="61"/>
                      <a:pt x="3" y="31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5" name="Freeform 582">
                <a:extLst>
                  <a:ext uri="{FF2B5EF4-FFF2-40B4-BE49-F238E27FC236}">
                    <a16:creationId xmlns:a16="http://schemas.microsoft.com/office/drawing/2014/main" id="{FA256213-D3B0-7FE2-C6DC-855C00E6B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719" y="5996671"/>
                <a:ext cx="132523" cy="636113"/>
              </a:xfrm>
              <a:custGeom>
                <a:avLst/>
                <a:gdLst>
                  <a:gd name="T0" fmla="*/ 0 w 35"/>
                  <a:gd name="T1" fmla="*/ 0 h 168"/>
                  <a:gd name="T2" fmla="*/ 23 w 35"/>
                  <a:gd name="T3" fmla="*/ 51 h 168"/>
                  <a:gd name="T4" fmla="*/ 23 w 35"/>
                  <a:gd name="T5" fmla="*/ 51 h 168"/>
                  <a:gd name="T6" fmla="*/ 10 w 35"/>
                  <a:gd name="T7" fmla="*/ 107 h 168"/>
                  <a:gd name="T8" fmla="*/ 13 w 35"/>
                  <a:gd name="T9" fmla="*/ 119 h 168"/>
                  <a:gd name="T10" fmla="*/ 28 w 35"/>
                  <a:gd name="T11" fmla="*/ 142 h 168"/>
                  <a:gd name="T12" fmla="*/ 34 w 35"/>
                  <a:gd name="T13" fmla="*/ 159 h 168"/>
                  <a:gd name="T14" fmla="*/ 31 w 35"/>
                  <a:gd name="T15" fmla="*/ 167 h 168"/>
                  <a:gd name="T16" fmla="*/ 32 w 35"/>
                  <a:gd name="T17" fmla="*/ 168 h 168"/>
                  <a:gd name="T18" fmla="*/ 35 w 35"/>
                  <a:gd name="T19" fmla="*/ 159 h 168"/>
                  <a:gd name="T20" fmla="*/ 29 w 35"/>
                  <a:gd name="T21" fmla="*/ 141 h 168"/>
                  <a:gd name="T22" fmla="*/ 14 w 35"/>
                  <a:gd name="T23" fmla="*/ 119 h 168"/>
                  <a:gd name="T24" fmla="*/ 11 w 35"/>
                  <a:gd name="T25" fmla="*/ 107 h 168"/>
                  <a:gd name="T26" fmla="*/ 24 w 35"/>
                  <a:gd name="T27" fmla="*/ 51 h 168"/>
                  <a:gd name="T28" fmla="*/ 24 w 35"/>
                  <a:gd name="T29" fmla="*/ 51 h 168"/>
                  <a:gd name="T30" fmla="*/ 1 w 35"/>
                  <a:gd name="T31" fmla="*/ 0 h 168"/>
                  <a:gd name="T32" fmla="*/ 0 w 35"/>
                  <a:gd name="T33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168">
                    <a:moveTo>
                      <a:pt x="0" y="0"/>
                    </a:moveTo>
                    <a:cubicBezTo>
                      <a:pt x="11" y="16"/>
                      <a:pt x="23" y="32"/>
                      <a:pt x="23" y="51"/>
                    </a:cubicBezTo>
                    <a:cubicBezTo>
                      <a:pt x="23" y="51"/>
                      <a:pt x="23" y="51"/>
                      <a:pt x="23" y="51"/>
                    </a:cubicBezTo>
                    <a:cubicBezTo>
                      <a:pt x="23" y="70"/>
                      <a:pt x="11" y="89"/>
                      <a:pt x="10" y="107"/>
                    </a:cubicBezTo>
                    <a:cubicBezTo>
                      <a:pt x="10" y="111"/>
                      <a:pt x="11" y="115"/>
                      <a:pt x="13" y="119"/>
                    </a:cubicBezTo>
                    <a:cubicBezTo>
                      <a:pt x="16" y="128"/>
                      <a:pt x="23" y="134"/>
                      <a:pt x="28" y="142"/>
                    </a:cubicBezTo>
                    <a:cubicBezTo>
                      <a:pt x="31" y="147"/>
                      <a:pt x="34" y="153"/>
                      <a:pt x="34" y="159"/>
                    </a:cubicBezTo>
                    <a:cubicBezTo>
                      <a:pt x="34" y="162"/>
                      <a:pt x="33" y="164"/>
                      <a:pt x="31" y="167"/>
                    </a:cubicBezTo>
                    <a:cubicBezTo>
                      <a:pt x="32" y="168"/>
                      <a:pt x="32" y="168"/>
                      <a:pt x="32" y="168"/>
                    </a:cubicBezTo>
                    <a:cubicBezTo>
                      <a:pt x="34" y="165"/>
                      <a:pt x="35" y="162"/>
                      <a:pt x="35" y="159"/>
                    </a:cubicBezTo>
                    <a:cubicBezTo>
                      <a:pt x="35" y="153"/>
                      <a:pt x="32" y="146"/>
                      <a:pt x="29" y="141"/>
                    </a:cubicBezTo>
                    <a:cubicBezTo>
                      <a:pt x="24" y="134"/>
                      <a:pt x="17" y="127"/>
                      <a:pt x="14" y="119"/>
                    </a:cubicBezTo>
                    <a:cubicBezTo>
                      <a:pt x="12" y="115"/>
                      <a:pt x="11" y="111"/>
                      <a:pt x="11" y="107"/>
                    </a:cubicBezTo>
                    <a:cubicBezTo>
                      <a:pt x="11" y="89"/>
                      <a:pt x="24" y="71"/>
                      <a:pt x="24" y="51"/>
                    </a:cubicBezTo>
                    <a:cubicBezTo>
                      <a:pt x="24" y="51"/>
                      <a:pt x="24" y="51"/>
                      <a:pt x="24" y="51"/>
                    </a:cubicBezTo>
                    <a:cubicBezTo>
                      <a:pt x="24" y="32"/>
                      <a:pt x="12" y="15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DDD78B12-099B-35A1-D2A9-7B457BF13AEA}"/>
                </a:ext>
              </a:extLst>
            </p:cNvPr>
            <p:cNvGrpSpPr/>
            <p:nvPr/>
          </p:nvGrpSpPr>
          <p:grpSpPr>
            <a:xfrm>
              <a:off x="1785357" y="577778"/>
              <a:ext cx="2304728" cy="3541858"/>
              <a:chOff x="1075404" y="3452221"/>
              <a:chExt cx="2221976" cy="3414686"/>
            </a:xfrm>
            <a:solidFill>
              <a:schemeClr val="bg1"/>
            </a:solidFill>
          </p:grpSpPr>
          <p:sp>
            <p:nvSpPr>
              <p:cNvPr id="220" name="Freeform 574">
                <a:extLst>
                  <a:ext uri="{FF2B5EF4-FFF2-40B4-BE49-F238E27FC236}">
                    <a16:creationId xmlns:a16="http://schemas.microsoft.com/office/drawing/2014/main" id="{1A40B82A-9879-E398-0A2E-8B0536588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409" y="4196561"/>
                <a:ext cx="256212" cy="1727222"/>
              </a:xfrm>
              <a:custGeom>
                <a:avLst/>
                <a:gdLst>
                  <a:gd name="T0" fmla="*/ 20 w 68"/>
                  <a:gd name="T1" fmla="*/ 456 h 456"/>
                  <a:gd name="T2" fmla="*/ 7 w 68"/>
                  <a:gd name="T3" fmla="*/ 456 h 456"/>
                  <a:gd name="T4" fmla="*/ 33 w 68"/>
                  <a:gd name="T5" fmla="*/ 405 h 456"/>
                  <a:gd name="T6" fmla="*/ 55 w 68"/>
                  <a:gd name="T7" fmla="*/ 364 h 456"/>
                  <a:gd name="T8" fmla="*/ 32 w 68"/>
                  <a:gd name="T9" fmla="*/ 324 h 456"/>
                  <a:gd name="T10" fmla="*/ 4 w 68"/>
                  <a:gd name="T11" fmla="*/ 274 h 456"/>
                  <a:gd name="T12" fmla="*/ 30 w 68"/>
                  <a:gd name="T13" fmla="*/ 223 h 456"/>
                  <a:gd name="T14" fmla="*/ 52 w 68"/>
                  <a:gd name="T15" fmla="*/ 182 h 456"/>
                  <a:gd name="T16" fmla="*/ 29 w 68"/>
                  <a:gd name="T17" fmla="*/ 142 h 456"/>
                  <a:gd name="T18" fmla="*/ 1 w 68"/>
                  <a:gd name="T19" fmla="*/ 92 h 456"/>
                  <a:gd name="T20" fmla="*/ 27 w 68"/>
                  <a:gd name="T21" fmla="*/ 41 h 456"/>
                  <a:gd name="T22" fmla="*/ 49 w 68"/>
                  <a:gd name="T23" fmla="*/ 0 h 456"/>
                  <a:gd name="T24" fmla="*/ 61 w 68"/>
                  <a:gd name="T25" fmla="*/ 0 h 456"/>
                  <a:gd name="T26" fmla="*/ 35 w 68"/>
                  <a:gd name="T27" fmla="*/ 50 h 456"/>
                  <a:gd name="T28" fmla="*/ 13 w 68"/>
                  <a:gd name="T29" fmla="*/ 92 h 456"/>
                  <a:gd name="T30" fmla="*/ 37 w 68"/>
                  <a:gd name="T31" fmla="*/ 132 h 456"/>
                  <a:gd name="T32" fmla="*/ 65 w 68"/>
                  <a:gd name="T33" fmla="*/ 182 h 456"/>
                  <a:gd name="T34" fmla="*/ 39 w 68"/>
                  <a:gd name="T35" fmla="*/ 232 h 456"/>
                  <a:gd name="T36" fmla="*/ 16 w 68"/>
                  <a:gd name="T37" fmla="*/ 274 h 456"/>
                  <a:gd name="T38" fmla="*/ 40 w 68"/>
                  <a:gd name="T39" fmla="*/ 314 h 456"/>
                  <a:gd name="T40" fmla="*/ 68 w 68"/>
                  <a:gd name="T41" fmla="*/ 364 h 456"/>
                  <a:gd name="T42" fmla="*/ 42 w 68"/>
                  <a:gd name="T43" fmla="*/ 414 h 456"/>
                  <a:gd name="T44" fmla="*/ 20 w 68"/>
                  <a:gd name="T45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456">
                    <a:moveTo>
                      <a:pt x="20" y="456"/>
                    </a:moveTo>
                    <a:cubicBezTo>
                      <a:pt x="7" y="456"/>
                      <a:pt x="7" y="456"/>
                      <a:pt x="7" y="456"/>
                    </a:cubicBezTo>
                    <a:cubicBezTo>
                      <a:pt x="7" y="430"/>
                      <a:pt x="21" y="417"/>
                      <a:pt x="33" y="405"/>
                    </a:cubicBezTo>
                    <a:cubicBezTo>
                      <a:pt x="45" y="394"/>
                      <a:pt x="56" y="384"/>
                      <a:pt x="55" y="364"/>
                    </a:cubicBezTo>
                    <a:cubicBezTo>
                      <a:pt x="55" y="344"/>
                      <a:pt x="44" y="335"/>
                      <a:pt x="32" y="324"/>
                    </a:cubicBezTo>
                    <a:cubicBezTo>
                      <a:pt x="19" y="312"/>
                      <a:pt x="4" y="299"/>
                      <a:pt x="4" y="274"/>
                    </a:cubicBezTo>
                    <a:cubicBezTo>
                      <a:pt x="4" y="248"/>
                      <a:pt x="18" y="235"/>
                      <a:pt x="30" y="223"/>
                    </a:cubicBezTo>
                    <a:cubicBezTo>
                      <a:pt x="42" y="212"/>
                      <a:pt x="53" y="202"/>
                      <a:pt x="52" y="182"/>
                    </a:cubicBezTo>
                    <a:cubicBezTo>
                      <a:pt x="52" y="162"/>
                      <a:pt x="41" y="153"/>
                      <a:pt x="29" y="142"/>
                    </a:cubicBezTo>
                    <a:cubicBezTo>
                      <a:pt x="16" y="130"/>
                      <a:pt x="1" y="117"/>
                      <a:pt x="1" y="92"/>
                    </a:cubicBezTo>
                    <a:cubicBezTo>
                      <a:pt x="0" y="66"/>
                      <a:pt x="14" y="53"/>
                      <a:pt x="27" y="41"/>
                    </a:cubicBezTo>
                    <a:cubicBezTo>
                      <a:pt x="39" y="30"/>
                      <a:pt x="49" y="20"/>
                      <a:pt x="4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25"/>
                      <a:pt x="48" y="39"/>
                      <a:pt x="35" y="50"/>
                    </a:cubicBezTo>
                    <a:cubicBezTo>
                      <a:pt x="23" y="62"/>
                      <a:pt x="13" y="72"/>
                      <a:pt x="13" y="92"/>
                    </a:cubicBezTo>
                    <a:cubicBezTo>
                      <a:pt x="14" y="112"/>
                      <a:pt x="24" y="121"/>
                      <a:pt x="37" y="132"/>
                    </a:cubicBezTo>
                    <a:cubicBezTo>
                      <a:pt x="50" y="144"/>
                      <a:pt x="64" y="156"/>
                      <a:pt x="65" y="182"/>
                    </a:cubicBezTo>
                    <a:cubicBezTo>
                      <a:pt x="65" y="207"/>
                      <a:pt x="51" y="221"/>
                      <a:pt x="39" y="232"/>
                    </a:cubicBezTo>
                    <a:cubicBezTo>
                      <a:pt x="27" y="244"/>
                      <a:pt x="16" y="254"/>
                      <a:pt x="16" y="274"/>
                    </a:cubicBezTo>
                    <a:cubicBezTo>
                      <a:pt x="17" y="294"/>
                      <a:pt x="28" y="303"/>
                      <a:pt x="40" y="314"/>
                    </a:cubicBezTo>
                    <a:cubicBezTo>
                      <a:pt x="53" y="325"/>
                      <a:pt x="67" y="338"/>
                      <a:pt x="68" y="364"/>
                    </a:cubicBezTo>
                    <a:cubicBezTo>
                      <a:pt x="68" y="389"/>
                      <a:pt x="54" y="403"/>
                      <a:pt x="42" y="414"/>
                    </a:cubicBezTo>
                    <a:cubicBezTo>
                      <a:pt x="30" y="426"/>
                      <a:pt x="19" y="436"/>
                      <a:pt x="20" y="4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1" name="Freeform 575">
                <a:extLst>
                  <a:ext uri="{FF2B5EF4-FFF2-40B4-BE49-F238E27FC236}">
                    <a16:creationId xmlns:a16="http://schemas.microsoft.com/office/drawing/2014/main" id="{80DAB250-905F-8EF6-6799-342EEFAF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1168" y="4397555"/>
                <a:ext cx="256212" cy="1727222"/>
              </a:xfrm>
              <a:custGeom>
                <a:avLst/>
                <a:gdLst>
                  <a:gd name="T0" fmla="*/ 20 w 68"/>
                  <a:gd name="T1" fmla="*/ 456 h 456"/>
                  <a:gd name="T2" fmla="*/ 7 w 68"/>
                  <a:gd name="T3" fmla="*/ 456 h 456"/>
                  <a:gd name="T4" fmla="*/ 33 w 68"/>
                  <a:gd name="T5" fmla="*/ 406 h 456"/>
                  <a:gd name="T6" fmla="*/ 55 w 68"/>
                  <a:gd name="T7" fmla="*/ 364 h 456"/>
                  <a:gd name="T8" fmla="*/ 32 w 68"/>
                  <a:gd name="T9" fmla="*/ 324 h 456"/>
                  <a:gd name="T10" fmla="*/ 4 w 68"/>
                  <a:gd name="T11" fmla="*/ 274 h 456"/>
                  <a:gd name="T12" fmla="*/ 30 w 68"/>
                  <a:gd name="T13" fmla="*/ 224 h 456"/>
                  <a:gd name="T14" fmla="*/ 52 w 68"/>
                  <a:gd name="T15" fmla="*/ 182 h 456"/>
                  <a:gd name="T16" fmla="*/ 28 w 68"/>
                  <a:gd name="T17" fmla="*/ 142 h 456"/>
                  <a:gd name="T18" fmla="*/ 1 w 68"/>
                  <a:gd name="T19" fmla="*/ 92 h 456"/>
                  <a:gd name="T20" fmla="*/ 27 w 68"/>
                  <a:gd name="T21" fmla="*/ 42 h 456"/>
                  <a:gd name="T22" fmla="*/ 49 w 68"/>
                  <a:gd name="T23" fmla="*/ 0 h 456"/>
                  <a:gd name="T24" fmla="*/ 61 w 68"/>
                  <a:gd name="T25" fmla="*/ 0 h 456"/>
                  <a:gd name="T26" fmla="*/ 35 w 68"/>
                  <a:gd name="T27" fmla="*/ 51 h 456"/>
                  <a:gd name="T28" fmla="*/ 13 w 68"/>
                  <a:gd name="T29" fmla="*/ 92 h 456"/>
                  <a:gd name="T30" fmla="*/ 37 w 68"/>
                  <a:gd name="T31" fmla="*/ 132 h 456"/>
                  <a:gd name="T32" fmla="*/ 64 w 68"/>
                  <a:gd name="T33" fmla="*/ 182 h 456"/>
                  <a:gd name="T34" fmla="*/ 38 w 68"/>
                  <a:gd name="T35" fmla="*/ 233 h 456"/>
                  <a:gd name="T36" fmla="*/ 16 w 68"/>
                  <a:gd name="T37" fmla="*/ 274 h 456"/>
                  <a:gd name="T38" fmla="*/ 40 w 68"/>
                  <a:gd name="T39" fmla="*/ 314 h 456"/>
                  <a:gd name="T40" fmla="*/ 68 w 68"/>
                  <a:gd name="T41" fmla="*/ 364 h 456"/>
                  <a:gd name="T42" fmla="*/ 42 w 68"/>
                  <a:gd name="T43" fmla="*/ 415 h 456"/>
                  <a:gd name="T44" fmla="*/ 20 w 68"/>
                  <a:gd name="T45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456">
                    <a:moveTo>
                      <a:pt x="20" y="456"/>
                    </a:moveTo>
                    <a:cubicBezTo>
                      <a:pt x="7" y="456"/>
                      <a:pt x="7" y="456"/>
                      <a:pt x="7" y="456"/>
                    </a:cubicBezTo>
                    <a:cubicBezTo>
                      <a:pt x="7" y="431"/>
                      <a:pt x="21" y="417"/>
                      <a:pt x="33" y="406"/>
                    </a:cubicBezTo>
                    <a:cubicBezTo>
                      <a:pt x="45" y="394"/>
                      <a:pt x="56" y="384"/>
                      <a:pt x="55" y="364"/>
                    </a:cubicBezTo>
                    <a:cubicBezTo>
                      <a:pt x="55" y="344"/>
                      <a:pt x="44" y="335"/>
                      <a:pt x="32" y="324"/>
                    </a:cubicBezTo>
                    <a:cubicBezTo>
                      <a:pt x="19" y="312"/>
                      <a:pt x="4" y="300"/>
                      <a:pt x="4" y="274"/>
                    </a:cubicBezTo>
                    <a:cubicBezTo>
                      <a:pt x="3" y="249"/>
                      <a:pt x="17" y="235"/>
                      <a:pt x="30" y="224"/>
                    </a:cubicBezTo>
                    <a:cubicBezTo>
                      <a:pt x="42" y="212"/>
                      <a:pt x="52" y="202"/>
                      <a:pt x="52" y="182"/>
                    </a:cubicBezTo>
                    <a:cubicBezTo>
                      <a:pt x="52" y="162"/>
                      <a:pt x="41" y="153"/>
                      <a:pt x="28" y="142"/>
                    </a:cubicBezTo>
                    <a:cubicBezTo>
                      <a:pt x="16" y="131"/>
                      <a:pt x="1" y="118"/>
                      <a:pt x="1" y="92"/>
                    </a:cubicBezTo>
                    <a:cubicBezTo>
                      <a:pt x="0" y="67"/>
                      <a:pt x="14" y="53"/>
                      <a:pt x="27" y="42"/>
                    </a:cubicBezTo>
                    <a:cubicBezTo>
                      <a:pt x="39" y="30"/>
                      <a:pt x="49" y="20"/>
                      <a:pt x="4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26"/>
                      <a:pt x="48" y="39"/>
                      <a:pt x="35" y="51"/>
                    </a:cubicBezTo>
                    <a:cubicBezTo>
                      <a:pt x="23" y="62"/>
                      <a:pt x="13" y="72"/>
                      <a:pt x="13" y="92"/>
                    </a:cubicBezTo>
                    <a:cubicBezTo>
                      <a:pt x="13" y="112"/>
                      <a:pt x="24" y="121"/>
                      <a:pt x="37" y="132"/>
                    </a:cubicBezTo>
                    <a:cubicBezTo>
                      <a:pt x="49" y="144"/>
                      <a:pt x="64" y="157"/>
                      <a:pt x="64" y="182"/>
                    </a:cubicBezTo>
                    <a:cubicBezTo>
                      <a:pt x="65" y="208"/>
                      <a:pt x="51" y="221"/>
                      <a:pt x="38" y="233"/>
                    </a:cubicBezTo>
                    <a:cubicBezTo>
                      <a:pt x="26" y="244"/>
                      <a:pt x="16" y="254"/>
                      <a:pt x="16" y="274"/>
                    </a:cubicBezTo>
                    <a:cubicBezTo>
                      <a:pt x="17" y="294"/>
                      <a:pt x="27" y="303"/>
                      <a:pt x="40" y="314"/>
                    </a:cubicBezTo>
                    <a:cubicBezTo>
                      <a:pt x="53" y="326"/>
                      <a:pt x="67" y="339"/>
                      <a:pt x="68" y="364"/>
                    </a:cubicBezTo>
                    <a:cubicBezTo>
                      <a:pt x="68" y="390"/>
                      <a:pt x="54" y="403"/>
                      <a:pt x="42" y="415"/>
                    </a:cubicBezTo>
                    <a:cubicBezTo>
                      <a:pt x="30" y="426"/>
                      <a:pt x="19" y="436"/>
                      <a:pt x="20" y="4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2" name="Freeform 576">
                <a:extLst>
                  <a:ext uri="{FF2B5EF4-FFF2-40B4-BE49-F238E27FC236}">
                    <a16:creationId xmlns:a16="http://schemas.microsoft.com/office/drawing/2014/main" id="{4DC80409-F93E-2F0B-CD12-B7F616730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8987" y="4704567"/>
                <a:ext cx="258421" cy="1727222"/>
              </a:xfrm>
              <a:custGeom>
                <a:avLst/>
                <a:gdLst>
                  <a:gd name="T0" fmla="*/ 20 w 68"/>
                  <a:gd name="T1" fmla="*/ 455 h 456"/>
                  <a:gd name="T2" fmla="*/ 7 w 68"/>
                  <a:gd name="T3" fmla="*/ 456 h 456"/>
                  <a:gd name="T4" fmla="*/ 33 w 68"/>
                  <a:gd name="T5" fmla="*/ 405 h 456"/>
                  <a:gd name="T6" fmla="*/ 55 w 68"/>
                  <a:gd name="T7" fmla="*/ 364 h 456"/>
                  <a:gd name="T8" fmla="*/ 32 w 68"/>
                  <a:gd name="T9" fmla="*/ 323 h 456"/>
                  <a:gd name="T10" fmla="*/ 4 w 68"/>
                  <a:gd name="T11" fmla="*/ 274 h 456"/>
                  <a:gd name="T12" fmla="*/ 30 w 68"/>
                  <a:gd name="T13" fmla="*/ 223 h 456"/>
                  <a:gd name="T14" fmla="*/ 52 w 68"/>
                  <a:gd name="T15" fmla="*/ 182 h 456"/>
                  <a:gd name="T16" fmla="*/ 28 w 68"/>
                  <a:gd name="T17" fmla="*/ 141 h 456"/>
                  <a:gd name="T18" fmla="*/ 1 w 68"/>
                  <a:gd name="T19" fmla="*/ 92 h 456"/>
                  <a:gd name="T20" fmla="*/ 27 w 68"/>
                  <a:gd name="T21" fmla="*/ 41 h 456"/>
                  <a:gd name="T22" fmla="*/ 49 w 68"/>
                  <a:gd name="T23" fmla="*/ 0 h 456"/>
                  <a:gd name="T24" fmla="*/ 61 w 68"/>
                  <a:gd name="T25" fmla="*/ 0 h 456"/>
                  <a:gd name="T26" fmla="*/ 35 w 68"/>
                  <a:gd name="T27" fmla="*/ 50 h 456"/>
                  <a:gd name="T28" fmla="*/ 13 w 68"/>
                  <a:gd name="T29" fmla="*/ 91 h 456"/>
                  <a:gd name="T30" fmla="*/ 37 w 68"/>
                  <a:gd name="T31" fmla="*/ 132 h 456"/>
                  <a:gd name="T32" fmla="*/ 64 w 68"/>
                  <a:gd name="T33" fmla="*/ 182 h 456"/>
                  <a:gd name="T34" fmla="*/ 38 w 68"/>
                  <a:gd name="T35" fmla="*/ 232 h 456"/>
                  <a:gd name="T36" fmla="*/ 16 w 68"/>
                  <a:gd name="T37" fmla="*/ 273 h 456"/>
                  <a:gd name="T38" fmla="*/ 40 w 68"/>
                  <a:gd name="T39" fmla="*/ 314 h 456"/>
                  <a:gd name="T40" fmla="*/ 68 w 68"/>
                  <a:gd name="T41" fmla="*/ 363 h 456"/>
                  <a:gd name="T42" fmla="*/ 42 w 68"/>
                  <a:gd name="T43" fmla="*/ 414 h 456"/>
                  <a:gd name="T44" fmla="*/ 20 w 68"/>
                  <a:gd name="T45" fmla="*/ 455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456">
                    <a:moveTo>
                      <a:pt x="20" y="455"/>
                    </a:moveTo>
                    <a:cubicBezTo>
                      <a:pt x="7" y="456"/>
                      <a:pt x="7" y="456"/>
                      <a:pt x="7" y="456"/>
                    </a:cubicBezTo>
                    <a:cubicBezTo>
                      <a:pt x="7" y="430"/>
                      <a:pt x="21" y="417"/>
                      <a:pt x="33" y="405"/>
                    </a:cubicBezTo>
                    <a:cubicBezTo>
                      <a:pt x="45" y="394"/>
                      <a:pt x="56" y="384"/>
                      <a:pt x="55" y="364"/>
                    </a:cubicBezTo>
                    <a:cubicBezTo>
                      <a:pt x="55" y="344"/>
                      <a:pt x="44" y="334"/>
                      <a:pt x="32" y="323"/>
                    </a:cubicBezTo>
                    <a:cubicBezTo>
                      <a:pt x="19" y="312"/>
                      <a:pt x="4" y="299"/>
                      <a:pt x="4" y="274"/>
                    </a:cubicBezTo>
                    <a:cubicBezTo>
                      <a:pt x="3" y="248"/>
                      <a:pt x="17" y="235"/>
                      <a:pt x="30" y="223"/>
                    </a:cubicBezTo>
                    <a:cubicBezTo>
                      <a:pt x="42" y="212"/>
                      <a:pt x="52" y="202"/>
                      <a:pt x="52" y="182"/>
                    </a:cubicBezTo>
                    <a:cubicBezTo>
                      <a:pt x="52" y="162"/>
                      <a:pt x="41" y="152"/>
                      <a:pt x="28" y="141"/>
                    </a:cubicBezTo>
                    <a:cubicBezTo>
                      <a:pt x="16" y="130"/>
                      <a:pt x="1" y="117"/>
                      <a:pt x="1" y="92"/>
                    </a:cubicBezTo>
                    <a:cubicBezTo>
                      <a:pt x="0" y="66"/>
                      <a:pt x="14" y="53"/>
                      <a:pt x="27" y="41"/>
                    </a:cubicBezTo>
                    <a:cubicBezTo>
                      <a:pt x="39" y="30"/>
                      <a:pt x="49" y="20"/>
                      <a:pt x="4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25"/>
                      <a:pt x="48" y="38"/>
                      <a:pt x="35" y="50"/>
                    </a:cubicBezTo>
                    <a:cubicBezTo>
                      <a:pt x="23" y="62"/>
                      <a:pt x="13" y="71"/>
                      <a:pt x="13" y="91"/>
                    </a:cubicBezTo>
                    <a:cubicBezTo>
                      <a:pt x="13" y="111"/>
                      <a:pt x="24" y="121"/>
                      <a:pt x="37" y="132"/>
                    </a:cubicBezTo>
                    <a:cubicBezTo>
                      <a:pt x="49" y="143"/>
                      <a:pt x="64" y="156"/>
                      <a:pt x="64" y="182"/>
                    </a:cubicBezTo>
                    <a:cubicBezTo>
                      <a:pt x="65" y="207"/>
                      <a:pt x="51" y="220"/>
                      <a:pt x="38" y="232"/>
                    </a:cubicBezTo>
                    <a:cubicBezTo>
                      <a:pt x="26" y="244"/>
                      <a:pt x="16" y="253"/>
                      <a:pt x="16" y="273"/>
                    </a:cubicBezTo>
                    <a:cubicBezTo>
                      <a:pt x="17" y="293"/>
                      <a:pt x="27" y="303"/>
                      <a:pt x="40" y="314"/>
                    </a:cubicBezTo>
                    <a:cubicBezTo>
                      <a:pt x="53" y="325"/>
                      <a:pt x="67" y="338"/>
                      <a:pt x="68" y="363"/>
                    </a:cubicBezTo>
                    <a:cubicBezTo>
                      <a:pt x="68" y="389"/>
                      <a:pt x="54" y="402"/>
                      <a:pt x="42" y="414"/>
                    </a:cubicBezTo>
                    <a:cubicBezTo>
                      <a:pt x="30" y="426"/>
                      <a:pt x="19" y="435"/>
                      <a:pt x="20" y="4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3" name="Freeform 583">
                <a:extLst>
                  <a:ext uri="{FF2B5EF4-FFF2-40B4-BE49-F238E27FC236}">
                    <a16:creationId xmlns:a16="http://schemas.microsoft.com/office/drawing/2014/main" id="{80AF7438-68D8-2CB9-A58C-5542AAA63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404" y="5272210"/>
                <a:ext cx="192159" cy="1356157"/>
              </a:xfrm>
              <a:custGeom>
                <a:avLst/>
                <a:gdLst>
                  <a:gd name="T0" fmla="*/ 29 w 51"/>
                  <a:gd name="T1" fmla="*/ 0 h 358"/>
                  <a:gd name="T2" fmla="*/ 29 w 51"/>
                  <a:gd name="T3" fmla="*/ 3 h 358"/>
                  <a:gd name="T4" fmla="*/ 15 w 51"/>
                  <a:gd name="T5" fmla="*/ 33 h 358"/>
                  <a:gd name="T6" fmla="*/ 0 w 51"/>
                  <a:gd name="T7" fmla="*/ 64 h 358"/>
                  <a:gd name="T8" fmla="*/ 0 w 51"/>
                  <a:gd name="T9" fmla="*/ 64 h 358"/>
                  <a:gd name="T10" fmla="*/ 23 w 51"/>
                  <a:gd name="T11" fmla="*/ 100 h 358"/>
                  <a:gd name="T12" fmla="*/ 48 w 51"/>
                  <a:gd name="T13" fmla="*/ 134 h 358"/>
                  <a:gd name="T14" fmla="*/ 48 w 51"/>
                  <a:gd name="T15" fmla="*/ 139 h 358"/>
                  <a:gd name="T16" fmla="*/ 35 w 51"/>
                  <a:gd name="T17" fmla="*/ 171 h 358"/>
                  <a:gd name="T18" fmla="*/ 17 w 51"/>
                  <a:gd name="T19" fmla="*/ 204 h 358"/>
                  <a:gd name="T20" fmla="*/ 16 w 51"/>
                  <a:gd name="T21" fmla="*/ 213 h 358"/>
                  <a:gd name="T22" fmla="*/ 49 w 51"/>
                  <a:gd name="T23" fmla="*/ 295 h 358"/>
                  <a:gd name="T24" fmla="*/ 50 w 51"/>
                  <a:gd name="T25" fmla="*/ 305 h 358"/>
                  <a:gd name="T26" fmla="*/ 20 w 51"/>
                  <a:gd name="T27" fmla="*/ 357 h 358"/>
                  <a:gd name="T28" fmla="*/ 20 w 51"/>
                  <a:gd name="T29" fmla="*/ 358 h 358"/>
                  <a:gd name="T30" fmla="*/ 51 w 51"/>
                  <a:gd name="T31" fmla="*/ 305 h 358"/>
                  <a:gd name="T32" fmla="*/ 50 w 51"/>
                  <a:gd name="T33" fmla="*/ 295 h 358"/>
                  <a:gd name="T34" fmla="*/ 17 w 51"/>
                  <a:gd name="T35" fmla="*/ 213 h 358"/>
                  <a:gd name="T36" fmla="*/ 18 w 51"/>
                  <a:gd name="T37" fmla="*/ 204 h 358"/>
                  <a:gd name="T38" fmla="*/ 35 w 51"/>
                  <a:gd name="T39" fmla="*/ 172 h 358"/>
                  <a:gd name="T40" fmla="*/ 49 w 51"/>
                  <a:gd name="T41" fmla="*/ 139 h 358"/>
                  <a:gd name="T42" fmla="*/ 49 w 51"/>
                  <a:gd name="T43" fmla="*/ 134 h 358"/>
                  <a:gd name="T44" fmla="*/ 23 w 51"/>
                  <a:gd name="T45" fmla="*/ 99 h 358"/>
                  <a:gd name="T46" fmla="*/ 1 w 51"/>
                  <a:gd name="T47" fmla="*/ 64 h 358"/>
                  <a:gd name="T48" fmla="*/ 1 w 51"/>
                  <a:gd name="T49" fmla="*/ 64 h 358"/>
                  <a:gd name="T50" fmla="*/ 16 w 51"/>
                  <a:gd name="T51" fmla="*/ 34 h 358"/>
                  <a:gd name="T52" fmla="*/ 30 w 51"/>
                  <a:gd name="T53" fmla="*/ 3 h 358"/>
                  <a:gd name="T54" fmla="*/ 30 w 51"/>
                  <a:gd name="T55" fmla="*/ 0 h 358"/>
                  <a:gd name="T56" fmla="*/ 29 w 51"/>
                  <a:gd name="T57" fmla="*/ 0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1" h="358">
                    <a:moveTo>
                      <a:pt x="29" y="0"/>
                    </a:moveTo>
                    <a:cubicBezTo>
                      <a:pt x="29" y="1"/>
                      <a:pt x="29" y="2"/>
                      <a:pt x="29" y="3"/>
                    </a:cubicBezTo>
                    <a:cubicBezTo>
                      <a:pt x="29" y="14"/>
                      <a:pt x="22" y="24"/>
                      <a:pt x="15" y="33"/>
                    </a:cubicBezTo>
                    <a:cubicBezTo>
                      <a:pt x="8" y="43"/>
                      <a:pt x="1" y="53"/>
                      <a:pt x="0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9"/>
                      <a:pt x="11" y="89"/>
                      <a:pt x="23" y="100"/>
                    </a:cubicBezTo>
                    <a:cubicBezTo>
                      <a:pt x="34" y="110"/>
                      <a:pt x="46" y="120"/>
                      <a:pt x="48" y="134"/>
                    </a:cubicBezTo>
                    <a:cubicBezTo>
                      <a:pt x="48" y="136"/>
                      <a:pt x="48" y="137"/>
                      <a:pt x="48" y="139"/>
                    </a:cubicBezTo>
                    <a:cubicBezTo>
                      <a:pt x="48" y="150"/>
                      <a:pt x="42" y="161"/>
                      <a:pt x="35" y="171"/>
                    </a:cubicBezTo>
                    <a:cubicBezTo>
                      <a:pt x="27" y="181"/>
                      <a:pt x="20" y="192"/>
                      <a:pt x="17" y="204"/>
                    </a:cubicBezTo>
                    <a:cubicBezTo>
                      <a:pt x="17" y="207"/>
                      <a:pt x="16" y="210"/>
                      <a:pt x="16" y="213"/>
                    </a:cubicBezTo>
                    <a:cubicBezTo>
                      <a:pt x="16" y="241"/>
                      <a:pt x="43" y="266"/>
                      <a:pt x="49" y="295"/>
                    </a:cubicBezTo>
                    <a:cubicBezTo>
                      <a:pt x="49" y="298"/>
                      <a:pt x="50" y="302"/>
                      <a:pt x="50" y="305"/>
                    </a:cubicBezTo>
                    <a:cubicBezTo>
                      <a:pt x="50" y="326"/>
                      <a:pt x="38" y="347"/>
                      <a:pt x="20" y="357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39" y="347"/>
                      <a:pt x="51" y="326"/>
                      <a:pt x="51" y="305"/>
                    </a:cubicBezTo>
                    <a:cubicBezTo>
                      <a:pt x="51" y="302"/>
                      <a:pt x="50" y="298"/>
                      <a:pt x="50" y="295"/>
                    </a:cubicBezTo>
                    <a:cubicBezTo>
                      <a:pt x="44" y="265"/>
                      <a:pt x="17" y="241"/>
                      <a:pt x="17" y="213"/>
                    </a:cubicBezTo>
                    <a:cubicBezTo>
                      <a:pt x="17" y="210"/>
                      <a:pt x="18" y="207"/>
                      <a:pt x="18" y="204"/>
                    </a:cubicBezTo>
                    <a:cubicBezTo>
                      <a:pt x="21" y="192"/>
                      <a:pt x="28" y="182"/>
                      <a:pt x="35" y="172"/>
                    </a:cubicBezTo>
                    <a:cubicBezTo>
                      <a:pt x="43" y="161"/>
                      <a:pt x="49" y="151"/>
                      <a:pt x="49" y="139"/>
                    </a:cubicBezTo>
                    <a:cubicBezTo>
                      <a:pt x="49" y="137"/>
                      <a:pt x="49" y="136"/>
                      <a:pt x="49" y="134"/>
                    </a:cubicBezTo>
                    <a:cubicBezTo>
                      <a:pt x="46" y="119"/>
                      <a:pt x="34" y="109"/>
                      <a:pt x="23" y="99"/>
                    </a:cubicBezTo>
                    <a:cubicBezTo>
                      <a:pt x="12" y="89"/>
                      <a:pt x="1" y="79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53"/>
                      <a:pt x="9" y="43"/>
                      <a:pt x="16" y="34"/>
                    </a:cubicBezTo>
                    <a:cubicBezTo>
                      <a:pt x="23" y="24"/>
                      <a:pt x="30" y="15"/>
                      <a:pt x="30" y="3"/>
                    </a:cubicBezTo>
                    <a:cubicBezTo>
                      <a:pt x="30" y="2"/>
                      <a:pt x="30" y="1"/>
                      <a:pt x="30" y="0"/>
                    </a:cubicBezTo>
                    <a:cubicBezTo>
                      <a:pt x="29" y="0"/>
                      <a:pt x="29" y="0"/>
                      <a:pt x="2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4" name="Freeform 584">
                <a:extLst>
                  <a:ext uri="{FF2B5EF4-FFF2-40B4-BE49-F238E27FC236}">
                    <a16:creationId xmlns:a16="http://schemas.microsoft.com/office/drawing/2014/main" id="{39114A73-80C3-94B2-0377-3F0D9F231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320" y="5901695"/>
                <a:ext cx="410823" cy="923246"/>
              </a:xfrm>
              <a:custGeom>
                <a:avLst/>
                <a:gdLst>
                  <a:gd name="T0" fmla="*/ 108 w 109"/>
                  <a:gd name="T1" fmla="*/ 0 h 244"/>
                  <a:gd name="T2" fmla="*/ 78 w 109"/>
                  <a:gd name="T3" fmla="*/ 61 h 244"/>
                  <a:gd name="T4" fmla="*/ 78 w 109"/>
                  <a:gd name="T5" fmla="*/ 63 h 244"/>
                  <a:gd name="T6" fmla="*/ 100 w 109"/>
                  <a:gd name="T7" fmla="*/ 138 h 244"/>
                  <a:gd name="T8" fmla="*/ 101 w 109"/>
                  <a:gd name="T9" fmla="*/ 149 h 244"/>
                  <a:gd name="T10" fmla="*/ 94 w 109"/>
                  <a:gd name="T11" fmla="*/ 179 h 244"/>
                  <a:gd name="T12" fmla="*/ 0 w 109"/>
                  <a:gd name="T13" fmla="*/ 243 h 244"/>
                  <a:gd name="T14" fmla="*/ 0 w 109"/>
                  <a:gd name="T15" fmla="*/ 244 h 244"/>
                  <a:gd name="T16" fmla="*/ 95 w 109"/>
                  <a:gd name="T17" fmla="*/ 179 h 244"/>
                  <a:gd name="T18" fmla="*/ 102 w 109"/>
                  <a:gd name="T19" fmla="*/ 149 h 244"/>
                  <a:gd name="T20" fmla="*/ 101 w 109"/>
                  <a:gd name="T21" fmla="*/ 138 h 244"/>
                  <a:gd name="T22" fmla="*/ 79 w 109"/>
                  <a:gd name="T23" fmla="*/ 63 h 244"/>
                  <a:gd name="T24" fmla="*/ 79 w 109"/>
                  <a:gd name="T25" fmla="*/ 61 h 244"/>
                  <a:gd name="T26" fmla="*/ 109 w 109"/>
                  <a:gd name="T27" fmla="*/ 0 h 244"/>
                  <a:gd name="T28" fmla="*/ 108 w 109"/>
                  <a:gd name="T29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9" h="244">
                    <a:moveTo>
                      <a:pt x="108" y="0"/>
                    </a:moveTo>
                    <a:cubicBezTo>
                      <a:pt x="94" y="18"/>
                      <a:pt x="79" y="38"/>
                      <a:pt x="78" y="61"/>
                    </a:cubicBezTo>
                    <a:cubicBezTo>
                      <a:pt x="78" y="62"/>
                      <a:pt x="78" y="62"/>
                      <a:pt x="78" y="63"/>
                    </a:cubicBezTo>
                    <a:cubicBezTo>
                      <a:pt x="78" y="89"/>
                      <a:pt x="96" y="112"/>
                      <a:pt x="100" y="138"/>
                    </a:cubicBezTo>
                    <a:cubicBezTo>
                      <a:pt x="100" y="142"/>
                      <a:pt x="101" y="145"/>
                      <a:pt x="101" y="149"/>
                    </a:cubicBezTo>
                    <a:cubicBezTo>
                      <a:pt x="101" y="159"/>
                      <a:pt x="99" y="169"/>
                      <a:pt x="94" y="179"/>
                    </a:cubicBezTo>
                    <a:cubicBezTo>
                      <a:pt x="79" y="214"/>
                      <a:pt x="38" y="231"/>
                      <a:pt x="0" y="243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38" y="232"/>
                      <a:pt x="79" y="215"/>
                      <a:pt x="95" y="179"/>
                    </a:cubicBezTo>
                    <a:cubicBezTo>
                      <a:pt x="99" y="170"/>
                      <a:pt x="102" y="159"/>
                      <a:pt x="102" y="149"/>
                    </a:cubicBezTo>
                    <a:cubicBezTo>
                      <a:pt x="102" y="145"/>
                      <a:pt x="101" y="141"/>
                      <a:pt x="101" y="138"/>
                    </a:cubicBezTo>
                    <a:cubicBezTo>
                      <a:pt x="97" y="112"/>
                      <a:pt x="79" y="89"/>
                      <a:pt x="79" y="63"/>
                    </a:cubicBezTo>
                    <a:cubicBezTo>
                      <a:pt x="79" y="62"/>
                      <a:pt x="79" y="62"/>
                      <a:pt x="79" y="61"/>
                    </a:cubicBezTo>
                    <a:cubicBezTo>
                      <a:pt x="80" y="38"/>
                      <a:pt x="95" y="19"/>
                      <a:pt x="109" y="0"/>
                    </a:cubicBezTo>
                    <a:cubicBezTo>
                      <a:pt x="108" y="0"/>
                      <a:pt x="108" y="0"/>
                      <a:pt x="10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5" name="Freeform 585">
                <a:extLst>
                  <a:ext uri="{FF2B5EF4-FFF2-40B4-BE49-F238E27FC236}">
                    <a16:creationId xmlns:a16="http://schemas.microsoft.com/office/drawing/2014/main" id="{35FBBE73-D23B-4BD7-D223-5166CBED1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7005" y="4417433"/>
                <a:ext cx="854777" cy="1256763"/>
              </a:xfrm>
              <a:custGeom>
                <a:avLst/>
                <a:gdLst>
                  <a:gd name="T0" fmla="*/ 225 w 226"/>
                  <a:gd name="T1" fmla="*/ 332 h 332"/>
                  <a:gd name="T2" fmla="*/ 178 w 226"/>
                  <a:gd name="T3" fmla="*/ 207 h 332"/>
                  <a:gd name="T4" fmla="*/ 126 w 226"/>
                  <a:gd name="T5" fmla="*/ 151 h 332"/>
                  <a:gd name="T6" fmla="*/ 91 w 226"/>
                  <a:gd name="T7" fmla="*/ 56 h 332"/>
                  <a:gd name="T8" fmla="*/ 0 w 226"/>
                  <a:gd name="T9" fmla="*/ 0 h 332"/>
                  <a:gd name="T10" fmla="*/ 38 w 226"/>
                  <a:gd name="T11" fmla="*/ 76 h 332"/>
                  <a:gd name="T12" fmla="*/ 48 w 226"/>
                  <a:gd name="T13" fmla="*/ 164 h 332"/>
                  <a:gd name="T14" fmla="*/ 213 w 226"/>
                  <a:gd name="T15" fmla="*/ 304 h 332"/>
                  <a:gd name="T16" fmla="*/ 225 w 226"/>
                  <a:gd name="T17" fmla="*/ 332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6" h="332">
                    <a:moveTo>
                      <a:pt x="225" y="332"/>
                    </a:moveTo>
                    <a:cubicBezTo>
                      <a:pt x="226" y="286"/>
                      <a:pt x="209" y="241"/>
                      <a:pt x="178" y="207"/>
                    </a:cubicBezTo>
                    <a:cubicBezTo>
                      <a:pt x="161" y="188"/>
                      <a:pt x="139" y="173"/>
                      <a:pt x="126" y="151"/>
                    </a:cubicBezTo>
                    <a:cubicBezTo>
                      <a:pt x="109" y="122"/>
                      <a:pt x="109" y="85"/>
                      <a:pt x="91" y="56"/>
                    </a:cubicBezTo>
                    <a:cubicBezTo>
                      <a:pt x="71" y="24"/>
                      <a:pt x="36" y="12"/>
                      <a:pt x="0" y="0"/>
                    </a:cubicBezTo>
                    <a:cubicBezTo>
                      <a:pt x="26" y="13"/>
                      <a:pt x="36" y="46"/>
                      <a:pt x="38" y="76"/>
                    </a:cubicBezTo>
                    <a:cubicBezTo>
                      <a:pt x="40" y="106"/>
                      <a:pt x="37" y="137"/>
                      <a:pt x="48" y="164"/>
                    </a:cubicBezTo>
                    <a:cubicBezTo>
                      <a:pt x="76" y="232"/>
                      <a:pt x="174" y="242"/>
                      <a:pt x="213" y="304"/>
                    </a:cubicBezTo>
                    <a:cubicBezTo>
                      <a:pt x="219" y="314"/>
                      <a:pt x="220" y="321"/>
                      <a:pt x="225" y="3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6" name="Freeform 586">
                <a:extLst>
                  <a:ext uri="{FF2B5EF4-FFF2-40B4-BE49-F238E27FC236}">
                    <a16:creationId xmlns:a16="http://schemas.microsoft.com/office/drawing/2014/main" id="{101EE90E-3709-50E4-9AB4-8DA632781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320" y="4618428"/>
                <a:ext cx="430702" cy="991717"/>
              </a:xfrm>
              <a:custGeom>
                <a:avLst/>
                <a:gdLst>
                  <a:gd name="T0" fmla="*/ 26 w 114"/>
                  <a:gd name="T1" fmla="*/ 150 h 262"/>
                  <a:gd name="T2" fmla="*/ 114 w 114"/>
                  <a:gd name="T3" fmla="*/ 0 h 262"/>
                  <a:gd name="T4" fmla="*/ 109 w 114"/>
                  <a:gd name="T5" fmla="*/ 96 h 262"/>
                  <a:gd name="T6" fmla="*/ 0 w 114"/>
                  <a:gd name="T7" fmla="*/ 262 h 262"/>
                  <a:gd name="T8" fmla="*/ 10 w 114"/>
                  <a:gd name="T9" fmla="*/ 215 h 262"/>
                  <a:gd name="T10" fmla="*/ 26 w 114"/>
                  <a:gd name="T11" fmla="*/ 150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4" h="262">
                    <a:moveTo>
                      <a:pt x="26" y="150"/>
                    </a:moveTo>
                    <a:cubicBezTo>
                      <a:pt x="44" y="95"/>
                      <a:pt x="79" y="46"/>
                      <a:pt x="114" y="0"/>
                    </a:cubicBezTo>
                    <a:cubicBezTo>
                      <a:pt x="109" y="31"/>
                      <a:pt x="113" y="64"/>
                      <a:pt x="109" y="96"/>
                    </a:cubicBezTo>
                    <a:cubicBezTo>
                      <a:pt x="103" y="156"/>
                      <a:pt x="0" y="262"/>
                      <a:pt x="0" y="262"/>
                    </a:cubicBezTo>
                    <a:cubicBezTo>
                      <a:pt x="0" y="262"/>
                      <a:pt x="6" y="229"/>
                      <a:pt x="10" y="215"/>
                    </a:cubicBezTo>
                    <a:cubicBezTo>
                      <a:pt x="16" y="194"/>
                      <a:pt x="20" y="172"/>
                      <a:pt x="26" y="15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7" name="Freeform 587">
                <a:extLst>
                  <a:ext uri="{FF2B5EF4-FFF2-40B4-BE49-F238E27FC236}">
                    <a16:creationId xmlns:a16="http://schemas.microsoft.com/office/drawing/2014/main" id="{710E0149-2753-02D4-0196-30A843CC3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049" y="4209813"/>
                <a:ext cx="664827" cy="680287"/>
              </a:xfrm>
              <a:custGeom>
                <a:avLst/>
                <a:gdLst>
                  <a:gd name="T0" fmla="*/ 0 w 176"/>
                  <a:gd name="T1" fmla="*/ 180 h 180"/>
                  <a:gd name="T2" fmla="*/ 20 w 176"/>
                  <a:gd name="T3" fmla="*/ 158 h 180"/>
                  <a:gd name="T4" fmla="*/ 123 w 176"/>
                  <a:gd name="T5" fmla="*/ 18 h 180"/>
                  <a:gd name="T6" fmla="*/ 176 w 176"/>
                  <a:gd name="T7" fmla="*/ 0 h 180"/>
                  <a:gd name="T8" fmla="*/ 147 w 176"/>
                  <a:gd name="T9" fmla="*/ 49 h 180"/>
                  <a:gd name="T10" fmla="*/ 130 w 176"/>
                  <a:gd name="T11" fmla="*/ 108 h 180"/>
                  <a:gd name="T12" fmla="*/ 60 w 176"/>
                  <a:gd name="T13" fmla="*/ 157 h 180"/>
                  <a:gd name="T14" fmla="*/ 0 w 176"/>
                  <a:gd name="T15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80">
                    <a:moveTo>
                      <a:pt x="0" y="180"/>
                    </a:moveTo>
                    <a:cubicBezTo>
                      <a:pt x="0" y="170"/>
                      <a:pt x="12" y="164"/>
                      <a:pt x="20" y="158"/>
                    </a:cubicBezTo>
                    <a:cubicBezTo>
                      <a:pt x="70" y="127"/>
                      <a:pt x="73" y="49"/>
                      <a:pt x="123" y="18"/>
                    </a:cubicBezTo>
                    <a:cubicBezTo>
                      <a:pt x="139" y="7"/>
                      <a:pt x="158" y="3"/>
                      <a:pt x="176" y="0"/>
                    </a:cubicBezTo>
                    <a:cubicBezTo>
                      <a:pt x="158" y="11"/>
                      <a:pt x="152" y="29"/>
                      <a:pt x="147" y="49"/>
                    </a:cubicBezTo>
                    <a:cubicBezTo>
                      <a:pt x="143" y="69"/>
                      <a:pt x="141" y="91"/>
                      <a:pt x="130" y="108"/>
                    </a:cubicBezTo>
                    <a:cubicBezTo>
                      <a:pt x="115" y="133"/>
                      <a:pt x="87" y="146"/>
                      <a:pt x="60" y="157"/>
                    </a:cubicBezTo>
                    <a:cubicBezTo>
                      <a:pt x="40" y="165"/>
                      <a:pt x="20" y="172"/>
                      <a:pt x="0" y="18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8" name="Freeform 588">
                <a:extLst>
                  <a:ext uri="{FF2B5EF4-FFF2-40B4-BE49-F238E27FC236}">
                    <a16:creationId xmlns:a16="http://schemas.microsoft.com/office/drawing/2014/main" id="{59C8B99A-E6C3-9694-3DD8-34F7444CC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993" y="3929305"/>
                <a:ext cx="346771" cy="929873"/>
              </a:xfrm>
              <a:custGeom>
                <a:avLst/>
                <a:gdLst>
                  <a:gd name="T0" fmla="*/ 84 w 92"/>
                  <a:gd name="T1" fmla="*/ 246 h 246"/>
                  <a:gd name="T2" fmla="*/ 54 w 92"/>
                  <a:gd name="T3" fmla="*/ 186 h 246"/>
                  <a:gd name="T4" fmla="*/ 8 w 92"/>
                  <a:gd name="T5" fmla="*/ 128 h 246"/>
                  <a:gd name="T6" fmla="*/ 3 w 92"/>
                  <a:gd name="T7" fmla="*/ 88 h 246"/>
                  <a:gd name="T8" fmla="*/ 0 w 92"/>
                  <a:gd name="T9" fmla="*/ 0 h 246"/>
                  <a:gd name="T10" fmla="*/ 36 w 92"/>
                  <a:gd name="T11" fmla="*/ 82 h 246"/>
                  <a:gd name="T12" fmla="*/ 49 w 92"/>
                  <a:gd name="T13" fmla="*/ 138 h 246"/>
                  <a:gd name="T14" fmla="*/ 78 w 92"/>
                  <a:gd name="T15" fmla="*/ 187 h 246"/>
                  <a:gd name="T16" fmla="*/ 84 w 92"/>
                  <a:gd name="T17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246">
                    <a:moveTo>
                      <a:pt x="84" y="246"/>
                    </a:moveTo>
                    <a:cubicBezTo>
                      <a:pt x="79" y="224"/>
                      <a:pt x="69" y="204"/>
                      <a:pt x="54" y="186"/>
                    </a:cubicBezTo>
                    <a:cubicBezTo>
                      <a:pt x="38" y="167"/>
                      <a:pt x="17" y="151"/>
                      <a:pt x="8" y="128"/>
                    </a:cubicBezTo>
                    <a:cubicBezTo>
                      <a:pt x="4" y="115"/>
                      <a:pt x="3" y="101"/>
                      <a:pt x="3" y="88"/>
                    </a:cubicBezTo>
                    <a:cubicBezTo>
                      <a:pt x="2" y="58"/>
                      <a:pt x="1" y="29"/>
                      <a:pt x="0" y="0"/>
                    </a:cubicBezTo>
                    <a:cubicBezTo>
                      <a:pt x="1" y="14"/>
                      <a:pt x="25" y="52"/>
                      <a:pt x="36" y="82"/>
                    </a:cubicBezTo>
                    <a:cubicBezTo>
                      <a:pt x="43" y="100"/>
                      <a:pt x="42" y="120"/>
                      <a:pt x="49" y="138"/>
                    </a:cubicBezTo>
                    <a:cubicBezTo>
                      <a:pt x="56" y="156"/>
                      <a:pt x="70" y="170"/>
                      <a:pt x="78" y="187"/>
                    </a:cubicBezTo>
                    <a:cubicBezTo>
                      <a:pt x="89" y="208"/>
                      <a:pt x="92" y="224"/>
                      <a:pt x="84" y="24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29" name="Freeform 589">
                <a:extLst>
                  <a:ext uri="{FF2B5EF4-FFF2-40B4-BE49-F238E27FC236}">
                    <a16:creationId xmlns:a16="http://schemas.microsoft.com/office/drawing/2014/main" id="{AB134E9F-3A08-5726-17C9-EED26A30F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778" y="3452221"/>
                <a:ext cx="315848" cy="1060188"/>
              </a:xfrm>
              <a:custGeom>
                <a:avLst/>
                <a:gdLst>
                  <a:gd name="T0" fmla="*/ 48 w 83"/>
                  <a:gd name="T1" fmla="*/ 280 h 280"/>
                  <a:gd name="T2" fmla="*/ 40 w 83"/>
                  <a:gd name="T3" fmla="*/ 201 h 280"/>
                  <a:gd name="T4" fmla="*/ 8 w 83"/>
                  <a:gd name="T5" fmla="*/ 144 h 280"/>
                  <a:gd name="T6" fmla="*/ 2 w 83"/>
                  <a:gd name="T7" fmla="*/ 76 h 280"/>
                  <a:gd name="T8" fmla="*/ 8 w 83"/>
                  <a:gd name="T9" fmla="*/ 0 h 280"/>
                  <a:gd name="T10" fmla="*/ 50 w 83"/>
                  <a:gd name="T11" fmla="*/ 72 h 280"/>
                  <a:gd name="T12" fmla="*/ 78 w 83"/>
                  <a:gd name="T13" fmla="*/ 178 h 280"/>
                  <a:gd name="T14" fmla="*/ 48 w 83"/>
                  <a:gd name="T15" fmla="*/ 28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280">
                    <a:moveTo>
                      <a:pt x="48" y="280"/>
                    </a:moveTo>
                    <a:cubicBezTo>
                      <a:pt x="54" y="254"/>
                      <a:pt x="52" y="226"/>
                      <a:pt x="40" y="201"/>
                    </a:cubicBezTo>
                    <a:cubicBezTo>
                      <a:pt x="31" y="182"/>
                      <a:pt x="16" y="165"/>
                      <a:pt x="8" y="144"/>
                    </a:cubicBezTo>
                    <a:cubicBezTo>
                      <a:pt x="0" y="122"/>
                      <a:pt x="1" y="99"/>
                      <a:pt x="2" y="76"/>
                    </a:cubicBezTo>
                    <a:cubicBezTo>
                      <a:pt x="4" y="50"/>
                      <a:pt x="6" y="25"/>
                      <a:pt x="8" y="0"/>
                    </a:cubicBezTo>
                    <a:cubicBezTo>
                      <a:pt x="18" y="27"/>
                      <a:pt x="35" y="47"/>
                      <a:pt x="50" y="72"/>
                    </a:cubicBezTo>
                    <a:cubicBezTo>
                      <a:pt x="70" y="104"/>
                      <a:pt x="83" y="141"/>
                      <a:pt x="78" y="178"/>
                    </a:cubicBezTo>
                    <a:cubicBezTo>
                      <a:pt x="72" y="214"/>
                      <a:pt x="52" y="244"/>
                      <a:pt x="48" y="28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0" name="Freeform 590">
                <a:extLst>
                  <a:ext uri="{FF2B5EF4-FFF2-40B4-BE49-F238E27FC236}">
                    <a16:creationId xmlns:a16="http://schemas.microsoft.com/office/drawing/2014/main" id="{74E27E4C-4C54-F394-92C0-420A02DBE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4791" y="5435656"/>
                <a:ext cx="755384" cy="583103"/>
              </a:xfrm>
              <a:custGeom>
                <a:avLst/>
                <a:gdLst>
                  <a:gd name="T0" fmla="*/ 0 w 200"/>
                  <a:gd name="T1" fmla="*/ 154 h 154"/>
                  <a:gd name="T2" fmla="*/ 66 w 200"/>
                  <a:gd name="T3" fmla="*/ 74 h 154"/>
                  <a:gd name="T4" fmla="*/ 102 w 200"/>
                  <a:gd name="T5" fmla="*/ 64 h 154"/>
                  <a:gd name="T6" fmla="*/ 192 w 200"/>
                  <a:gd name="T7" fmla="*/ 0 h 154"/>
                  <a:gd name="T8" fmla="*/ 197 w 200"/>
                  <a:gd name="T9" fmla="*/ 34 h 154"/>
                  <a:gd name="T10" fmla="*/ 194 w 200"/>
                  <a:gd name="T11" fmla="*/ 77 h 154"/>
                  <a:gd name="T12" fmla="*/ 177 w 200"/>
                  <a:gd name="T13" fmla="*/ 96 h 154"/>
                  <a:gd name="T14" fmla="*/ 122 w 200"/>
                  <a:gd name="T15" fmla="*/ 121 h 154"/>
                  <a:gd name="T16" fmla="*/ 61 w 200"/>
                  <a:gd name="T17" fmla="*/ 124 h 154"/>
                  <a:gd name="T18" fmla="*/ 0 w 200"/>
                  <a:gd name="T19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0" h="154">
                    <a:moveTo>
                      <a:pt x="0" y="154"/>
                    </a:moveTo>
                    <a:cubicBezTo>
                      <a:pt x="16" y="122"/>
                      <a:pt x="34" y="88"/>
                      <a:pt x="66" y="74"/>
                    </a:cubicBezTo>
                    <a:cubicBezTo>
                      <a:pt x="78" y="69"/>
                      <a:pt x="90" y="67"/>
                      <a:pt x="102" y="64"/>
                    </a:cubicBezTo>
                    <a:cubicBezTo>
                      <a:pt x="139" y="55"/>
                      <a:pt x="171" y="31"/>
                      <a:pt x="192" y="0"/>
                    </a:cubicBezTo>
                    <a:cubicBezTo>
                      <a:pt x="193" y="14"/>
                      <a:pt x="196" y="20"/>
                      <a:pt x="197" y="34"/>
                    </a:cubicBezTo>
                    <a:cubicBezTo>
                      <a:pt x="199" y="48"/>
                      <a:pt x="200" y="64"/>
                      <a:pt x="194" y="77"/>
                    </a:cubicBezTo>
                    <a:cubicBezTo>
                      <a:pt x="190" y="84"/>
                      <a:pt x="184" y="91"/>
                      <a:pt x="177" y="96"/>
                    </a:cubicBezTo>
                    <a:cubicBezTo>
                      <a:pt x="162" y="109"/>
                      <a:pt x="142" y="118"/>
                      <a:pt x="122" y="121"/>
                    </a:cubicBezTo>
                    <a:cubicBezTo>
                      <a:pt x="102" y="124"/>
                      <a:pt x="81" y="121"/>
                      <a:pt x="61" y="124"/>
                    </a:cubicBezTo>
                    <a:cubicBezTo>
                      <a:pt x="38" y="128"/>
                      <a:pt x="20" y="142"/>
                      <a:pt x="0" y="15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1" name="Freeform 591">
                <a:extLst>
                  <a:ext uri="{FF2B5EF4-FFF2-40B4-BE49-F238E27FC236}">
                    <a16:creationId xmlns:a16="http://schemas.microsoft.com/office/drawing/2014/main" id="{C47209E1-914F-D378-77FD-D69963665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449" y="5557135"/>
                <a:ext cx="967421" cy="989509"/>
              </a:xfrm>
              <a:custGeom>
                <a:avLst/>
                <a:gdLst>
                  <a:gd name="T0" fmla="*/ 256 w 256"/>
                  <a:gd name="T1" fmla="*/ 261 h 261"/>
                  <a:gd name="T2" fmla="*/ 191 w 256"/>
                  <a:gd name="T3" fmla="*/ 202 h 261"/>
                  <a:gd name="T4" fmla="*/ 108 w 256"/>
                  <a:gd name="T5" fmla="*/ 169 h 261"/>
                  <a:gd name="T6" fmla="*/ 0 w 256"/>
                  <a:gd name="T7" fmla="*/ 0 h 261"/>
                  <a:gd name="T8" fmla="*/ 72 w 256"/>
                  <a:gd name="T9" fmla="*/ 66 h 261"/>
                  <a:gd name="T10" fmla="*/ 167 w 256"/>
                  <a:gd name="T11" fmla="*/ 108 h 261"/>
                  <a:gd name="T12" fmla="*/ 256 w 256"/>
                  <a:gd name="T1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" h="261">
                    <a:moveTo>
                      <a:pt x="256" y="261"/>
                    </a:moveTo>
                    <a:cubicBezTo>
                      <a:pt x="245" y="234"/>
                      <a:pt x="218" y="215"/>
                      <a:pt x="191" y="202"/>
                    </a:cubicBezTo>
                    <a:cubicBezTo>
                      <a:pt x="164" y="190"/>
                      <a:pt x="135" y="183"/>
                      <a:pt x="108" y="169"/>
                    </a:cubicBezTo>
                    <a:cubicBezTo>
                      <a:pt x="46" y="137"/>
                      <a:pt x="3" y="70"/>
                      <a:pt x="0" y="0"/>
                    </a:cubicBezTo>
                    <a:cubicBezTo>
                      <a:pt x="15" y="31"/>
                      <a:pt x="41" y="52"/>
                      <a:pt x="72" y="66"/>
                    </a:cubicBezTo>
                    <a:cubicBezTo>
                      <a:pt x="104" y="80"/>
                      <a:pt x="137" y="90"/>
                      <a:pt x="167" y="108"/>
                    </a:cubicBezTo>
                    <a:cubicBezTo>
                      <a:pt x="220" y="141"/>
                      <a:pt x="253" y="199"/>
                      <a:pt x="256" y="2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2" name="Freeform 592">
                <a:extLst>
                  <a:ext uri="{FF2B5EF4-FFF2-40B4-BE49-F238E27FC236}">
                    <a16:creationId xmlns:a16="http://schemas.microsoft.com/office/drawing/2014/main" id="{7F55FF7E-2658-2A56-39EB-B86BEC282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0380" y="5155147"/>
                <a:ext cx="925456" cy="856985"/>
              </a:xfrm>
              <a:custGeom>
                <a:avLst/>
                <a:gdLst>
                  <a:gd name="T0" fmla="*/ 245 w 245"/>
                  <a:gd name="T1" fmla="*/ 226 h 226"/>
                  <a:gd name="T2" fmla="*/ 179 w 245"/>
                  <a:gd name="T3" fmla="*/ 189 h 226"/>
                  <a:gd name="T4" fmla="*/ 118 w 245"/>
                  <a:gd name="T5" fmla="*/ 169 h 226"/>
                  <a:gd name="T6" fmla="*/ 69 w 245"/>
                  <a:gd name="T7" fmla="*/ 144 h 226"/>
                  <a:gd name="T8" fmla="*/ 7 w 245"/>
                  <a:gd name="T9" fmla="*/ 0 h 226"/>
                  <a:gd name="T10" fmla="*/ 51 w 245"/>
                  <a:gd name="T11" fmla="*/ 77 h 226"/>
                  <a:gd name="T12" fmla="*/ 99 w 245"/>
                  <a:gd name="T13" fmla="*/ 105 h 226"/>
                  <a:gd name="T14" fmla="*/ 188 w 245"/>
                  <a:gd name="T15" fmla="*/ 148 h 226"/>
                  <a:gd name="T16" fmla="*/ 245 w 245"/>
                  <a:gd name="T1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5" h="226">
                    <a:moveTo>
                      <a:pt x="245" y="226"/>
                    </a:moveTo>
                    <a:cubicBezTo>
                      <a:pt x="234" y="202"/>
                      <a:pt x="204" y="195"/>
                      <a:pt x="179" y="189"/>
                    </a:cubicBezTo>
                    <a:cubicBezTo>
                      <a:pt x="158" y="183"/>
                      <a:pt x="138" y="177"/>
                      <a:pt x="118" y="169"/>
                    </a:cubicBezTo>
                    <a:cubicBezTo>
                      <a:pt x="101" y="162"/>
                      <a:pt x="84" y="155"/>
                      <a:pt x="69" y="144"/>
                    </a:cubicBezTo>
                    <a:cubicBezTo>
                      <a:pt x="25" y="112"/>
                      <a:pt x="0" y="54"/>
                      <a:pt x="7" y="0"/>
                    </a:cubicBezTo>
                    <a:cubicBezTo>
                      <a:pt x="18" y="28"/>
                      <a:pt x="29" y="57"/>
                      <a:pt x="51" y="77"/>
                    </a:cubicBezTo>
                    <a:cubicBezTo>
                      <a:pt x="65" y="89"/>
                      <a:pt x="82" y="98"/>
                      <a:pt x="99" y="105"/>
                    </a:cubicBezTo>
                    <a:cubicBezTo>
                      <a:pt x="129" y="118"/>
                      <a:pt x="161" y="129"/>
                      <a:pt x="188" y="148"/>
                    </a:cubicBezTo>
                    <a:cubicBezTo>
                      <a:pt x="216" y="166"/>
                      <a:pt x="238" y="194"/>
                      <a:pt x="245" y="22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3" name="Freeform 593">
                <a:extLst>
                  <a:ext uri="{FF2B5EF4-FFF2-40B4-BE49-F238E27FC236}">
                    <a16:creationId xmlns:a16="http://schemas.microsoft.com/office/drawing/2014/main" id="{615F3D2A-D36F-C31E-239A-8779C6D60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782" y="6109316"/>
                <a:ext cx="923246" cy="417448"/>
              </a:xfrm>
              <a:custGeom>
                <a:avLst/>
                <a:gdLst>
                  <a:gd name="T0" fmla="*/ 244 w 244"/>
                  <a:gd name="T1" fmla="*/ 28 h 110"/>
                  <a:gd name="T2" fmla="*/ 193 w 244"/>
                  <a:gd name="T3" fmla="*/ 5 h 110"/>
                  <a:gd name="T4" fmla="*/ 139 w 244"/>
                  <a:gd name="T5" fmla="*/ 9 h 110"/>
                  <a:gd name="T6" fmla="*/ 93 w 244"/>
                  <a:gd name="T7" fmla="*/ 54 h 110"/>
                  <a:gd name="T8" fmla="*/ 0 w 244"/>
                  <a:gd name="T9" fmla="*/ 102 h 110"/>
                  <a:gd name="T10" fmla="*/ 119 w 244"/>
                  <a:gd name="T11" fmla="*/ 86 h 110"/>
                  <a:gd name="T12" fmla="*/ 182 w 244"/>
                  <a:gd name="T13" fmla="*/ 33 h 110"/>
                  <a:gd name="T14" fmla="*/ 244 w 244"/>
                  <a:gd name="T15" fmla="*/ 28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4" h="110">
                    <a:moveTo>
                      <a:pt x="244" y="28"/>
                    </a:moveTo>
                    <a:cubicBezTo>
                      <a:pt x="228" y="19"/>
                      <a:pt x="211" y="10"/>
                      <a:pt x="193" y="5"/>
                    </a:cubicBezTo>
                    <a:cubicBezTo>
                      <a:pt x="176" y="0"/>
                      <a:pt x="156" y="0"/>
                      <a:pt x="139" y="9"/>
                    </a:cubicBezTo>
                    <a:cubicBezTo>
                      <a:pt x="120" y="20"/>
                      <a:pt x="109" y="40"/>
                      <a:pt x="93" y="54"/>
                    </a:cubicBezTo>
                    <a:cubicBezTo>
                      <a:pt x="66" y="76"/>
                      <a:pt x="26" y="79"/>
                      <a:pt x="0" y="102"/>
                    </a:cubicBezTo>
                    <a:cubicBezTo>
                      <a:pt x="41" y="107"/>
                      <a:pt x="85" y="110"/>
                      <a:pt x="119" y="86"/>
                    </a:cubicBezTo>
                    <a:cubicBezTo>
                      <a:pt x="142" y="70"/>
                      <a:pt x="157" y="44"/>
                      <a:pt x="182" y="33"/>
                    </a:cubicBezTo>
                    <a:cubicBezTo>
                      <a:pt x="200" y="25"/>
                      <a:pt x="225" y="27"/>
                      <a:pt x="244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4" name="Freeform 594">
                <a:extLst>
                  <a:ext uri="{FF2B5EF4-FFF2-40B4-BE49-F238E27FC236}">
                    <a16:creationId xmlns:a16="http://schemas.microsoft.com/office/drawing/2014/main" id="{F93A94B1-A3F4-4C33-C644-24666B4C1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8972" y="6140237"/>
                <a:ext cx="779680" cy="726669"/>
              </a:xfrm>
              <a:custGeom>
                <a:avLst/>
                <a:gdLst>
                  <a:gd name="T0" fmla="*/ 205 w 206"/>
                  <a:gd name="T1" fmla="*/ 192 h 192"/>
                  <a:gd name="T2" fmla="*/ 178 w 206"/>
                  <a:gd name="T3" fmla="*/ 155 h 192"/>
                  <a:gd name="T4" fmla="*/ 72 w 206"/>
                  <a:gd name="T5" fmla="*/ 97 h 192"/>
                  <a:gd name="T6" fmla="*/ 7 w 206"/>
                  <a:gd name="T7" fmla="*/ 0 h 192"/>
                  <a:gd name="T8" fmla="*/ 12 w 206"/>
                  <a:gd name="T9" fmla="*/ 105 h 192"/>
                  <a:gd name="T10" fmla="*/ 86 w 206"/>
                  <a:gd name="T11" fmla="*/ 176 h 192"/>
                  <a:gd name="T12" fmla="*/ 150 w 206"/>
                  <a:gd name="T13" fmla="*/ 177 h 192"/>
                  <a:gd name="T14" fmla="*/ 205 w 206"/>
                  <a:gd name="T15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6" h="192">
                    <a:moveTo>
                      <a:pt x="205" y="192"/>
                    </a:moveTo>
                    <a:cubicBezTo>
                      <a:pt x="206" y="176"/>
                      <a:pt x="192" y="163"/>
                      <a:pt x="178" y="155"/>
                    </a:cubicBezTo>
                    <a:cubicBezTo>
                      <a:pt x="144" y="133"/>
                      <a:pt x="106" y="119"/>
                      <a:pt x="72" y="97"/>
                    </a:cubicBezTo>
                    <a:cubicBezTo>
                      <a:pt x="39" y="74"/>
                      <a:pt x="9" y="40"/>
                      <a:pt x="7" y="0"/>
                    </a:cubicBezTo>
                    <a:cubicBezTo>
                      <a:pt x="1" y="35"/>
                      <a:pt x="0" y="71"/>
                      <a:pt x="12" y="105"/>
                    </a:cubicBezTo>
                    <a:cubicBezTo>
                      <a:pt x="23" y="138"/>
                      <a:pt x="51" y="168"/>
                      <a:pt x="86" y="176"/>
                    </a:cubicBezTo>
                    <a:cubicBezTo>
                      <a:pt x="107" y="180"/>
                      <a:pt x="128" y="177"/>
                      <a:pt x="150" y="177"/>
                    </a:cubicBezTo>
                    <a:cubicBezTo>
                      <a:pt x="171" y="176"/>
                      <a:pt x="191" y="176"/>
                      <a:pt x="205" y="1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5" name="Freeform 596">
                <a:extLst>
                  <a:ext uri="{FF2B5EF4-FFF2-40B4-BE49-F238E27FC236}">
                    <a16:creationId xmlns:a16="http://schemas.microsoft.com/office/drawing/2014/main" id="{8477C2DD-C49E-1B28-F37F-B1F8E6900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215" y="4276074"/>
                <a:ext cx="567642" cy="598564"/>
              </a:xfrm>
              <a:custGeom>
                <a:avLst/>
                <a:gdLst>
                  <a:gd name="T0" fmla="*/ 1 w 150"/>
                  <a:gd name="T1" fmla="*/ 158 h 158"/>
                  <a:gd name="T2" fmla="*/ 0 w 150"/>
                  <a:gd name="T3" fmla="*/ 156 h 158"/>
                  <a:gd name="T4" fmla="*/ 105 w 150"/>
                  <a:gd name="T5" fmla="*/ 75 h 158"/>
                  <a:gd name="T6" fmla="*/ 115 w 150"/>
                  <a:gd name="T7" fmla="*/ 51 h 158"/>
                  <a:gd name="T8" fmla="*/ 121 w 150"/>
                  <a:gd name="T9" fmla="*/ 34 h 158"/>
                  <a:gd name="T10" fmla="*/ 149 w 150"/>
                  <a:gd name="T11" fmla="*/ 0 h 158"/>
                  <a:gd name="T12" fmla="*/ 150 w 150"/>
                  <a:gd name="T13" fmla="*/ 1 h 158"/>
                  <a:gd name="T14" fmla="*/ 123 w 150"/>
                  <a:gd name="T15" fmla="*/ 34 h 158"/>
                  <a:gd name="T16" fmla="*/ 117 w 150"/>
                  <a:gd name="T17" fmla="*/ 52 h 158"/>
                  <a:gd name="T18" fmla="*/ 107 w 150"/>
                  <a:gd name="T19" fmla="*/ 76 h 158"/>
                  <a:gd name="T20" fmla="*/ 1 w 150"/>
                  <a:gd name="T2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158">
                    <a:moveTo>
                      <a:pt x="1" y="158"/>
                    </a:moveTo>
                    <a:cubicBezTo>
                      <a:pt x="0" y="156"/>
                      <a:pt x="0" y="156"/>
                      <a:pt x="0" y="156"/>
                    </a:cubicBezTo>
                    <a:cubicBezTo>
                      <a:pt x="43" y="137"/>
                      <a:pt x="86" y="114"/>
                      <a:pt x="105" y="75"/>
                    </a:cubicBezTo>
                    <a:cubicBezTo>
                      <a:pt x="109" y="67"/>
                      <a:pt x="112" y="59"/>
                      <a:pt x="115" y="51"/>
                    </a:cubicBezTo>
                    <a:cubicBezTo>
                      <a:pt x="117" y="45"/>
                      <a:pt x="119" y="39"/>
                      <a:pt x="121" y="34"/>
                    </a:cubicBezTo>
                    <a:cubicBezTo>
                      <a:pt x="129" y="17"/>
                      <a:pt x="138" y="5"/>
                      <a:pt x="149" y="0"/>
                    </a:cubicBezTo>
                    <a:cubicBezTo>
                      <a:pt x="150" y="1"/>
                      <a:pt x="150" y="1"/>
                      <a:pt x="150" y="1"/>
                    </a:cubicBezTo>
                    <a:cubicBezTo>
                      <a:pt x="139" y="7"/>
                      <a:pt x="130" y="18"/>
                      <a:pt x="123" y="34"/>
                    </a:cubicBezTo>
                    <a:cubicBezTo>
                      <a:pt x="121" y="40"/>
                      <a:pt x="119" y="46"/>
                      <a:pt x="117" y="52"/>
                    </a:cubicBezTo>
                    <a:cubicBezTo>
                      <a:pt x="114" y="60"/>
                      <a:pt x="111" y="68"/>
                      <a:pt x="107" y="76"/>
                    </a:cubicBezTo>
                    <a:cubicBezTo>
                      <a:pt x="87" y="116"/>
                      <a:pt x="44" y="139"/>
                      <a:pt x="1" y="15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6" name="Freeform 597">
                <a:extLst>
                  <a:ext uri="{FF2B5EF4-FFF2-40B4-BE49-F238E27FC236}">
                    <a16:creationId xmlns:a16="http://schemas.microsoft.com/office/drawing/2014/main" id="{CCE06700-58A7-AFCC-B3DA-75CF9EF96F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112" y="4788499"/>
                <a:ext cx="362231" cy="815019"/>
              </a:xfrm>
              <a:custGeom>
                <a:avLst/>
                <a:gdLst>
                  <a:gd name="T0" fmla="*/ 2 w 96"/>
                  <a:gd name="T1" fmla="*/ 215 h 215"/>
                  <a:gd name="T2" fmla="*/ 0 w 96"/>
                  <a:gd name="T3" fmla="*/ 215 h 215"/>
                  <a:gd name="T4" fmla="*/ 27 w 96"/>
                  <a:gd name="T5" fmla="*/ 170 h 215"/>
                  <a:gd name="T6" fmla="*/ 31 w 96"/>
                  <a:gd name="T7" fmla="*/ 164 h 215"/>
                  <a:gd name="T8" fmla="*/ 42 w 96"/>
                  <a:gd name="T9" fmla="*/ 150 h 215"/>
                  <a:gd name="T10" fmla="*/ 60 w 96"/>
                  <a:gd name="T11" fmla="*/ 108 h 215"/>
                  <a:gd name="T12" fmla="*/ 94 w 96"/>
                  <a:gd name="T13" fmla="*/ 0 h 215"/>
                  <a:gd name="T14" fmla="*/ 96 w 96"/>
                  <a:gd name="T15" fmla="*/ 0 h 215"/>
                  <a:gd name="T16" fmla="*/ 62 w 96"/>
                  <a:gd name="T17" fmla="*/ 108 h 215"/>
                  <a:gd name="T18" fmla="*/ 44 w 96"/>
                  <a:gd name="T19" fmla="*/ 151 h 215"/>
                  <a:gd name="T20" fmla="*/ 33 w 96"/>
                  <a:gd name="T21" fmla="*/ 166 h 215"/>
                  <a:gd name="T22" fmla="*/ 28 w 96"/>
                  <a:gd name="T23" fmla="*/ 171 h 215"/>
                  <a:gd name="T24" fmla="*/ 2 w 96"/>
                  <a:gd name="T25" fmla="*/ 21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215">
                    <a:moveTo>
                      <a:pt x="2" y="215"/>
                    </a:moveTo>
                    <a:cubicBezTo>
                      <a:pt x="0" y="215"/>
                      <a:pt x="0" y="215"/>
                      <a:pt x="0" y="215"/>
                    </a:cubicBezTo>
                    <a:cubicBezTo>
                      <a:pt x="7" y="199"/>
                      <a:pt x="16" y="184"/>
                      <a:pt x="27" y="170"/>
                    </a:cubicBezTo>
                    <a:cubicBezTo>
                      <a:pt x="28" y="168"/>
                      <a:pt x="30" y="166"/>
                      <a:pt x="31" y="164"/>
                    </a:cubicBezTo>
                    <a:cubicBezTo>
                      <a:pt x="35" y="160"/>
                      <a:pt x="39" y="155"/>
                      <a:pt x="42" y="150"/>
                    </a:cubicBezTo>
                    <a:cubicBezTo>
                      <a:pt x="51" y="137"/>
                      <a:pt x="56" y="121"/>
                      <a:pt x="60" y="108"/>
                    </a:cubicBezTo>
                    <a:cubicBezTo>
                      <a:pt x="72" y="72"/>
                      <a:pt x="83" y="36"/>
                      <a:pt x="94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85" y="36"/>
                      <a:pt x="74" y="73"/>
                      <a:pt x="62" y="108"/>
                    </a:cubicBezTo>
                    <a:cubicBezTo>
                      <a:pt x="57" y="122"/>
                      <a:pt x="52" y="138"/>
                      <a:pt x="44" y="151"/>
                    </a:cubicBezTo>
                    <a:cubicBezTo>
                      <a:pt x="40" y="156"/>
                      <a:pt x="37" y="161"/>
                      <a:pt x="33" y="166"/>
                    </a:cubicBezTo>
                    <a:cubicBezTo>
                      <a:pt x="31" y="168"/>
                      <a:pt x="30" y="169"/>
                      <a:pt x="28" y="171"/>
                    </a:cubicBezTo>
                    <a:cubicBezTo>
                      <a:pt x="18" y="185"/>
                      <a:pt x="9" y="200"/>
                      <a:pt x="2" y="2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7" name="Freeform 598">
                <a:extLst>
                  <a:ext uri="{FF2B5EF4-FFF2-40B4-BE49-F238E27FC236}">
                    <a16:creationId xmlns:a16="http://schemas.microsoft.com/office/drawing/2014/main" id="{36E27A8A-3B04-6A7C-6097-CDAA35803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747" y="5577014"/>
                <a:ext cx="691332" cy="461623"/>
              </a:xfrm>
              <a:custGeom>
                <a:avLst/>
                <a:gdLst>
                  <a:gd name="T0" fmla="*/ 2 w 183"/>
                  <a:gd name="T1" fmla="*/ 122 h 122"/>
                  <a:gd name="T2" fmla="*/ 0 w 183"/>
                  <a:gd name="T3" fmla="*/ 121 h 122"/>
                  <a:gd name="T4" fmla="*/ 78 w 183"/>
                  <a:gd name="T5" fmla="*/ 57 h 122"/>
                  <a:gd name="T6" fmla="*/ 103 w 183"/>
                  <a:gd name="T7" fmla="*/ 52 h 122"/>
                  <a:gd name="T8" fmla="*/ 133 w 183"/>
                  <a:gd name="T9" fmla="*/ 46 h 122"/>
                  <a:gd name="T10" fmla="*/ 181 w 183"/>
                  <a:gd name="T11" fmla="*/ 0 h 122"/>
                  <a:gd name="T12" fmla="*/ 183 w 183"/>
                  <a:gd name="T13" fmla="*/ 1 h 122"/>
                  <a:gd name="T14" fmla="*/ 134 w 183"/>
                  <a:gd name="T15" fmla="*/ 48 h 122"/>
                  <a:gd name="T16" fmla="*/ 103 w 183"/>
                  <a:gd name="T17" fmla="*/ 54 h 122"/>
                  <a:gd name="T18" fmla="*/ 79 w 183"/>
                  <a:gd name="T19" fmla="*/ 58 h 122"/>
                  <a:gd name="T20" fmla="*/ 2 w 183"/>
                  <a:gd name="T21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3" h="122">
                    <a:moveTo>
                      <a:pt x="2" y="122"/>
                    </a:moveTo>
                    <a:cubicBezTo>
                      <a:pt x="0" y="121"/>
                      <a:pt x="0" y="121"/>
                      <a:pt x="0" y="121"/>
                    </a:cubicBezTo>
                    <a:cubicBezTo>
                      <a:pt x="19" y="98"/>
                      <a:pt x="44" y="66"/>
                      <a:pt x="78" y="57"/>
                    </a:cubicBezTo>
                    <a:cubicBezTo>
                      <a:pt x="86" y="54"/>
                      <a:pt x="94" y="53"/>
                      <a:pt x="103" y="52"/>
                    </a:cubicBezTo>
                    <a:cubicBezTo>
                      <a:pt x="113" y="51"/>
                      <a:pt x="123" y="50"/>
                      <a:pt x="133" y="46"/>
                    </a:cubicBezTo>
                    <a:cubicBezTo>
                      <a:pt x="156" y="38"/>
                      <a:pt x="170" y="17"/>
                      <a:pt x="181" y="0"/>
                    </a:cubicBezTo>
                    <a:cubicBezTo>
                      <a:pt x="183" y="1"/>
                      <a:pt x="183" y="1"/>
                      <a:pt x="183" y="1"/>
                    </a:cubicBezTo>
                    <a:cubicBezTo>
                      <a:pt x="172" y="18"/>
                      <a:pt x="157" y="39"/>
                      <a:pt x="134" y="48"/>
                    </a:cubicBezTo>
                    <a:cubicBezTo>
                      <a:pt x="124" y="52"/>
                      <a:pt x="113" y="53"/>
                      <a:pt x="103" y="54"/>
                    </a:cubicBezTo>
                    <a:cubicBezTo>
                      <a:pt x="95" y="55"/>
                      <a:pt x="86" y="56"/>
                      <a:pt x="79" y="58"/>
                    </a:cubicBezTo>
                    <a:cubicBezTo>
                      <a:pt x="47" y="67"/>
                      <a:pt x="25" y="92"/>
                      <a:pt x="2" y="1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8" name="Freeform 599">
                <a:extLst>
                  <a:ext uri="{FF2B5EF4-FFF2-40B4-BE49-F238E27FC236}">
                    <a16:creationId xmlns:a16="http://schemas.microsoft.com/office/drawing/2014/main" id="{8DFB6613-3DCF-5DCC-ADC5-A8E2EF862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0015" y="5806721"/>
                <a:ext cx="1482055" cy="689122"/>
              </a:xfrm>
              <a:custGeom>
                <a:avLst/>
                <a:gdLst>
                  <a:gd name="T0" fmla="*/ 230 w 392"/>
                  <a:gd name="T1" fmla="*/ 179 h 182"/>
                  <a:gd name="T2" fmla="*/ 218 w 392"/>
                  <a:gd name="T3" fmla="*/ 178 h 182"/>
                  <a:gd name="T4" fmla="*/ 217 w 392"/>
                  <a:gd name="T5" fmla="*/ 178 h 182"/>
                  <a:gd name="T6" fmla="*/ 215 w 392"/>
                  <a:gd name="T7" fmla="*/ 173 h 182"/>
                  <a:gd name="T8" fmla="*/ 167 w 392"/>
                  <a:gd name="T9" fmla="*/ 111 h 182"/>
                  <a:gd name="T10" fmla="*/ 107 w 392"/>
                  <a:gd name="T11" fmla="*/ 82 h 182"/>
                  <a:gd name="T12" fmla="*/ 50 w 392"/>
                  <a:gd name="T13" fmla="*/ 55 h 182"/>
                  <a:gd name="T14" fmla="*/ 0 w 392"/>
                  <a:gd name="T15" fmla="*/ 2 h 182"/>
                  <a:gd name="T16" fmla="*/ 2 w 392"/>
                  <a:gd name="T17" fmla="*/ 0 h 182"/>
                  <a:gd name="T18" fmla="*/ 51 w 392"/>
                  <a:gd name="T19" fmla="*/ 54 h 182"/>
                  <a:gd name="T20" fmla="*/ 108 w 392"/>
                  <a:gd name="T21" fmla="*/ 80 h 182"/>
                  <a:gd name="T22" fmla="*/ 169 w 392"/>
                  <a:gd name="T23" fmla="*/ 109 h 182"/>
                  <a:gd name="T24" fmla="*/ 216 w 392"/>
                  <a:gd name="T25" fmla="*/ 172 h 182"/>
                  <a:gd name="T26" fmla="*/ 219 w 392"/>
                  <a:gd name="T27" fmla="*/ 176 h 182"/>
                  <a:gd name="T28" fmla="*/ 325 w 392"/>
                  <a:gd name="T29" fmla="*/ 133 h 182"/>
                  <a:gd name="T30" fmla="*/ 333 w 392"/>
                  <a:gd name="T31" fmla="*/ 125 h 182"/>
                  <a:gd name="T32" fmla="*/ 355 w 392"/>
                  <a:gd name="T33" fmla="*/ 106 h 182"/>
                  <a:gd name="T34" fmla="*/ 392 w 392"/>
                  <a:gd name="T35" fmla="*/ 92 h 182"/>
                  <a:gd name="T36" fmla="*/ 392 w 392"/>
                  <a:gd name="T37" fmla="*/ 94 h 182"/>
                  <a:gd name="T38" fmla="*/ 356 w 392"/>
                  <a:gd name="T39" fmla="*/ 107 h 182"/>
                  <a:gd name="T40" fmla="*/ 334 w 392"/>
                  <a:gd name="T41" fmla="*/ 127 h 182"/>
                  <a:gd name="T42" fmla="*/ 326 w 392"/>
                  <a:gd name="T43" fmla="*/ 134 h 182"/>
                  <a:gd name="T44" fmla="*/ 230 w 392"/>
                  <a:gd name="T45" fmla="*/ 179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2" h="182">
                    <a:moveTo>
                      <a:pt x="230" y="179"/>
                    </a:moveTo>
                    <a:cubicBezTo>
                      <a:pt x="226" y="179"/>
                      <a:pt x="222" y="179"/>
                      <a:pt x="218" y="178"/>
                    </a:cubicBezTo>
                    <a:cubicBezTo>
                      <a:pt x="217" y="178"/>
                      <a:pt x="217" y="178"/>
                      <a:pt x="217" y="178"/>
                    </a:cubicBezTo>
                    <a:cubicBezTo>
                      <a:pt x="215" y="173"/>
                      <a:pt x="215" y="173"/>
                      <a:pt x="215" y="173"/>
                    </a:cubicBezTo>
                    <a:cubicBezTo>
                      <a:pt x="201" y="150"/>
                      <a:pt x="188" y="127"/>
                      <a:pt x="167" y="111"/>
                    </a:cubicBezTo>
                    <a:cubicBezTo>
                      <a:pt x="150" y="97"/>
                      <a:pt x="128" y="89"/>
                      <a:pt x="107" y="82"/>
                    </a:cubicBezTo>
                    <a:cubicBezTo>
                      <a:pt x="87" y="75"/>
                      <a:pt x="67" y="67"/>
                      <a:pt x="50" y="55"/>
                    </a:cubicBezTo>
                    <a:cubicBezTo>
                      <a:pt x="30" y="41"/>
                      <a:pt x="15" y="21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6" y="20"/>
                      <a:pt x="31" y="40"/>
                      <a:pt x="51" y="54"/>
                    </a:cubicBezTo>
                    <a:cubicBezTo>
                      <a:pt x="68" y="66"/>
                      <a:pt x="88" y="73"/>
                      <a:pt x="108" y="80"/>
                    </a:cubicBezTo>
                    <a:cubicBezTo>
                      <a:pt x="129" y="88"/>
                      <a:pt x="151" y="95"/>
                      <a:pt x="169" y="109"/>
                    </a:cubicBezTo>
                    <a:cubicBezTo>
                      <a:pt x="190" y="126"/>
                      <a:pt x="203" y="149"/>
                      <a:pt x="216" y="172"/>
                    </a:cubicBezTo>
                    <a:cubicBezTo>
                      <a:pt x="219" y="176"/>
                      <a:pt x="219" y="176"/>
                      <a:pt x="219" y="176"/>
                    </a:cubicBezTo>
                    <a:cubicBezTo>
                      <a:pt x="264" y="182"/>
                      <a:pt x="305" y="152"/>
                      <a:pt x="325" y="133"/>
                    </a:cubicBezTo>
                    <a:cubicBezTo>
                      <a:pt x="328" y="130"/>
                      <a:pt x="330" y="128"/>
                      <a:pt x="333" y="125"/>
                    </a:cubicBezTo>
                    <a:cubicBezTo>
                      <a:pt x="340" y="118"/>
                      <a:pt x="347" y="112"/>
                      <a:pt x="355" y="106"/>
                    </a:cubicBezTo>
                    <a:cubicBezTo>
                      <a:pt x="367" y="97"/>
                      <a:pt x="380" y="92"/>
                      <a:pt x="392" y="92"/>
                    </a:cubicBezTo>
                    <a:cubicBezTo>
                      <a:pt x="392" y="94"/>
                      <a:pt x="392" y="94"/>
                      <a:pt x="392" y="94"/>
                    </a:cubicBezTo>
                    <a:cubicBezTo>
                      <a:pt x="380" y="94"/>
                      <a:pt x="368" y="98"/>
                      <a:pt x="356" y="107"/>
                    </a:cubicBezTo>
                    <a:cubicBezTo>
                      <a:pt x="348" y="113"/>
                      <a:pt x="341" y="120"/>
                      <a:pt x="334" y="127"/>
                    </a:cubicBezTo>
                    <a:cubicBezTo>
                      <a:pt x="332" y="129"/>
                      <a:pt x="329" y="132"/>
                      <a:pt x="326" y="134"/>
                    </a:cubicBezTo>
                    <a:cubicBezTo>
                      <a:pt x="308" y="152"/>
                      <a:pt x="272" y="179"/>
                      <a:pt x="230" y="17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39" name="Freeform 600">
                <a:extLst>
                  <a:ext uri="{FF2B5EF4-FFF2-40B4-BE49-F238E27FC236}">
                    <a16:creationId xmlns:a16="http://schemas.microsoft.com/office/drawing/2014/main" id="{69CD1E7D-A341-C464-008C-D633B5A98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068" y="6431789"/>
                <a:ext cx="700167" cy="435118"/>
              </a:xfrm>
              <a:custGeom>
                <a:avLst/>
                <a:gdLst>
                  <a:gd name="T0" fmla="*/ 183 w 185"/>
                  <a:gd name="T1" fmla="*/ 115 h 115"/>
                  <a:gd name="T2" fmla="*/ 144 w 185"/>
                  <a:gd name="T3" fmla="*/ 87 h 115"/>
                  <a:gd name="T4" fmla="*/ 109 w 185"/>
                  <a:gd name="T5" fmla="*/ 83 h 115"/>
                  <a:gd name="T6" fmla="*/ 95 w 185"/>
                  <a:gd name="T7" fmla="*/ 82 h 115"/>
                  <a:gd name="T8" fmla="*/ 47 w 185"/>
                  <a:gd name="T9" fmla="*/ 67 h 115"/>
                  <a:gd name="T10" fmla="*/ 27 w 185"/>
                  <a:gd name="T11" fmla="*/ 43 h 115"/>
                  <a:gd name="T12" fmla="*/ 0 w 185"/>
                  <a:gd name="T13" fmla="*/ 1 h 115"/>
                  <a:gd name="T14" fmla="*/ 2 w 185"/>
                  <a:gd name="T15" fmla="*/ 0 h 115"/>
                  <a:gd name="T16" fmla="*/ 29 w 185"/>
                  <a:gd name="T17" fmla="*/ 41 h 115"/>
                  <a:gd name="T18" fmla="*/ 49 w 185"/>
                  <a:gd name="T19" fmla="*/ 65 h 115"/>
                  <a:gd name="T20" fmla="*/ 95 w 185"/>
                  <a:gd name="T21" fmla="*/ 80 h 115"/>
                  <a:gd name="T22" fmla="*/ 110 w 185"/>
                  <a:gd name="T23" fmla="*/ 81 h 115"/>
                  <a:gd name="T24" fmla="*/ 145 w 185"/>
                  <a:gd name="T25" fmla="*/ 85 h 115"/>
                  <a:gd name="T26" fmla="*/ 185 w 185"/>
                  <a:gd name="T27" fmla="*/ 114 h 115"/>
                  <a:gd name="T28" fmla="*/ 183 w 185"/>
                  <a:gd name="T29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5" h="115">
                    <a:moveTo>
                      <a:pt x="183" y="115"/>
                    </a:moveTo>
                    <a:cubicBezTo>
                      <a:pt x="177" y="102"/>
                      <a:pt x="163" y="92"/>
                      <a:pt x="144" y="87"/>
                    </a:cubicBezTo>
                    <a:cubicBezTo>
                      <a:pt x="133" y="85"/>
                      <a:pt x="121" y="84"/>
                      <a:pt x="109" y="83"/>
                    </a:cubicBezTo>
                    <a:cubicBezTo>
                      <a:pt x="105" y="83"/>
                      <a:pt x="100" y="83"/>
                      <a:pt x="95" y="82"/>
                    </a:cubicBezTo>
                    <a:cubicBezTo>
                      <a:pt x="81" y="81"/>
                      <a:pt x="62" y="78"/>
                      <a:pt x="47" y="67"/>
                    </a:cubicBezTo>
                    <a:cubicBezTo>
                      <a:pt x="39" y="60"/>
                      <a:pt x="33" y="52"/>
                      <a:pt x="27" y="43"/>
                    </a:cubicBezTo>
                    <a:cubicBezTo>
                      <a:pt x="18" y="29"/>
                      <a:pt x="9" y="15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1" y="14"/>
                      <a:pt x="20" y="28"/>
                      <a:pt x="29" y="41"/>
                    </a:cubicBezTo>
                    <a:cubicBezTo>
                      <a:pt x="35" y="51"/>
                      <a:pt x="41" y="59"/>
                      <a:pt x="49" y="65"/>
                    </a:cubicBezTo>
                    <a:cubicBezTo>
                      <a:pt x="63" y="76"/>
                      <a:pt x="82" y="79"/>
                      <a:pt x="95" y="80"/>
                    </a:cubicBezTo>
                    <a:cubicBezTo>
                      <a:pt x="100" y="81"/>
                      <a:pt x="105" y="81"/>
                      <a:pt x="110" y="81"/>
                    </a:cubicBezTo>
                    <a:cubicBezTo>
                      <a:pt x="121" y="82"/>
                      <a:pt x="133" y="83"/>
                      <a:pt x="145" y="85"/>
                    </a:cubicBezTo>
                    <a:cubicBezTo>
                      <a:pt x="164" y="90"/>
                      <a:pt x="179" y="101"/>
                      <a:pt x="185" y="114"/>
                    </a:cubicBezTo>
                    <a:lnTo>
                      <a:pt x="183" y="11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0" name="Freeform 601">
                <a:extLst>
                  <a:ext uri="{FF2B5EF4-FFF2-40B4-BE49-F238E27FC236}">
                    <a16:creationId xmlns:a16="http://schemas.microsoft.com/office/drawing/2014/main" id="{ED73AB6F-7EA4-CA4B-FC4A-44751C026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859" y="5435656"/>
                <a:ext cx="781888" cy="512424"/>
              </a:xfrm>
              <a:custGeom>
                <a:avLst/>
                <a:gdLst>
                  <a:gd name="T0" fmla="*/ 206 w 207"/>
                  <a:gd name="T1" fmla="*/ 135 h 135"/>
                  <a:gd name="T2" fmla="*/ 103 w 207"/>
                  <a:gd name="T3" fmla="*/ 75 h 135"/>
                  <a:gd name="T4" fmla="*/ 98 w 207"/>
                  <a:gd name="T5" fmla="*/ 73 h 135"/>
                  <a:gd name="T6" fmla="*/ 64 w 207"/>
                  <a:gd name="T7" fmla="*/ 61 h 135"/>
                  <a:gd name="T8" fmla="*/ 42 w 207"/>
                  <a:gd name="T9" fmla="*/ 46 h 135"/>
                  <a:gd name="T10" fmla="*/ 0 w 207"/>
                  <a:gd name="T11" fmla="*/ 1 h 135"/>
                  <a:gd name="T12" fmla="*/ 2 w 207"/>
                  <a:gd name="T13" fmla="*/ 0 h 135"/>
                  <a:gd name="T14" fmla="*/ 44 w 207"/>
                  <a:gd name="T15" fmla="*/ 45 h 135"/>
                  <a:gd name="T16" fmla="*/ 65 w 207"/>
                  <a:gd name="T17" fmla="*/ 59 h 135"/>
                  <a:gd name="T18" fmla="*/ 98 w 207"/>
                  <a:gd name="T19" fmla="*/ 71 h 135"/>
                  <a:gd name="T20" fmla="*/ 104 w 207"/>
                  <a:gd name="T21" fmla="*/ 73 h 135"/>
                  <a:gd name="T22" fmla="*/ 207 w 207"/>
                  <a:gd name="T23" fmla="*/ 134 h 135"/>
                  <a:gd name="T24" fmla="*/ 206 w 207"/>
                  <a:gd name="T25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" h="135">
                    <a:moveTo>
                      <a:pt x="206" y="135"/>
                    </a:moveTo>
                    <a:cubicBezTo>
                      <a:pt x="185" y="109"/>
                      <a:pt x="152" y="89"/>
                      <a:pt x="103" y="75"/>
                    </a:cubicBezTo>
                    <a:cubicBezTo>
                      <a:pt x="101" y="74"/>
                      <a:pt x="99" y="74"/>
                      <a:pt x="98" y="73"/>
                    </a:cubicBezTo>
                    <a:cubicBezTo>
                      <a:pt x="86" y="70"/>
                      <a:pt x="75" y="67"/>
                      <a:pt x="64" y="61"/>
                    </a:cubicBezTo>
                    <a:cubicBezTo>
                      <a:pt x="56" y="57"/>
                      <a:pt x="49" y="52"/>
                      <a:pt x="42" y="46"/>
                    </a:cubicBezTo>
                    <a:cubicBezTo>
                      <a:pt x="28" y="35"/>
                      <a:pt x="11" y="20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19"/>
                      <a:pt x="30" y="34"/>
                      <a:pt x="44" y="45"/>
                    </a:cubicBezTo>
                    <a:cubicBezTo>
                      <a:pt x="50" y="50"/>
                      <a:pt x="57" y="55"/>
                      <a:pt x="65" y="59"/>
                    </a:cubicBezTo>
                    <a:cubicBezTo>
                      <a:pt x="75" y="65"/>
                      <a:pt x="87" y="68"/>
                      <a:pt x="98" y="71"/>
                    </a:cubicBezTo>
                    <a:cubicBezTo>
                      <a:pt x="100" y="72"/>
                      <a:pt x="102" y="72"/>
                      <a:pt x="104" y="73"/>
                    </a:cubicBezTo>
                    <a:cubicBezTo>
                      <a:pt x="153" y="87"/>
                      <a:pt x="187" y="107"/>
                      <a:pt x="207" y="134"/>
                    </a:cubicBezTo>
                    <a:lnTo>
                      <a:pt x="206" y="1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1" name="Freeform 602">
                <a:extLst>
                  <a:ext uri="{FF2B5EF4-FFF2-40B4-BE49-F238E27FC236}">
                    <a16:creationId xmlns:a16="http://schemas.microsoft.com/office/drawing/2014/main" id="{6032B37A-6C16-0F6F-C96E-89B1FC65F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955" y="4587505"/>
                <a:ext cx="600773" cy="870238"/>
              </a:xfrm>
              <a:custGeom>
                <a:avLst/>
                <a:gdLst>
                  <a:gd name="T0" fmla="*/ 157 w 159"/>
                  <a:gd name="T1" fmla="*/ 230 h 230"/>
                  <a:gd name="T2" fmla="*/ 133 w 159"/>
                  <a:gd name="T3" fmla="*/ 189 h 230"/>
                  <a:gd name="T4" fmla="*/ 112 w 159"/>
                  <a:gd name="T5" fmla="*/ 165 h 230"/>
                  <a:gd name="T6" fmla="*/ 89 w 159"/>
                  <a:gd name="T7" fmla="*/ 152 h 230"/>
                  <a:gd name="T8" fmla="*/ 85 w 159"/>
                  <a:gd name="T9" fmla="*/ 150 h 230"/>
                  <a:gd name="T10" fmla="*/ 47 w 159"/>
                  <a:gd name="T11" fmla="*/ 124 h 230"/>
                  <a:gd name="T12" fmla="*/ 23 w 159"/>
                  <a:gd name="T13" fmla="*/ 86 h 230"/>
                  <a:gd name="T14" fmla="*/ 20 w 159"/>
                  <a:gd name="T15" fmla="*/ 58 h 230"/>
                  <a:gd name="T16" fmla="*/ 14 w 159"/>
                  <a:gd name="T17" fmla="*/ 20 h 230"/>
                  <a:gd name="T18" fmla="*/ 0 w 159"/>
                  <a:gd name="T19" fmla="*/ 2 h 230"/>
                  <a:gd name="T20" fmla="*/ 2 w 159"/>
                  <a:gd name="T21" fmla="*/ 0 h 230"/>
                  <a:gd name="T22" fmla="*/ 16 w 159"/>
                  <a:gd name="T23" fmla="*/ 19 h 230"/>
                  <a:gd name="T24" fmla="*/ 22 w 159"/>
                  <a:gd name="T25" fmla="*/ 57 h 230"/>
                  <a:gd name="T26" fmla="*/ 25 w 159"/>
                  <a:gd name="T27" fmla="*/ 85 h 230"/>
                  <a:gd name="T28" fmla="*/ 49 w 159"/>
                  <a:gd name="T29" fmla="*/ 123 h 230"/>
                  <a:gd name="T30" fmla="*/ 86 w 159"/>
                  <a:gd name="T31" fmla="*/ 148 h 230"/>
                  <a:gd name="T32" fmla="*/ 90 w 159"/>
                  <a:gd name="T33" fmla="*/ 150 h 230"/>
                  <a:gd name="T34" fmla="*/ 113 w 159"/>
                  <a:gd name="T35" fmla="*/ 163 h 230"/>
                  <a:gd name="T36" fmla="*/ 135 w 159"/>
                  <a:gd name="T37" fmla="*/ 188 h 230"/>
                  <a:gd name="T38" fmla="*/ 159 w 159"/>
                  <a:gd name="T39" fmla="*/ 229 h 230"/>
                  <a:gd name="T40" fmla="*/ 157 w 159"/>
                  <a:gd name="T41" fmla="*/ 23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9" h="230">
                    <a:moveTo>
                      <a:pt x="157" y="230"/>
                    </a:moveTo>
                    <a:cubicBezTo>
                      <a:pt x="150" y="216"/>
                      <a:pt x="142" y="202"/>
                      <a:pt x="133" y="189"/>
                    </a:cubicBezTo>
                    <a:cubicBezTo>
                      <a:pt x="127" y="181"/>
                      <a:pt x="120" y="172"/>
                      <a:pt x="112" y="165"/>
                    </a:cubicBezTo>
                    <a:cubicBezTo>
                      <a:pt x="105" y="160"/>
                      <a:pt x="97" y="155"/>
                      <a:pt x="89" y="152"/>
                    </a:cubicBezTo>
                    <a:cubicBezTo>
                      <a:pt x="85" y="150"/>
                      <a:pt x="85" y="150"/>
                      <a:pt x="85" y="150"/>
                    </a:cubicBezTo>
                    <a:cubicBezTo>
                      <a:pt x="74" y="144"/>
                      <a:pt x="59" y="136"/>
                      <a:pt x="47" y="124"/>
                    </a:cubicBezTo>
                    <a:cubicBezTo>
                      <a:pt x="35" y="113"/>
                      <a:pt x="26" y="100"/>
                      <a:pt x="23" y="86"/>
                    </a:cubicBezTo>
                    <a:cubicBezTo>
                      <a:pt x="20" y="77"/>
                      <a:pt x="20" y="67"/>
                      <a:pt x="20" y="58"/>
                    </a:cubicBezTo>
                    <a:cubicBezTo>
                      <a:pt x="20" y="44"/>
                      <a:pt x="19" y="32"/>
                      <a:pt x="14" y="20"/>
                    </a:cubicBezTo>
                    <a:cubicBezTo>
                      <a:pt x="10" y="13"/>
                      <a:pt x="5" y="7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7" y="6"/>
                      <a:pt x="12" y="12"/>
                      <a:pt x="16" y="19"/>
                    </a:cubicBezTo>
                    <a:cubicBezTo>
                      <a:pt x="21" y="31"/>
                      <a:pt x="22" y="44"/>
                      <a:pt x="22" y="57"/>
                    </a:cubicBezTo>
                    <a:cubicBezTo>
                      <a:pt x="22" y="67"/>
                      <a:pt x="22" y="76"/>
                      <a:pt x="25" y="85"/>
                    </a:cubicBezTo>
                    <a:cubicBezTo>
                      <a:pt x="28" y="99"/>
                      <a:pt x="36" y="112"/>
                      <a:pt x="49" y="123"/>
                    </a:cubicBezTo>
                    <a:cubicBezTo>
                      <a:pt x="61" y="134"/>
                      <a:pt x="75" y="142"/>
                      <a:pt x="86" y="148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98" y="154"/>
                      <a:pt x="106" y="158"/>
                      <a:pt x="113" y="163"/>
                    </a:cubicBezTo>
                    <a:cubicBezTo>
                      <a:pt x="122" y="170"/>
                      <a:pt x="129" y="179"/>
                      <a:pt x="135" y="188"/>
                    </a:cubicBezTo>
                    <a:cubicBezTo>
                      <a:pt x="144" y="201"/>
                      <a:pt x="152" y="215"/>
                      <a:pt x="159" y="229"/>
                    </a:cubicBezTo>
                    <a:lnTo>
                      <a:pt x="157" y="2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42" name="Freeform 603">
                <a:extLst>
                  <a:ext uri="{FF2B5EF4-FFF2-40B4-BE49-F238E27FC236}">
                    <a16:creationId xmlns:a16="http://schemas.microsoft.com/office/drawing/2014/main" id="{0D32C90A-5EB6-CD3B-10D0-3E945C819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542" y="4117047"/>
                <a:ext cx="293761" cy="671452"/>
              </a:xfrm>
              <a:custGeom>
                <a:avLst/>
                <a:gdLst>
                  <a:gd name="T0" fmla="*/ 76 w 78"/>
                  <a:gd name="T1" fmla="*/ 177 h 177"/>
                  <a:gd name="T2" fmla="*/ 44 w 78"/>
                  <a:gd name="T3" fmla="*/ 115 h 177"/>
                  <a:gd name="T4" fmla="*/ 13 w 78"/>
                  <a:gd name="T5" fmla="*/ 54 h 177"/>
                  <a:gd name="T6" fmla="*/ 11 w 78"/>
                  <a:gd name="T7" fmla="*/ 41 h 177"/>
                  <a:gd name="T8" fmla="*/ 9 w 78"/>
                  <a:gd name="T9" fmla="*/ 26 h 177"/>
                  <a:gd name="T10" fmla="*/ 0 w 78"/>
                  <a:gd name="T11" fmla="*/ 1 h 177"/>
                  <a:gd name="T12" fmla="*/ 1 w 78"/>
                  <a:gd name="T13" fmla="*/ 0 h 177"/>
                  <a:gd name="T14" fmla="*/ 11 w 78"/>
                  <a:gd name="T15" fmla="*/ 25 h 177"/>
                  <a:gd name="T16" fmla="*/ 13 w 78"/>
                  <a:gd name="T17" fmla="*/ 41 h 177"/>
                  <a:gd name="T18" fmla="*/ 15 w 78"/>
                  <a:gd name="T19" fmla="*/ 53 h 177"/>
                  <a:gd name="T20" fmla="*/ 46 w 78"/>
                  <a:gd name="T21" fmla="*/ 114 h 177"/>
                  <a:gd name="T22" fmla="*/ 78 w 78"/>
                  <a:gd name="T23" fmla="*/ 177 h 177"/>
                  <a:gd name="T24" fmla="*/ 76 w 78"/>
                  <a:gd name="T25" fmla="*/ 177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177">
                    <a:moveTo>
                      <a:pt x="76" y="177"/>
                    </a:moveTo>
                    <a:cubicBezTo>
                      <a:pt x="72" y="154"/>
                      <a:pt x="58" y="134"/>
                      <a:pt x="44" y="115"/>
                    </a:cubicBezTo>
                    <a:cubicBezTo>
                      <a:pt x="31" y="96"/>
                      <a:pt x="18" y="76"/>
                      <a:pt x="13" y="54"/>
                    </a:cubicBezTo>
                    <a:cubicBezTo>
                      <a:pt x="12" y="50"/>
                      <a:pt x="12" y="45"/>
                      <a:pt x="11" y="41"/>
                    </a:cubicBezTo>
                    <a:cubicBezTo>
                      <a:pt x="11" y="36"/>
                      <a:pt x="10" y="31"/>
                      <a:pt x="9" y="26"/>
                    </a:cubicBezTo>
                    <a:cubicBezTo>
                      <a:pt x="7" y="17"/>
                      <a:pt x="3" y="9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" y="8"/>
                      <a:pt x="9" y="16"/>
                      <a:pt x="11" y="25"/>
                    </a:cubicBezTo>
                    <a:cubicBezTo>
                      <a:pt x="12" y="30"/>
                      <a:pt x="13" y="36"/>
                      <a:pt x="13" y="41"/>
                    </a:cubicBezTo>
                    <a:cubicBezTo>
                      <a:pt x="14" y="45"/>
                      <a:pt x="14" y="49"/>
                      <a:pt x="15" y="53"/>
                    </a:cubicBezTo>
                    <a:cubicBezTo>
                      <a:pt x="19" y="76"/>
                      <a:pt x="33" y="95"/>
                      <a:pt x="46" y="114"/>
                    </a:cubicBezTo>
                    <a:cubicBezTo>
                      <a:pt x="60" y="133"/>
                      <a:pt x="74" y="154"/>
                      <a:pt x="78" y="177"/>
                    </a:cubicBezTo>
                    <a:lnTo>
                      <a:pt x="76" y="1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61" name="Freeform 623">
              <a:extLst>
                <a:ext uri="{FF2B5EF4-FFF2-40B4-BE49-F238E27FC236}">
                  <a16:creationId xmlns:a16="http://schemas.microsoft.com/office/drawing/2014/main" id="{94D17EAA-3D8B-72A8-7BD0-5C859632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271" y="1884208"/>
              <a:ext cx="1658672" cy="2471970"/>
            </a:xfrm>
            <a:custGeom>
              <a:avLst/>
              <a:gdLst>
                <a:gd name="T0" fmla="*/ 212 w 423"/>
                <a:gd name="T1" fmla="*/ 490 h 629"/>
                <a:gd name="T2" fmla="*/ 302 w 423"/>
                <a:gd name="T3" fmla="*/ 398 h 629"/>
                <a:gd name="T4" fmla="*/ 332 w 423"/>
                <a:gd name="T5" fmla="*/ 334 h 629"/>
                <a:gd name="T6" fmla="*/ 329 w 423"/>
                <a:gd name="T7" fmla="*/ 305 h 629"/>
                <a:gd name="T8" fmla="*/ 422 w 423"/>
                <a:gd name="T9" fmla="*/ 236 h 629"/>
                <a:gd name="T10" fmla="*/ 365 w 423"/>
                <a:gd name="T11" fmla="*/ 219 h 629"/>
                <a:gd name="T12" fmla="*/ 357 w 423"/>
                <a:gd name="T13" fmla="*/ 157 h 629"/>
                <a:gd name="T14" fmla="*/ 327 w 423"/>
                <a:gd name="T15" fmla="*/ 181 h 629"/>
                <a:gd name="T16" fmla="*/ 309 w 423"/>
                <a:gd name="T17" fmla="*/ 221 h 629"/>
                <a:gd name="T18" fmla="*/ 290 w 423"/>
                <a:gd name="T19" fmla="*/ 204 h 629"/>
                <a:gd name="T20" fmla="*/ 315 w 423"/>
                <a:gd name="T21" fmla="*/ 113 h 629"/>
                <a:gd name="T22" fmla="*/ 344 w 423"/>
                <a:gd name="T23" fmla="*/ 48 h 629"/>
                <a:gd name="T24" fmla="*/ 283 w 423"/>
                <a:gd name="T25" fmla="*/ 40 h 629"/>
                <a:gd name="T26" fmla="*/ 257 w 423"/>
                <a:gd name="T27" fmla="*/ 12 h 629"/>
                <a:gd name="T28" fmla="*/ 255 w 423"/>
                <a:gd name="T29" fmla="*/ 263 h 629"/>
                <a:gd name="T30" fmla="*/ 177 w 423"/>
                <a:gd name="T31" fmla="*/ 363 h 629"/>
                <a:gd name="T32" fmla="*/ 218 w 423"/>
                <a:gd name="T33" fmla="*/ 236 h 629"/>
                <a:gd name="T34" fmla="*/ 197 w 423"/>
                <a:gd name="T35" fmla="*/ 192 h 629"/>
                <a:gd name="T36" fmla="*/ 209 w 423"/>
                <a:gd name="T37" fmla="*/ 151 h 629"/>
                <a:gd name="T38" fmla="*/ 220 w 423"/>
                <a:gd name="T39" fmla="*/ 74 h 629"/>
                <a:gd name="T40" fmla="*/ 181 w 423"/>
                <a:gd name="T41" fmla="*/ 126 h 629"/>
                <a:gd name="T42" fmla="*/ 176 w 423"/>
                <a:gd name="T43" fmla="*/ 82 h 629"/>
                <a:gd name="T44" fmla="*/ 152 w 423"/>
                <a:gd name="T45" fmla="*/ 68 h 629"/>
                <a:gd name="T46" fmla="*/ 174 w 423"/>
                <a:gd name="T47" fmla="*/ 215 h 629"/>
                <a:gd name="T48" fmla="*/ 133 w 423"/>
                <a:gd name="T49" fmla="*/ 306 h 629"/>
                <a:gd name="T50" fmla="*/ 130 w 423"/>
                <a:gd name="T51" fmla="*/ 229 h 629"/>
                <a:gd name="T52" fmla="*/ 101 w 423"/>
                <a:gd name="T53" fmla="*/ 187 h 629"/>
                <a:gd name="T54" fmla="*/ 113 w 423"/>
                <a:gd name="T55" fmla="*/ 148 h 629"/>
                <a:gd name="T56" fmla="*/ 90 w 423"/>
                <a:gd name="T57" fmla="*/ 94 h 629"/>
                <a:gd name="T58" fmla="*/ 77 w 423"/>
                <a:gd name="T59" fmla="*/ 54 h 629"/>
                <a:gd name="T60" fmla="*/ 62 w 423"/>
                <a:gd name="T61" fmla="*/ 163 h 629"/>
                <a:gd name="T62" fmla="*/ 25 w 423"/>
                <a:gd name="T63" fmla="*/ 144 h 629"/>
                <a:gd name="T64" fmla="*/ 4 w 423"/>
                <a:gd name="T65" fmla="*/ 152 h 629"/>
                <a:gd name="T66" fmla="*/ 52 w 423"/>
                <a:gd name="T67" fmla="*/ 320 h 629"/>
                <a:gd name="T68" fmla="*/ 168 w 423"/>
                <a:gd name="T69" fmla="*/ 603 h 629"/>
                <a:gd name="T70" fmla="*/ 216 w 423"/>
                <a:gd name="T71" fmla="*/ 621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23" h="629">
                  <a:moveTo>
                    <a:pt x="221" y="603"/>
                  </a:moveTo>
                  <a:cubicBezTo>
                    <a:pt x="228" y="565"/>
                    <a:pt x="201" y="526"/>
                    <a:pt x="212" y="490"/>
                  </a:cubicBezTo>
                  <a:cubicBezTo>
                    <a:pt x="218" y="468"/>
                    <a:pt x="236" y="453"/>
                    <a:pt x="253" y="438"/>
                  </a:cubicBezTo>
                  <a:cubicBezTo>
                    <a:pt x="270" y="425"/>
                    <a:pt x="286" y="411"/>
                    <a:pt x="302" y="398"/>
                  </a:cubicBezTo>
                  <a:cubicBezTo>
                    <a:pt x="312" y="390"/>
                    <a:pt x="322" y="381"/>
                    <a:pt x="329" y="370"/>
                  </a:cubicBezTo>
                  <a:cubicBezTo>
                    <a:pt x="335" y="359"/>
                    <a:pt x="338" y="345"/>
                    <a:pt x="332" y="334"/>
                  </a:cubicBezTo>
                  <a:cubicBezTo>
                    <a:pt x="328" y="327"/>
                    <a:pt x="322" y="321"/>
                    <a:pt x="323" y="314"/>
                  </a:cubicBezTo>
                  <a:cubicBezTo>
                    <a:pt x="324" y="310"/>
                    <a:pt x="326" y="307"/>
                    <a:pt x="329" y="305"/>
                  </a:cubicBezTo>
                  <a:cubicBezTo>
                    <a:pt x="348" y="286"/>
                    <a:pt x="371" y="270"/>
                    <a:pt x="396" y="261"/>
                  </a:cubicBezTo>
                  <a:cubicBezTo>
                    <a:pt x="408" y="256"/>
                    <a:pt x="423" y="249"/>
                    <a:pt x="422" y="236"/>
                  </a:cubicBezTo>
                  <a:cubicBezTo>
                    <a:pt x="421" y="226"/>
                    <a:pt x="407" y="221"/>
                    <a:pt x="397" y="221"/>
                  </a:cubicBezTo>
                  <a:cubicBezTo>
                    <a:pt x="386" y="222"/>
                    <a:pt x="373" y="227"/>
                    <a:pt x="365" y="219"/>
                  </a:cubicBezTo>
                  <a:cubicBezTo>
                    <a:pt x="356" y="211"/>
                    <a:pt x="360" y="198"/>
                    <a:pt x="363" y="187"/>
                  </a:cubicBezTo>
                  <a:cubicBezTo>
                    <a:pt x="366" y="177"/>
                    <a:pt x="367" y="163"/>
                    <a:pt x="357" y="157"/>
                  </a:cubicBezTo>
                  <a:cubicBezTo>
                    <a:pt x="351" y="154"/>
                    <a:pt x="343" y="156"/>
                    <a:pt x="337" y="162"/>
                  </a:cubicBezTo>
                  <a:cubicBezTo>
                    <a:pt x="332" y="167"/>
                    <a:pt x="330" y="174"/>
                    <a:pt x="327" y="181"/>
                  </a:cubicBezTo>
                  <a:cubicBezTo>
                    <a:pt x="324" y="189"/>
                    <a:pt x="320" y="198"/>
                    <a:pt x="317" y="207"/>
                  </a:cubicBezTo>
                  <a:cubicBezTo>
                    <a:pt x="315" y="212"/>
                    <a:pt x="313" y="217"/>
                    <a:pt x="309" y="221"/>
                  </a:cubicBezTo>
                  <a:cubicBezTo>
                    <a:pt x="305" y="225"/>
                    <a:pt x="298" y="227"/>
                    <a:pt x="294" y="223"/>
                  </a:cubicBezTo>
                  <a:cubicBezTo>
                    <a:pt x="288" y="219"/>
                    <a:pt x="289" y="211"/>
                    <a:pt x="290" y="204"/>
                  </a:cubicBezTo>
                  <a:cubicBezTo>
                    <a:pt x="294" y="184"/>
                    <a:pt x="298" y="164"/>
                    <a:pt x="302" y="144"/>
                  </a:cubicBezTo>
                  <a:cubicBezTo>
                    <a:pt x="304" y="133"/>
                    <a:pt x="307" y="121"/>
                    <a:pt x="315" y="113"/>
                  </a:cubicBezTo>
                  <a:cubicBezTo>
                    <a:pt x="327" y="101"/>
                    <a:pt x="348" y="101"/>
                    <a:pt x="358" y="87"/>
                  </a:cubicBezTo>
                  <a:cubicBezTo>
                    <a:pt x="368" y="74"/>
                    <a:pt x="360" y="52"/>
                    <a:pt x="344" y="48"/>
                  </a:cubicBezTo>
                  <a:cubicBezTo>
                    <a:pt x="333" y="46"/>
                    <a:pt x="322" y="50"/>
                    <a:pt x="311" y="52"/>
                  </a:cubicBezTo>
                  <a:cubicBezTo>
                    <a:pt x="300" y="54"/>
                    <a:pt x="286" y="51"/>
                    <a:pt x="283" y="40"/>
                  </a:cubicBezTo>
                  <a:cubicBezTo>
                    <a:pt x="281" y="30"/>
                    <a:pt x="289" y="20"/>
                    <a:pt x="285" y="11"/>
                  </a:cubicBezTo>
                  <a:cubicBezTo>
                    <a:pt x="281" y="0"/>
                    <a:pt x="263" y="2"/>
                    <a:pt x="257" y="12"/>
                  </a:cubicBezTo>
                  <a:cubicBezTo>
                    <a:pt x="250" y="22"/>
                    <a:pt x="252" y="34"/>
                    <a:pt x="253" y="46"/>
                  </a:cubicBezTo>
                  <a:cubicBezTo>
                    <a:pt x="261" y="118"/>
                    <a:pt x="258" y="191"/>
                    <a:pt x="255" y="263"/>
                  </a:cubicBezTo>
                  <a:cubicBezTo>
                    <a:pt x="254" y="288"/>
                    <a:pt x="253" y="315"/>
                    <a:pt x="241" y="336"/>
                  </a:cubicBezTo>
                  <a:cubicBezTo>
                    <a:pt x="228" y="358"/>
                    <a:pt x="200" y="373"/>
                    <a:pt x="177" y="363"/>
                  </a:cubicBezTo>
                  <a:cubicBezTo>
                    <a:pt x="172" y="347"/>
                    <a:pt x="183" y="331"/>
                    <a:pt x="191" y="316"/>
                  </a:cubicBezTo>
                  <a:cubicBezTo>
                    <a:pt x="204" y="291"/>
                    <a:pt x="211" y="264"/>
                    <a:pt x="218" y="236"/>
                  </a:cubicBezTo>
                  <a:cubicBezTo>
                    <a:pt x="221" y="223"/>
                    <a:pt x="223" y="207"/>
                    <a:pt x="212" y="199"/>
                  </a:cubicBezTo>
                  <a:cubicBezTo>
                    <a:pt x="207" y="196"/>
                    <a:pt x="201" y="196"/>
                    <a:pt x="197" y="192"/>
                  </a:cubicBezTo>
                  <a:cubicBezTo>
                    <a:pt x="191" y="187"/>
                    <a:pt x="190" y="177"/>
                    <a:pt x="194" y="170"/>
                  </a:cubicBezTo>
                  <a:cubicBezTo>
                    <a:pt x="197" y="163"/>
                    <a:pt x="203" y="157"/>
                    <a:pt x="209" y="151"/>
                  </a:cubicBezTo>
                  <a:cubicBezTo>
                    <a:pt x="225" y="136"/>
                    <a:pt x="237" y="115"/>
                    <a:pt x="236" y="92"/>
                  </a:cubicBezTo>
                  <a:cubicBezTo>
                    <a:pt x="235" y="83"/>
                    <a:pt x="229" y="73"/>
                    <a:pt x="220" y="74"/>
                  </a:cubicBezTo>
                  <a:cubicBezTo>
                    <a:pt x="211" y="75"/>
                    <a:pt x="208" y="86"/>
                    <a:pt x="205" y="95"/>
                  </a:cubicBezTo>
                  <a:cubicBezTo>
                    <a:pt x="201" y="108"/>
                    <a:pt x="193" y="119"/>
                    <a:pt x="181" y="126"/>
                  </a:cubicBezTo>
                  <a:cubicBezTo>
                    <a:pt x="173" y="129"/>
                    <a:pt x="165" y="118"/>
                    <a:pt x="166" y="108"/>
                  </a:cubicBezTo>
                  <a:cubicBezTo>
                    <a:pt x="168" y="99"/>
                    <a:pt x="174" y="91"/>
                    <a:pt x="176" y="82"/>
                  </a:cubicBezTo>
                  <a:cubicBezTo>
                    <a:pt x="178" y="73"/>
                    <a:pt x="173" y="61"/>
                    <a:pt x="164" y="61"/>
                  </a:cubicBezTo>
                  <a:cubicBezTo>
                    <a:pt x="159" y="61"/>
                    <a:pt x="155" y="64"/>
                    <a:pt x="152" y="68"/>
                  </a:cubicBezTo>
                  <a:cubicBezTo>
                    <a:pt x="135" y="88"/>
                    <a:pt x="137" y="118"/>
                    <a:pt x="145" y="142"/>
                  </a:cubicBezTo>
                  <a:cubicBezTo>
                    <a:pt x="154" y="167"/>
                    <a:pt x="168" y="190"/>
                    <a:pt x="174" y="215"/>
                  </a:cubicBezTo>
                  <a:cubicBezTo>
                    <a:pt x="178" y="235"/>
                    <a:pt x="177" y="256"/>
                    <a:pt x="171" y="275"/>
                  </a:cubicBezTo>
                  <a:cubicBezTo>
                    <a:pt x="165" y="293"/>
                    <a:pt x="150" y="311"/>
                    <a:pt x="133" y="306"/>
                  </a:cubicBezTo>
                  <a:cubicBezTo>
                    <a:pt x="119" y="303"/>
                    <a:pt x="112" y="285"/>
                    <a:pt x="114" y="270"/>
                  </a:cubicBezTo>
                  <a:cubicBezTo>
                    <a:pt x="117" y="256"/>
                    <a:pt x="125" y="243"/>
                    <a:pt x="130" y="229"/>
                  </a:cubicBezTo>
                  <a:cubicBezTo>
                    <a:pt x="135" y="215"/>
                    <a:pt x="137" y="198"/>
                    <a:pt x="127" y="187"/>
                  </a:cubicBezTo>
                  <a:cubicBezTo>
                    <a:pt x="119" y="192"/>
                    <a:pt x="106" y="195"/>
                    <a:pt x="101" y="187"/>
                  </a:cubicBezTo>
                  <a:cubicBezTo>
                    <a:pt x="99" y="185"/>
                    <a:pt x="99" y="182"/>
                    <a:pt x="99" y="180"/>
                  </a:cubicBezTo>
                  <a:cubicBezTo>
                    <a:pt x="99" y="168"/>
                    <a:pt x="107" y="158"/>
                    <a:pt x="113" y="148"/>
                  </a:cubicBezTo>
                  <a:cubicBezTo>
                    <a:pt x="119" y="138"/>
                    <a:pt x="123" y="124"/>
                    <a:pt x="115" y="115"/>
                  </a:cubicBezTo>
                  <a:cubicBezTo>
                    <a:pt x="108" y="106"/>
                    <a:pt x="91" y="105"/>
                    <a:pt x="90" y="94"/>
                  </a:cubicBezTo>
                  <a:cubicBezTo>
                    <a:pt x="89" y="86"/>
                    <a:pt x="96" y="80"/>
                    <a:pt x="98" y="72"/>
                  </a:cubicBezTo>
                  <a:cubicBezTo>
                    <a:pt x="101" y="61"/>
                    <a:pt x="87" y="48"/>
                    <a:pt x="77" y="54"/>
                  </a:cubicBezTo>
                  <a:cubicBezTo>
                    <a:pt x="50" y="71"/>
                    <a:pt x="43" y="110"/>
                    <a:pt x="54" y="140"/>
                  </a:cubicBezTo>
                  <a:cubicBezTo>
                    <a:pt x="57" y="147"/>
                    <a:pt x="61" y="155"/>
                    <a:pt x="62" y="163"/>
                  </a:cubicBezTo>
                  <a:cubicBezTo>
                    <a:pt x="63" y="171"/>
                    <a:pt x="62" y="180"/>
                    <a:pt x="56" y="185"/>
                  </a:cubicBezTo>
                  <a:cubicBezTo>
                    <a:pt x="45" y="171"/>
                    <a:pt x="35" y="157"/>
                    <a:pt x="25" y="144"/>
                  </a:cubicBezTo>
                  <a:cubicBezTo>
                    <a:pt x="23" y="141"/>
                    <a:pt x="21" y="138"/>
                    <a:pt x="18" y="137"/>
                  </a:cubicBezTo>
                  <a:cubicBezTo>
                    <a:pt x="10" y="135"/>
                    <a:pt x="4" y="144"/>
                    <a:pt x="4" y="152"/>
                  </a:cubicBezTo>
                  <a:cubicBezTo>
                    <a:pt x="0" y="191"/>
                    <a:pt x="43" y="220"/>
                    <a:pt x="50" y="258"/>
                  </a:cubicBezTo>
                  <a:cubicBezTo>
                    <a:pt x="54" y="279"/>
                    <a:pt x="48" y="300"/>
                    <a:pt x="52" y="320"/>
                  </a:cubicBezTo>
                  <a:cubicBezTo>
                    <a:pt x="57" y="353"/>
                    <a:pt x="86" y="376"/>
                    <a:pt x="108" y="402"/>
                  </a:cubicBezTo>
                  <a:cubicBezTo>
                    <a:pt x="153" y="457"/>
                    <a:pt x="168" y="532"/>
                    <a:pt x="168" y="603"/>
                  </a:cubicBezTo>
                  <a:cubicBezTo>
                    <a:pt x="168" y="614"/>
                    <a:pt x="176" y="623"/>
                    <a:pt x="186" y="626"/>
                  </a:cubicBezTo>
                  <a:cubicBezTo>
                    <a:pt x="196" y="629"/>
                    <a:pt x="208" y="627"/>
                    <a:pt x="216" y="621"/>
                  </a:cubicBezTo>
                  <a:cubicBezTo>
                    <a:pt x="222" y="617"/>
                    <a:pt x="224" y="609"/>
                    <a:pt x="221" y="60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2" name="Freeform 624">
              <a:extLst>
                <a:ext uri="{FF2B5EF4-FFF2-40B4-BE49-F238E27FC236}">
                  <a16:creationId xmlns:a16="http://schemas.microsoft.com/office/drawing/2014/main" id="{3D32EA85-1BB6-C166-7F9A-A763DD5F2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8009" y="1924877"/>
              <a:ext cx="1658672" cy="2469680"/>
            </a:xfrm>
            <a:custGeom>
              <a:avLst/>
              <a:gdLst>
                <a:gd name="T0" fmla="*/ 212 w 423"/>
                <a:gd name="T1" fmla="*/ 490 h 629"/>
                <a:gd name="T2" fmla="*/ 121 w 423"/>
                <a:gd name="T3" fmla="*/ 398 h 629"/>
                <a:gd name="T4" fmla="*/ 92 w 423"/>
                <a:gd name="T5" fmla="*/ 334 h 629"/>
                <a:gd name="T6" fmla="*/ 94 w 423"/>
                <a:gd name="T7" fmla="*/ 305 h 629"/>
                <a:gd name="T8" fmla="*/ 2 w 423"/>
                <a:gd name="T9" fmla="*/ 236 h 629"/>
                <a:gd name="T10" fmla="*/ 59 w 423"/>
                <a:gd name="T11" fmla="*/ 219 h 629"/>
                <a:gd name="T12" fmla="*/ 66 w 423"/>
                <a:gd name="T13" fmla="*/ 157 h 629"/>
                <a:gd name="T14" fmla="*/ 96 w 423"/>
                <a:gd name="T15" fmla="*/ 181 h 629"/>
                <a:gd name="T16" fmla="*/ 115 w 423"/>
                <a:gd name="T17" fmla="*/ 221 h 629"/>
                <a:gd name="T18" fmla="*/ 133 w 423"/>
                <a:gd name="T19" fmla="*/ 204 h 629"/>
                <a:gd name="T20" fmla="*/ 109 w 423"/>
                <a:gd name="T21" fmla="*/ 113 h 629"/>
                <a:gd name="T22" fmla="*/ 79 w 423"/>
                <a:gd name="T23" fmla="*/ 48 h 629"/>
                <a:gd name="T24" fmla="*/ 140 w 423"/>
                <a:gd name="T25" fmla="*/ 40 h 629"/>
                <a:gd name="T26" fmla="*/ 167 w 423"/>
                <a:gd name="T27" fmla="*/ 12 h 629"/>
                <a:gd name="T28" fmla="*/ 168 w 423"/>
                <a:gd name="T29" fmla="*/ 263 h 629"/>
                <a:gd name="T30" fmla="*/ 246 w 423"/>
                <a:gd name="T31" fmla="*/ 363 h 629"/>
                <a:gd name="T32" fmla="*/ 205 w 423"/>
                <a:gd name="T33" fmla="*/ 236 h 629"/>
                <a:gd name="T34" fmla="*/ 227 w 423"/>
                <a:gd name="T35" fmla="*/ 192 h 629"/>
                <a:gd name="T36" fmla="*/ 214 w 423"/>
                <a:gd name="T37" fmla="*/ 151 h 629"/>
                <a:gd name="T38" fmla="*/ 204 w 423"/>
                <a:gd name="T39" fmla="*/ 74 h 629"/>
                <a:gd name="T40" fmla="*/ 242 w 423"/>
                <a:gd name="T41" fmla="*/ 126 h 629"/>
                <a:gd name="T42" fmla="*/ 248 w 423"/>
                <a:gd name="T43" fmla="*/ 82 h 629"/>
                <a:gd name="T44" fmla="*/ 271 w 423"/>
                <a:gd name="T45" fmla="*/ 68 h 629"/>
                <a:gd name="T46" fmla="*/ 250 w 423"/>
                <a:gd name="T47" fmla="*/ 215 h 629"/>
                <a:gd name="T48" fmla="*/ 290 w 423"/>
                <a:gd name="T49" fmla="*/ 306 h 629"/>
                <a:gd name="T50" fmla="*/ 294 w 423"/>
                <a:gd name="T51" fmla="*/ 229 h 629"/>
                <a:gd name="T52" fmla="*/ 323 w 423"/>
                <a:gd name="T53" fmla="*/ 187 h 629"/>
                <a:gd name="T54" fmla="*/ 310 w 423"/>
                <a:gd name="T55" fmla="*/ 148 h 629"/>
                <a:gd name="T56" fmla="*/ 334 w 423"/>
                <a:gd name="T57" fmla="*/ 94 h 629"/>
                <a:gd name="T58" fmla="*/ 346 w 423"/>
                <a:gd name="T59" fmla="*/ 54 h 629"/>
                <a:gd name="T60" fmla="*/ 361 w 423"/>
                <a:gd name="T61" fmla="*/ 163 h 629"/>
                <a:gd name="T62" fmla="*/ 398 w 423"/>
                <a:gd name="T63" fmla="*/ 144 h 629"/>
                <a:gd name="T64" fmla="*/ 420 w 423"/>
                <a:gd name="T65" fmla="*/ 152 h 629"/>
                <a:gd name="T66" fmla="*/ 372 w 423"/>
                <a:gd name="T67" fmla="*/ 320 h 629"/>
                <a:gd name="T68" fmla="*/ 255 w 423"/>
                <a:gd name="T69" fmla="*/ 603 h 629"/>
                <a:gd name="T70" fmla="*/ 207 w 423"/>
                <a:gd name="T71" fmla="*/ 621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23" h="629">
                  <a:moveTo>
                    <a:pt x="202" y="603"/>
                  </a:moveTo>
                  <a:cubicBezTo>
                    <a:pt x="195" y="565"/>
                    <a:pt x="223" y="526"/>
                    <a:pt x="212" y="490"/>
                  </a:cubicBezTo>
                  <a:cubicBezTo>
                    <a:pt x="205" y="468"/>
                    <a:pt x="187" y="453"/>
                    <a:pt x="170" y="438"/>
                  </a:cubicBezTo>
                  <a:cubicBezTo>
                    <a:pt x="154" y="425"/>
                    <a:pt x="137" y="411"/>
                    <a:pt x="121" y="398"/>
                  </a:cubicBezTo>
                  <a:cubicBezTo>
                    <a:pt x="111" y="390"/>
                    <a:pt x="101" y="381"/>
                    <a:pt x="95" y="370"/>
                  </a:cubicBezTo>
                  <a:cubicBezTo>
                    <a:pt x="88" y="359"/>
                    <a:pt x="86" y="345"/>
                    <a:pt x="92" y="334"/>
                  </a:cubicBezTo>
                  <a:cubicBezTo>
                    <a:pt x="95" y="327"/>
                    <a:pt x="102" y="321"/>
                    <a:pt x="100" y="314"/>
                  </a:cubicBezTo>
                  <a:cubicBezTo>
                    <a:pt x="100" y="310"/>
                    <a:pt x="97" y="307"/>
                    <a:pt x="94" y="305"/>
                  </a:cubicBezTo>
                  <a:cubicBezTo>
                    <a:pt x="76" y="286"/>
                    <a:pt x="52" y="270"/>
                    <a:pt x="27" y="261"/>
                  </a:cubicBezTo>
                  <a:cubicBezTo>
                    <a:pt x="15" y="256"/>
                    <a:pt x="0" y="249"/>
                    <a:pt x="2" y="236"/>
                  </a:cubicBezTo>
                  <a:cubicBezTo>
                    <a:pt x="3" y="226"/>
                    <a:pt x="16" y="221"/>
                    <a:pt x="27" y="221"/>
                  </a:cubicBezTo>
                  <a:cubicBezTo>
                    <a:pt x="38" y="222"/>
                    <a:pt x="51" y="227"/>
                    <a:pt x="59" y="219"/>
                  </a:cubicBezTo>
                  <a:cubicBezTo>
                    <a:pt x="67" y="211"/>
                    <a:pt x="64" y="198"/>
                    <a:pt x="61" y="187"/>
                  </a:cubicBezTo>
                  <a:cubicBezTo>
                    <a:pt x="57" y="177"/>
                    <a:pt x="56" y="163"/>
                    <a:pt x="66" y="157"/>
                  </a:cubicBezTo>
                  <a:cubicBezTo>
                    <a:pt x="72" y="154"/>
                    <a:pt x="81" y="156"/>
                    <a:pt x="86" y="162"/>
                  </a:cubicBezTo>
                  <a:cubicBezTo>
                    <a:pt x="91" y="167"/>
                    <a:pt x="94" y="174"/>
                    <a:pt x="96" y="181"/>
                  </a:cubicBezTo>
                  <a:cubicBezTo>
                    <a:pt x="100" y="189"/>
                    <a:pt x="103" y="198"/>
                    <a:pt x="106" y="207"/>
                  </a:cubicBezTo>
                  <a:cubicBezTo>
                    <a:pt x="108" y="212"/>
                    <a:pt x="110" y="217"/>
                    <a:pt x="115" y="221"/>
                  </a:cubicBezTo>
                  <a:cubicBezTo>
                    <a:pt x="119" y="225"/>
                    <a:pt x="125" y="227"/>
                    <a:pt x="130" y="223"/>
                  </a:cubicBezTo>
                  <a:cubicBezTo>
                    <a:pt x="135" y="219"/>
                    <a:pt x="134" y="211"/>
                    <a:pt x="133" y="204"/>
                  </a:cubicBezTo>
                  <a:cubicBezTo>
                    <a:pt x="129" y="184"/>
                    <a:pt x="125" y="164"/>
                    <a:pt x="121" y="144"/>
                  </a:cubicBezTo>
                  <a:cubicBezTo>
                    <a:pt x="119" y="133"/>
                    <a:pt x="117" y="121"/>
                    <a:pt x="109" y="113"/>
                  </a:cubicBezTo>
                  <a:cubicBezTo>
                    <a:pt x="97" y="101"/>
                    <a:pt x="75" y="101"/>
                    <a:pt x="65" y="87"/>
                  </a:cubicBezTo>
                  <a:cubicBezTo>
                    <a:pt x="55" y="74"/>
                    <a:pt x="63" y="52"/>
                    <a:pt x="79" y="48"/>
                  </a:cubicBezTo>
                  <a:cubicBezTo>
                    <a:pt x="90" y="46"/>
                    <a:pt x="101" y="50"/>
                    <a:pt x="112" y="52"/>
                  </a:cubicBezTo>
                  <a:cubicBezTo>
                    <a:pt x="123" y="54"/>
                    <a:pt x="137" y="51"/>
                    <a:pt x="140" y="40"/>
                  </a:cubicBezTo>
                  <a:cubicBezTo>
                    <a:pt x="143" y="30"/>
                    <a:pt x="134" y="20"/>
                    <a:pt x="138" y="11"/>
                  </a:cubicBezTo>
                  <a:cubicBezTo>
                    <a:pt x="143" y="0"/>
                    <a:pt x="160" y="2"/>
                    <a:pt x="167" y="12"/>
                  </a:cubicBezTo>
                  <a:cubicBezTo>
                    <a:pt x="173" y="22"/>
                    <a:pt x="172" y="34"/>
                    <a:pt x="171" y="46"/>
                  </a:cubicBezTo>
                  <a:cubicBezTo>
                    <a:pt x="163" y="118"/>
                    <a:pt x="165" y="191"/>
                    <a:pt x="168" y="263"/>
                  </a:cubicBezTo>
                  <a:cubicBezTo>
                    <a:pt x="169" y="288"/>
                    <a:pt x="170" y="315"/>
                    <a:pt x="183" y="336"/>
                  </a:cubicBezTo>
                  <a:cubicBezTo>
                    <a:pt x="195" y="358"/>
                    <a:pt x="223" y="373"/>
                    <a:pt x="246" y="363"/>
                  </a:cubicBezTo>
                  <a:cubicBezTo>
                    <a:pt x="251" y="347"/>
                    <a:pt x="240" y="331"/>
                    <a:pt x="232" y="316"/>
                  </a:cubicBezTo>
                  <a:cubicBezTo>
                    <a:pt x="219" y="291"/>
                    <a:pt x="212" y="264"/>
                    <a:pt x="205" y="236"/>
                  </a:cubicBezTo>
                  <a:cubicBezTo>
                    <a:pt x="202" y="223"/>
                    <a:pt x="200" y="207"/>
                    <a:pt x="211" y="199"/>
                  </a:cubicBezTo>
                  <a:cubicBezTo>
                    <a:pt x="216" y="196"/>
                    <a:pt x="222" y="196"/>
                    <a:pt x="227" y="192"/>
                  </a:cubicBezTo>
                  <a:cubicBezTo>
                    <a:pt x="233" y="187"/>
                    <a:pt x="233" y="177"/>
                    <a:pt x="230" y="170"/>
                  </a:cubicBezTo>
                  <a:cubicBezTo>
                    <a:pt x="226" y="163"/>
                    <a:pt x="220" y="157"/>
                    <a:pt x="214" y="151"/>
                  </a:cubicBezTo>
                  <a:cubicBezTo>
                    <a:pt x="199" y="136"/>
                    <a:pt x="186" y="115"/>
                    <a:pt x="188" y="92"/>
                  </a:cubicBezTo>
                  <a:cubicBezTo>
                    <a:pt x="189" y="83"/>
                    <a:pt x="195" y="73"/>
                    <a:pt x="204" y="74"/>
                  </a:cubicBezTo>
                  <a:cubicBezTo>
                    <a:pt x="212" y="75"/>
                    <a:pt x="215" y="86"/>
                    <a:pt x="218" y="95"/>
                  </a:cubicBezTo>
                  <a:cubicBezTo>
                    <a:pt x="222" y="108"/>
                    <a:pt x="231" y="119"/>
                    <a:pt x="242" y="126"/>
                  </a:cubicBezTo>
                  <a:cubicBezTo>
                    <a:pt x="251" y="129"/>
                    <a:pt x="258" y="118"/>
                    <a:pt x="257" y="108"/>
                  </a:cubicBezTo>
                  <a:cubicBezTo>
                    <a:pt x="256" y="99"/>
                    <a:pt x="250" y="91"/>
                    <a:pt x="248" y="82"/>
                  </a:cubicBezTo>
                  <a:cubicBezTo>
                    <a:pt x="246" y="73"/>
                    <a:pt x="251" y="61"/>
                    <a:pt x="260" y="61"/>
                  </a:cubicBezTo>
                  <a:cubicBezTo>
                    <a:pt x="265" y="61"/>
                    <a:pt x="268" y="64"/>
                    <a:pt x="271" y="68"/>
                  </a:cubicBezTo>
                  <a:cubicBezTo>
                    <a:pt x="288" y="88"/>
                    <a:pt x="286" y="118"/>
                    <a:pt x="278" y="142"/>
                  </a:cubicBezTo>
                  <a:cubicBezTo>
                    <a:pt x="270" y="167"/>
                    <a:pt x="256" y="190"/>
                    <a:pt x="250" y="215"/>
                  </a:cubicBezTo>
                  <a:cubicBezTo>
                    <a:pt x="245" y="235"/>
                    <a:pt x="246" y="256"/>
                    <a:pt x="253" y="275"/>
                  </a:cubicBezTo>
                  <a:cubicBezTo>
                    <a:pt x="258" y="293"/>
                    <a:pt x="273" y="311"/>
                    <a:pt x="290" y="306"/>
                  </a:cubicBezTo>
                  <a:cubicBezTo>
                    <a:pt x="305" y="303"/>
                    <a:pt x="311" y="285"/>
                    <a:pt x="309" y="270"/>
                  </a:cubicBezTo>
                  <a:cubicBezTo>
                    <a:pt x="307" y="256"/>
                    <a:pt x="299" y="243"/>
                    <a:pt x="294" y="229"/>
                  </a:cubicBezTo>
                  <a:cubicBezTo>
                    <a:pt x="288" y="215"/>
                    <a:pt x="287" y="198"/>
                    <a:pt x="296" y="187"/>
                  </a:cubicBezTo>
                  <a:cubicBezTo>
                    <a:pt x="305" y="192"/>
                    <a:pt x="317" y="195"/>
                    <a:pt x="323" y="187"/>
                  </a:cubicBezTo>
                  <a:cubicBezTo>
                    <a:pt x="324" y="185"/>
                    <a:pt x="324" y="182"/>
                    <a:pt x="324" y="180"/>
                  </a:cubicBezTo>
                  <a:cubicBezTo>
                    <a:pt x="324" y="168"/>
                    <a:pt x="316" y="158"/>
                    <a:pt x="310" y="148"/>
                  </a:cubicBezTo>
                  <a:cubicBezTo>
                    <a:pt x="304" y="138"/>
                    <a:pt x="301" y="124"/>
                    <a:pt x="308" y="115"/>
                  </a:cubicBezTo>
                  <a:cubicBezTo>
                    <a:pt x="316" y="106"/>
                    <a:pt x="332" y="105"/>
                    <a:pt x="334" y="94"/>
                  </a:cubicBezTo>
                  <a:cubicBezTo>
                    <a:pt x="335" y="86"/>
                    <a:pt x="327" y="80"/>
                    <a:pt x="325" y="72"/>
                  </a:cubicBezTo>
                  <a:cubicBezTo>
                    <a:pt x="322" y="61"/>
                    <a:pt x="336" y="48"/>
                    <a:pt x="346" y="54"/>
                  </a:cubicBezTo>
                  <a:cubicBezTo>
                    <a:pt x="373" y="71"/>
                    <a:pt x="380" y="110"/>
                    <a:pt x="369" y="140"/>
                  </a:cubicBezTo>
                  <a:cubicBezTo>
                    <a:pt x="367" y="147"/>
                    <a:pt x="363" y="155"/>
                    <a:pt x="361" y="163"/>
                  </a:cubicBezTo>
                  <a:cubicBezTo>
                    <a:pt x="360" y="171"/>
                    <a:pt x="362" y="180"/>
                    <a:pt x="368" y="185"/>
                  </a:cubicBezTo>
                  <a:cubicBezTo>
                    <a:pt x="378" y="171"/>
                    <a:pt x="388" y="157"/>
                    <a:pt x="398" y="144"/>
                  </a:cubicBezTo>
                  <a:cubicBezTo>
                    <a:pt x="400" y="141"/>
                    <a:pt x="402" y="138"/>
                    <a:pt x="406" y="137"/>
                  </a:cubicBezTo>
                  <a:cubicBezTo>
                    <a:pt x="413" y="135"/>
                    <a:pt x="419" y="144"/>
                    <a:pt x="420" y="152"/>
                  </a:cubicBezTo>
                  <a:cubicBezTo>
                    <a:pt x="423" y="191"/>
                    <a:pt x="381" y="220"/>
                    <a:pt x="373" y="258"/>
                  </a:cubicBezTo>
                  <a:cubicBezTo>
                    <a:pt x="369" y="279"/>
                    <a:pt x="375" y="300"/>
                    <a:pt x="372" y="320"/>
                  </a:cubicBezTo>
                  <a:cubicBezTo>
                    <a:pt x="366" y="353"/>
                    <a:pt x="337" y="376"/>
                    <a:pt x="316" y="402"/>
                  </a:cubicBezTo>
                  <a:cubicBezTo>
                    <a:pt x="270" y="457"/>
                    <a:pt x="255" y="532"/>
                    <a:pt x="255" y="603"/>
                  </a:cubicBezTo>
                  <a:cubicBezTo>
                    <a:pt x="255" y="614"/>
                    <a:pt x="247" y="623"/>
                    <a:pt x="237" y="626"/>
                  </a:cubicBezTo>
                  <a:cubicBezTo>
                    <a:pt x="227" y="629"/>
                    <a:pt x="216" y="627"/>
                    <a:pt x="207" y="621"/>
                  </a:cubicBezTo>
                  <a:cubicBezTo>
                    <a:pt x="202" y="617"/>
                    <a:pt x="200" y="609"/>
                    <a:pt x="202" y="60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0D833807-09FA-145D-19F7-33070278E61F}"/>
                </a:ext>
              </a:extLst>
            </p:cNvPr>
            <p:cNvGrpSpPr/>
            <p:nvPr/>
          </p:nvGrpSpPr>
          <p:grpSpPr>
            <a:xfrm>
              <a:off x="8223018" y="1558319"/>
              <a:ext cx="1111127" cy="2691904"/>
              <a:chOff x="7281919" y="4397555"/>
              <a:chExt cx="1071232" cy="2595250"/>
            </a:xfrm>
            <a:solidFill>
              <a:schemeClr val="bg1"/>
            </a:solidFill>
          </p:grpSpPr>
          <p:sp>
            <p:nvSpPr>
              <p:cNvPr id="218" name="Freeform 627">
                <a:extLst>
                  <a:ext uri="{FF2B5EF4-FFF2-40B4-BE49-F238E27FC236}">
                    <a16:creationId xmlns:a16="http://schemas.microsoft.com/office/drawing/2014/main" id="{952E09A5-A7EE-9A46-9B99-67747E5F1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1919" y="4397555"/>
                <a:ext cx="1071232" cy="2595250"/>
              </a:xfrm>
              <a:custGeom>
                <a:avLst/>
                <a:gdLst>
                  <a:gd name="T0" fmla="*/ 92 w 283"/>
                  <a:gd name="T1" fmla="*/ 486 h 685"/>
                  <a:gd name="T2" fmla="*/ 79 w 283"/>
                  <a:gd name="T3" fmla="*/ 414 h 685"/>
                  <a:gd name="T4" fmla="*/ 91 w 283"/>
                  <a:gd name="T5" fmla="*/ 402 h 685"/>
                  <a:gd name="T6" fmla="*/ 69 w 283"/>
                  <a:gd name="T7" fmla="*/ 352 h 685"/>
                  <a:gd name="T8" fmla="*/ 42 w 283"/>
                  <a:gd name="T9" fmla="*/ 330 h 685"/>
                  <a:gd name="T10" fmla="*/ 28 w 283"/>
                  <a:gd name="T11" fmla="*/ 306 h 685"/>
                  <a:gd name="T12" fmla="*/ 76 w 283"/>
                  <a:gd name="T13" fmla="*/ 282 h 685"/>
                  <a:gd name="T14" fmla="*/ 71 w 283"/>
                  <a:gd name="T15" fmla="*/ 237 h 685"/>
                  <a:gd name="T16" fmla="*/ 37 w 283"/>
                  <a:gd name="T17" fmla="*/ 200 h 685"/>
                  <a:gd name="T18" fmla="*/ 13 w 283"/>
                  <a:gd name="T19" fmla="*/ 177 h 685"/>
                  <a:gd name="T20" fmla="*/ 14 w 283"/>
                  <a:gd name="T21" fmla="*/ 145 h 685"/>
                  <a:gd name="T22" fmla="*/ 47 w 283"/>
                  <a:gd name="T23" fmla="*/ 129 h 685"/>
                  <a:gd name="T24" fmla="*/ 46 w 283"/>
                  <a:gd name="T25" fmla="*/ 84 h 685"/>
                  <a:gd name="T26" fmla="*/ 11 w 283"/>
                  <a:gd name="T27" fmla="*/ 48 h 685"/>
                  <a:gd name="T28" fmla="*/ 15 w 283"/>
                  <a:gd name="T29" fmla="*/ 4 h 685"/>
                  <a:gd name="T30" fmla="*/ 36 w 283"/>
                  <a:gd name="T31" fmla="*/ 1 h 685"/>
                  <a:gd name="T32" fmla="*/ 111 w 283"/>
                  <a:gd name="T33" fmla="*/ 68 h 685"/>
                  <a:gd name="T34" fmla="*/ 120 w 283"/>
                  <a:gd name="T35" fmla="*/ 88 h 685"/>
                  <a:gd name="T36" fmla="*/ 140 w 283"/>
                  <a:gd name="T37" fmla="*/ 94 h 685"/>
                  <a:gd name="T38" fmla="*/ 160 w 283"/>
                  <a:gd name="T39" fmla="*/ 70 h 685"/>
                  <a:gd name="T40" fmla="*/ 188 w 283"/>
                  <a:gd name="T41" fmla="*/ 166 h 685"/>
                  <a:gd name="T42" fmla="*/ 184 w 283"/>
                  <a:gd name="T43" fmla="*/ 194 h 685"/>
                  <a:gd name="T44" fmla="*/ 206 w 283"/>
                  <a:gd name="T45" fmla="*/ 204 h 685"/>
                  <a:gd name="T46" fmla="*/ 212 w 283"/>
                  <a:gd name="T47" fmla="*/ 198 h 685"/>
                  <a:gd name="T48" fmla="*/ 230 w 283"/>
                  <a:gd name="T49" fmla="*/ 205 h 685"/>
                  <a:gd name="T50" fmla="*/ 211 w 283"/>
                  <a:gd name="T51" fmla="*/ 342 h 685"/>
                  <a:gd name="T52" fmla="*/ 198 w 283"/>
                  <a:gd name="T53" fmla="*/ 368 h 685"/>
                  <a:gd name="T54" fmla="*/ 234 w 283"/>
                  <a:gd name="T55" fmla="*/ 390 h 685"/>
                  <a:gd name="T56" fmla="*/ 258 w 283"/>
                  <a:gd name="T57" fmla="*/ 452 h 685"/>
                  <a:gd name="T58" fmla="*/ 230 w 283"/>
                  <a:gd name="T59" fmla="*/ 517 h 685"/>
                  <a:gd name="T60" fmla="*/ 229 w 283"/>
                  <a:gd name="T61" fmla="*/ 542 h 685"/>
                  <a:gd name="T62" fmla="*/ 268 w 283"/>
                  <a:gd name="T63" fmla="*/ 550 h 685"/>
                  <a:gd name="T64" fmla="*/ 281 w 283"/>
                  <a:gd name="T65" fmla="*/ 579 h 685"/>
                  <a:gd name="T66" fmla="*/ 263 w 283"/>
                  <a:gd name="T67" fmla="*/ 609 h 685"/>
                  <a:gd name="T68" fmla="*/ 200 w 283"/>
                  <a:gd name="T69" fmla="*/ 685 h 685"/>
                  <a:gd name="T70" fmla="*/ 91 w 283"/>
                  <a:gd name="T71" fmla="*/ 685 h 685"/>
                  <a:gd name="T72" fmla="*/ 42 w 283"/>
                  <a:gd name="T73" fmla="*/ 617 h 685"/>
                  <a:gd name="T74" fmla="*/ 32 w 283"/>
                  <a:gd name="T75" fmla="*/ 552 h 685"/>
                  <a:gd name="T76" fmla="*/ 46 w 283"/>
                  <a:gd name="T77" fmla="*/ 538 h 685"/>
                  <a:gd name="T78" fmla="*/ 84 w 283"/>
                  <a:gd name="T79" fmla="*/ 548 h 685"/>
                  <a:gd name="T80" fmla="*/ 106 w 283"/>
                  <a:gd name="T81" fmla="*/ 526 h 685"/>
                  <a:gd name="T82" fmla="*/ 92 w 283"/>
                  <a:gd name="T83" fmla="*/ 486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83" h="685">
                    <a:moveTo>
                      <a:pt x="92" y="486"/>
                    </a:moveTo>
                    <a:cubicBezTo>
                      <a:pt x="65" y="475"/>
                      <a:pt x="58" y="434"/>
                      <a:pt x="79" y="414"/>
                    </a:cubicBezTo>
                    <a:cubicBezTo>
                      <a:pt x="83" y="410"/>
                      <a:pt x="88" y="407"/>
                      <a:pt x="91" y="402"/>
                    </a:cubicBezTo>
                    <a:cubicBezTo>
                      <a:pt x="102" y="386"/>
                      <a:pt x="85" y="365"/>
                      <a:pt x="69" y="352"/>
                    </a:cubicBezTo>
                    <a:cubicBezTo>
                      <a:pt x="60" y="345"/>
                      <a:pt x="51" y="338"/>
                      <a:pt x="42" y="330"/>
                    </a:cubicBezTo>
                    <a:cubicBezTo>
                      <a:pt x="34" y="324"/>
                      <a:pt x="26" y="316"/>
                      <a:pt x="28" y="306"/>
                    </a:cubicBezTo>
                    <a:cubicBezTo>
                      <a:pt x="31" y="288"/>
                      <a:pt x="62" y="295"/>
                      <a:pt x="76" y="282"/>
                    </a:cubicBezTo>
                    <a:cubicBezTo>
                      <a:pt x="88" y="271"/>
                      <a:pt x="80" y="251"/>
                      <a:pt x="71" y="237"/>
                    </a:cubicBezTo>
                    <a:cubicBezTo>
                      <a:pt x="61" y="224"/>
                      <a:pt x="49" y="211"/>
                      <a:pt x="37" y="200"/>
                    </a:cubicBezTo>
                    <a:cubicBezTo>
                      <a:pt x="28" y="193"/>
                      <a:pt x="19" y="186"/>
                      <a:pt x="13" y="177"/>
                    </a:cubicBezTo>
                    <a:cubicBezTo>
                      <a:pt x="8" y="167"/>
                      <a:pt x="6" y="153"/>
                      <a:pt x="14" y="145"/>
                    </a:cubicBezTo>
                    <a:cubicBezTo>
                      <a:pt x="22" y="136"/>
                      <a:pt x="37" y="137"/>
                      <a:pt x="47" y="129"/>
                    </a:cubicBezTo>
                    <a:cubicBezTo>
                      <a:pt x="60" y="119"/>
                      <a:pt x="56" y="98"/>
                      <a:pt x="46" y="84"/>
                    </a:cubicBezTo>
                    <a:cubicBezTo>
                      <a:pt x="35" y="71"/>
                      <a:pt x="21" y="62"/>
                      <a:pt x="11" y="48"/>
                    </a:cubicBezTo>
                    <a:cubicBezTo>
                      <a:pt x="2" y="35"/>
                      <a:pt x="0" y="12"/>
                      <a:pt x="15" y="4"/>
                    </a:cubicBezTo>
                    <a:cubicBezTo>
                      <a:pt x="21" y="0"/>
                      <a:pt x="29" y="0"/>
                      <a:pt x="36" y="1"/>
                    </a:cubicBezTo>
                    <a:cubicBezTo>
                      <a:pt x="71" y="5"/>
                      <a:pt x="99" y="34"/>
                      <a:pt x="111" y="68"/>
                    </a:cubicBezTo>
                    <a:cubicBezTo>
                      <a:pt x="113" y="75"/>
                      <a:pt x="115" y="82"/>
                      <a:pt x="120" y="88"/>
                    </a:cubicBezTo>
                    <a:cubicBezTo>
                      <a:pt x="125" y="94"/>
                      <a:pt x="133" y="98"/>
                      <a:pt x="140" y="94"/>
                    </a:cubicBezTo>
                    <a:cubicBezTo>
                      <a:pt x="149" y="89"/>
                      <a:pt x="149" y="72"/>
                      <a:pt x="160" y="70"/>
                    </a:cubicBezTo>
                    <a:cubicBezTo>
                      <a:pt x="190" y="88"/>
                      <a:pt x="197" y="132"/>
                      <a:pt x="188" y="166"/>
                    </a:cubicBezTo>
                    <a:cubicBezTo>
                      <a:pt x="185" y="175"/>
                      <a:pt x="182" y="185"/>
                      <a:pt x="184" y="194"/>
                    </a:cubicBezTo>
                    <a:cubicBezTo>
                      <a:pt x="187" y="203"/>
                      <a:pt x="198" y="210"/>
                      <a:pt x="206" y="204"/>
                    </a:cubicBezTo>
                    <a:cubicBezTo>
                      <a:pt x="208" y="202"/>
                      <a:pt x="209" y="199"/>
                      <a:pt x="212" y="198"/>
                    </a:cubicBezTo>
                    <a:cubicBezTo>
                      <a:pt x="218" y="194"/>
                      <a:pt x="225" y="199"/>
                      <a:pt x="230" y="205"/>
                    </a:cubicBezTo>
                    <a:cubicBezTo>
                      <a:pt x="261" y="244"/>
                      <a:pt x="246" y="305"/>
                      <a:pt x="211" y="342"/>
                    </a:cubicBezTo>
                    <a:cubicBezTo>
                      <a:pt x="204" y="349"/>
                      <a:pt x="196" y="358"/>
                      <a:pt x="198" y="368"/>
                    </a:cubicBezTo>
                    <a:cubicBezTo>
                      <a:pt x="201" y="382"/>
                      <a:pt x="221" y="384"/>
                      <a:pt x="234" y="390"/>
                    </a:cubicBezTo>
                    <a:cubicBezTo>
                      <a:pt x="256" y="400"/>
                      <a:pt x="263" y="429"/>
                      <a:pt x="258" y="452"/>
                    </a:cubicBezTo>
                    <a:cubicBezTo>
                      <a:pt x="254" y="475"/>
                      <a:pt x="240" y="496"/>
                      <a:pt x="230" y="517"/>
                    </a:cubicBezTo>
                    <a:cubicBezTo>
                      <a:pt x="226" y="525"/>
                      <a:pt x="223" y="535"/>
                      <a:pt x="229" y="542"/>
                    </a:cubicBezTo>
                    <a:cubicBezTo>
                      <a:pt x="237" y="553"/>
                      <a:pt x="256" y="544"/>
                      <a:pt x="268" y="550"/>
                    </a:cubicBezTo>
                    <a:cubicBezTo>
                      <a:pt x="279" y="554"/>
                      <a:pt x="283" y="568"/>
                      <a:pt x="281" y="579"/>
                    </a:cubicBezTo>
                    <a:cubicBezTo>
                      <a:pt x="278" y="591"/>
                      <a:pt x="271" y="600"/>
                      <a:pt x="263" y="609"/>
                    </a:cubicBezTo>
                    <a:cubicBezTo>
                      <a:pt x="242" y="634"/>
                      <a:pt x="221" y="660"/>
                      <a:pt x="200" y="685"/>
                    </a:cubicBezTo>
                    <a:cubicBezTo>
                      <a:pt x="91" y="685"/>
                      <a:pt x="91" y="685"/>
                      <a:pt x="91" y="685"/>
                    </a:cubicBezTo>
                    <a:cubicBezTo>
                      <a:pt x="73" y="664"/>
                      <a:pt x="54" y="642"/>
                      <a:pt x="42" y="617"/>
                    </a:cubicBezTo>
                    <a:cubicBezTo>
                      <a:pt x="32" y="597"/>
                      <a:pt x="24" y="573"/>
                      <a:pt x="32" y="552"/>
                    </a:cubicBezTo>
                    <a:cubicBezTo>
                      <a:pt x="35" y="546"/>
                      <a:pt x="39" y="540"/>
                      <a:pt x="46" y="538"/>
                    </a:cubicBezTo>
                    <a:cubicBezTo>
                      <a:pt x="59" y="534"/>
                      <a:pt x="71" y="549"/>
                      <a:pt x="84" y="548"/>
                    </a:cubicBezTo>
                    <a:cubicBezTo>
                      <a:pt x="96" y="548"/>
                      <a:pt x="104" y="537"/>
                      <a:pt x="106" y="526"/>
                    </a:cubicBezTo>
                    <a:cubicBezTo>
                      <a:pt x="107" y="514"/>
                      <a:pt x="97" y="496"/>
                      <a:pt x="92" y="48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9" name="Freeform 628">
                <a:extLst>
                  <a:ext uri="{FF2B5EF4-FFF2-40B4-BE49-F238E27FC236}">
                    <a16:creationId xmlns:a16="http://schemas.microsoft.com/office/drawing/2014/main" id="{35DCAF96-8376-783C-EA19-043840247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9782" y="4507991"/>
                <a:ext cx="457207" cy="2484814"/>
              </a:xfrm>
              <a:custGeom>
                <a:avLst/>
                <a:gdLst>
                  <a:gd name="T0" fmla="*/ 118 w 121"/>
                  <a:gd name="T1" fmla="*/ 363 h 656"/>
                  <a:gd name="T2" fmla="*/ 113 w 121"/>
                  <a:gd name="T3" fmla="*/ 267 h 656"/>
                  <a:gd name="T4" fmla="*/ 0 w 121"/>
                  <a:gd name="T5" fmla="*/ 2 h 656"/>
                  <a:gd name="T6" fmla="*/ 2 w 121"/>
                  <a:gd name="T7" fmla="*/ 0 h 656"/>
                  <a:gd name="T8" fmla="*/ 116 w 121"/>
                  <a:gd name="T9" fmla="*/ 267 h 656"/>
                  <a:gd name="T10" fmla="*/ 121 w 121"/>
                  <a:gd name="T11" fmla="*/ 363 h 656"/>
                  <a:gd name="T12" fmla="*/ 103 w 121"/>
                  <a:gd name="T13" fmla="*/ 656 h 656"/>
                  <a:gd name="T14" fmla="*/ 100 w 121"/>
                  <a:gd name="T15" fmla="*/ 656 h 656"/>
                  <a:gd name="T16" fmla="*/ 118 w 121"/>
                  <a:gd name="T17" fmla="*/ 363 h 6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656">
                    <a:moveTo>
                      <a:pt x="118" y="363"/>
                    </a:moveTo>
                    <a:cubicBezTo>
                      <a:pt x="118" y="334"/>
                      <a:pt x="117" y="300"/>
                      <a:pt x="113" y="267"/>
                    </a:cubicBezTo>
                    <a:cubicBezTo>
                      <a:pt x="102" y="171"/>
                      <a:pt x="61" y="77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64" y="75"/>
                      <a:pt x="105" y="170"/>
                      <a:pt x="116" y="267"/>
                    </a:cubicBezTo>
                    <a:cubicBezTo>
                      <a:pt x="120" y="300"/>
                      <a:pt x="121" y="334"/>
                      <a:pt x="121" y="363"/>
                    </a:cubicBezTo>
                    <a:cubicBezTo>
                      <a:pt x="121" y="461"/>
                      <a:pt x="115" y="559"/>
                      <a:pt x="103" y="656"/>
                    </a:cubicBezTo>
                    <a:cubicBezTo>
                      <a:pt x="100" y="656"/>
                      <a:pt x="100" y="656"/>
                      <a:pt x="100" y="656"/>
                    </a:cubicBezTo>
                    <a:cubicBezTo>
                      <a:pt x="112" y="559"/>
                      <a:pt x="118" y="461"/>
                      <a:pt x="118" y="36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64" name="Freeform 629">
              <a:extLst>
                <a:ext uri="{FF2B5EF4-FFF2-40B4-BE49-F238E27FC236}">
                  <a16:creationId xmlns:a16="http://schemas.microsoft.com/office/drawing/2014/main" id="{95AE9B66-5E96-852A-4A62-7D1BF5FD7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3428" y="2855016"/>
              <a:ext cx="815590" cy="863700"/>
            </a:xfrm>
            <a:custGeom>
              <a:avLst/>
              <a:gdLst>
                <a:gd name="T0" fmla="*/ 10 w 208"/>
                <a:gd name="T1" fmla="*/ 215 h 220"/>
                <a:gd name="T2" fmla="*/ 80 w 208"/>
                <a:gd name="T3" fmla="*/ 161 h 220"/>
                <a:gd name="T4" fmla="*/ 121 w 208"/>
                <a:gd name="T5" fmla="*/ 135 h 220"/>
                <a:gd name="T6" fmla="*/ 132 w 208"/>
                <a:gd name="T7" fmla="*/ 120 h 220"/>
                <a:gd name="T8" fmla="*/ 205 w 208"/>
                <a:gd name="T9" fmla="*/ 63 h 220"/>
                <a:gd name="T10" fmla="*/ 197 w 208"/>
                <a:gd name="T11" fmla="*/ 59 h 220"/>
                <a:gd name="T12" fmla="*/ 136 w 208"/>
                <a:gd name="T13" fmla="*/ 112 h 220"/>
                <a:gd name="T14" fmla="*/ 150 w 208"/>
                <a:gd name="T15" fmla="*/ 21 h 220"/>
                <a:gd name="T16" fmla="*/ 141 w 208"/>
                <a:gd name="T17" fmla="*/ 22 h 220"/>
                <a:gd name="T18" fmla="*/ 127 w 208"/>
                <a:gd name="T19" fmla="*/ 106 h 220"/>
                <a:gd name="T20" fmla="*/ 124 w 208"/>
                <a:gd name="T21" fmla="*/ 104 h 220"/>
                <a:gd name="T22" fmla="*/ 74 w 208"/>
                <a:gd name="T23" fmla="*/ 9 h 220"/>
                <a:gd name="T24" fmla="*/ 66 w 208"/>
                <a:gd name="T25" fmla="*/ 5 h 220"/>
                <a:gd name="T26" fmla="*/ 118 w 208"/>
                <a:gd name="T27" fmla="*/ 111 h 220"/>
                <a:gd name="T28" fmla="*/ 120 w 208"/>
                <a:gd name="T29" fmla="*/ 117 h 220"/>
                <a:gd name="T30" fmla="*/ 120 w 208"/>
                <a:gd name="T31" fmla="*/ 117 h 220"/>
                <a:gd name="T32" fmla="*/ 71 w 208"/>
                <a:gd name="T33" fmla="*/ 155 h 220"/>
                <a:gd name="T34" fmla="*/ 3 w 208"/>
                <a:gd name="T35" fmla="*/ 209 h 220"/>
                <a:gd name="T36" fmla="*/ 10 w 208"/>
                <a:gd name="T37" fmla="*/ 215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" h="220">
                  <a:moveTo>
                    <a:pt x="10" y="215"/>
                  </a:moveTo>
                  <a:cubicBezTo>
                    <a:pt x="27" y="186"/>
                    <a:pt x="49" y="172"/>
                    <a:pt x="80" y="161"/>
                  </a:cubicBezTo>
                  <a:cubicBezTo>
                    <a:pt x="96" y="155"/>
                    <a:pt x="110" y="148"/>
                    <a:pt x="121" y="135"/>
                  </a:cubicBezTo>
                  <a:cubicBezTo>
                    <a:pt x="125" y="130"/>
                    <a:pt x="129" y="125"/>
                    <a:pt x="132" y="120"/>
                  </a:cubicBezTo>
                  <a:cubicBezTo>
                    <a:pt x="166" y="125"/>
                    <a:pt x="190" y="90"/>
                    <a:pt x="205" y="63"/>
                  </a:cubicBezTo>
                  <a:cubicBezTo>
                    <a:pt x="208" y="58"/>
                    <a:pt x="200" y="54"/>
                    <a:pt x="197" y="59"/>
                  </a:cubicBezTo>
                  <a:cubicBezTo>
                    <a:pt x="184" y="82"/>
                    <a:pt x="165" y="113"/>
                    <a:pt x="136" y="112"/>
                  </a:cubicBezTo>
                  <a:cubicBezTo>
                    <a:pt x="150" y="84"/>
                    <a:pt x="151" y="51"/>
                    <a:pt x="150" y="21"/>
                  </a:cubicBezTo>
                  <a:cubicBezTo>
                    <a:pt x="150" y="15"/>
                    <a:pt x="141" y="16"/>
                    <a:pt x="141" y="22"/>
                  </a:cubicBezTo>
                  <a:cubicBezTo>
                    <a:pt x="143" y="53"/>
                    <a:pt x="139" y="82"/>
                    <a:pt x="127" y="106"/>
                  </a:cubicBezTo>
                  <a:cubicBezTo>
                    <a:pt x="127" y="105"/>
                    <a:pt x="126" y="104"/>
                    <a:pt x="124" y="104"/>
                  </a:cubicBezTo>
                  <a:cubicBezTo>
                    <a:pt x="78" y="97"/>
                    <a:pt x="54" y="51"/>
                    <a:pt x="74" y="9"/>
                  </a:cubicBezTo>
                  <a:cubicBezTo>
                    <a:pt x="76" y="4"/>
                    <a:pt x="68" y="0"/>
                    <a:pt x="66" y="5"/>
                  </a:cubicBezTo>
                  <a:cubicBezTo>
                    <a:pt x="44" y="51"/>
                    <a:pt x="69" y="101"/>
                    <a:pt x="118" y="111"/>
                  </a:cubicBezTo>
                  <a:cubicBezTo>
                    <a:pt x="117" y="113"/>
                    <a:pt x="117" y="116"/>
                    <a:pt x="120" y="117"/>
                  </a:cubicBezTo>
                  <a:cubicBezTo>
                    <a:pt x="120" y="117"/>
                    <a:pt x="120" y="117"/>
                    <a:pt x="120" y="117"/>
                  </a:cubicBezTo>
                  <a:cubicBezTo>
                    <a:pt x="109" y="133"/>
                    <a:pt x="94" y="146"/>
                    <a:pt x="71" y="155"/>
                  </a:cubicBezTo>
                  <a:cubicBezTo>
                    <a:pt x="42" y="166"/>
                    <a:pt x="20" y="182"/>
                    <a:pt x="3" y="209"/>
                  </a:cubicBezTo>
                  <a:cubicBezTo>
                    <a:pt x="0" y="214"/>
                    <a:pt x="7" y="220"/>
                    <a:pt x="10" y="21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5" name="Freeform 630">
              <a:extLst>
                <a:ext uri="{FF2B5EF4-FFF2-40B4-BE49-F238E27FC236}">
                  <a16:creationId xmlns:a16="http://schemas.microsoft.com/office/drawing/2014/main" id="{AF9A9569-07D3-68A5-BF0D-0AF92F093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9260" y="2827525"/>
              <a:ext cx="1635762" cy="1544123"/>
            </a:xfrm>
            <a:custGeom>
              <a:avLst/>
              <a:gdLst>
                <a:gd name="T0" fmla="*/ 406 w 417"/>
                <a:gd name="T1" fmla="*/ 255 h 393"/>
                <a:gd name="T2" fmla="*/ 372 w 417"/>
                <a:gd name="T3" fmla="*/ 298 h 393"/>
                <a:gd name="T4" fmla="*/ 297 w 417"/>
                <a:gd name="T5" fmla="*/ 279 h 393"/>
                <a:gd name="T6" fmla="*/ 296 w 417"/>
                <a:gd name="T7" fmla="*/ 279 h 393"/>
                <a:gd name="T8" fmla="*/ 376 w 417"/>
                <a:gd name="T9" fmla="*/ 207 h 393"/>
                <a:gd name="T10" fmla="*/ 371 w 417"/>
                <a:gd name="T11" fmla="*/ 200 h 393"/>
                <a:gd name="T12" fmla="*/ 332 w 417"/>
                <a:gd name="T13" fmla="*/ 238 h 393"/>
                <a:gd name="T14" fmla="*/ 302 w 417"/>
                <a:gd name="T15" fmla="*/ 191 h 393"/>
                <a:gd name="T16" fmla="*/ 293 w 417"/>
                <a:gd name="T17" fmla="*/ 193 h 393"/>
                <a:gd name="T18" fmla="*/ 325 w 417"/>
                <a:gd name="T19" fmla="*/ 244 h 393"/>
                <a:gd name="T20" fmla="*/ 206 w 417"/>
                <a:gd name="T21" fmla="*/ 269 h 393"/>
                <a:gd name="T22" fmla="*/ 202 w 417"/>
                <a:gd name="T23" fmla="*/ 267 h 393"/>
                <a:gd name="T24" fmla="*/ 183 w 417"/>
                <a:gd name="T25" fmla="*/ 214 h 393"/>
                <a:gd name="T26" fmla="*/ 178 w 417"/>
                <a:gd name="T27" fmla="*/ 206 h 393"/>
                <a:gd name="T28" fmla="*/ 157 w 417"/>
                <a:gd name="T29" fmla="*/ 118 h 393"/>
                <a:gd name="T30" fmla="*/ 185 w 417"/>
                <a:gd name="T31" fmla="*/ 7 h 393"/>
                <a:gd name="T32" fmla="*/ 176 w 417"/>
                <a:gd name="T33" fmla="*/ 6 h 393"/>
                <a:gd name="T34" fmla="*/ 148 w 417"/>
                <a:gd name="T35" fmla="*/ 109 h 393"/>
                <a:gd name="T36" fmla="*/ 167 w 417"/>
                <a:gd name="T37" fmla="*/ 190 h 393"/>
                <a:gd name="T38" fmla="*/ 141 w 417"/>
                <a:gd name="T39" fmla="*/ 165 h 393"/>
                <a:gd name="T40" fmla="*/ 105 w 417"/>
                <a:gd name="T41" fmla="*/ 139 h 393"/>
                <a:gd name="T42" fmla="*/ 91 w 417"/>
                <a:gd name="T43" fmla="*/ 64 h 393"/>
                <a:gd name="T44" fmla="*/ 82 w 417"/>
                <a:gd name="T45" fmla="*/ 63 h 393"/>
                <a:gd name="T46" fmla="*/ 86 w 417"/>
                <a:gd name="T47" fmla="*/ 127 h 393"/>
                <a:gd name="T48" fmla="*/ 135 w 417"/>
                <a:gd name="T49" fmla="*/ 172 h 393"/>
                <a:gd name="T50" fmla="*/ 170 w 417"/>
                <a:gd name="T51" fmla="*/ 209 h 393"/>
                <a:gd name="T52" fmla="*/ 170 w 417"/>
                <a:gd name="T53" fmla="*/ 213 h 393"/>
                <a:gd name="T54" fmla="*/ 175 w 417"/>
                <a:gd name="T55" fmla="*/ 217 h 393"/>
                <a:gd name="T56" fmla="*/ 184 w 417"/>
                <a:gd name="T57" fmla="*/ 238 h 393"/>
                <a:gd name="T58" fmla="*/ 180 w 417"/>
                <a:gd name="T59" fmla="*/ 239 h 393"/>
                <a:gd name="T60" fmla="*/ 86 w 417"/>
                <a:gd name="T61" fmla="*/ 262 h 393"/>
                <a:gd name="T62" fmla="*/ 72 w 417"/>
                <a:gd name="T63" fmla="*/ 257 h 393"/>
                <a:gd name="T64" fmla="*/ 95 w 417"/>
                <a:gd name="T65" fmla="*/ 193 h 393"/>
                <a:gd name="T66" fmla="*/ 86 w 417"/>
                <a:gd name="T67" fmla="*/ 194 h 393"/>
                <a:gd name="T68" fmla="*/ 66 w 417"/>
                <a:gd name="T69" fmla="*/ 250 h 393"/>
                <a:gd name="T70" fmla="*/ 64 w 417"/>
                <a:gd name="T71" fmla="*/ 253 h 393"/>
                <a:gd name="T72" fmla="*/ 10 w 417"/>
                <a:gd name="T73" fmla="*/ 197 h 393"/>
                <a:gd name="T74" fmla="*/ 1 w 417"/>
                <a:gd name="T75" fmla="*/ 198 h 393"/>
                <a:gd name="T76" fmla="*/ 83 w 417"/>
                <a:gd name="T77" fmla="*/ 271 h 393"/>
                <a:gd name="T78" fmla="*/ 187 w 417"/>
                <a:gd name="T79" fmla="*/ 245 h 393"/>
                <a:gd name="T80" fmla="*/ 197 w 417"/>
                <a:gd name="T81" fmla="*/ 386 h 393"/>
                <a:gd name="T82" fmla="*/ 205 w 417"/>
                <a:gd name="T83" fmla="*/ 388 h 393"/>
                <a:gd name="T84" fmla="*/ 204 w 417"/>
                <a:gd name="T85" fmla="*/ 279 h 393"/>
                <a:gd name="T86" fmla="*/ 289 w 417"/>
                <a:gd name="T87" fmla="*/ 283 h 393"/>
                <a:gd name="T88" fmla="*/ 291 w 417"/>
                <a:gd name="T89" fmla="*/ 286 h 393"/>
                <a:gd name="T90" fmla="*/ 364 w 417"/>
                <a:gd name="T91" fmla="*/ 312 h 393"/>
                <a:gd name="T92" fmla="*/ 413 w 417"/>
                <a:gd name="T93" fmla="*/ 261 h 393"/>
                <a:gd name="T94" fmla="*/ 406 w 417"/>
                <a:gd name="T95" fmla="*/ 25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7" h="393">
                  <a:moveTo>
                    <a:pt x="406" y="255"/>
                  </a:moveTo>
                  <a:cubicBezTo>
                    <a:pt x="394" y="268"/>
                    <a:pt x="387" y="288"/>
                    <a:pt x="372" y="298"/>
                  </a:cubicBezTo>
                  <a:cubicBezTo>
                    <a:pt x="347" y="316"/>
                    <a:pt x="317" y="294"/>
                    <a:pt x="297" y="279"/>
                  </a:cubicBezTo>
                  <a:cubicBezTo>
                    <a:pt x="296" y="279"/>
                    <a:pt x="296" y="279"/>
                    <a:pt x="296" y="279"/>
                  </a:cubicBezTo>
                  <a:cubicBezTo>
                    <a:pt x="326" y="258"/>
                    <a:pt x="354" y="225"/>
                    <a:pt x="376" y="207"/>
                  </a:cubicBezTo>
                  <a:cubicBezTo>
                    <a:pt x="380" y="203"/>
                    <a:pt x="375" y="196"/>
                    <a:pt x="371" y="200"/>
                  </a:cubicBezTo>
                  <a:cubicBezTo>
                    <a:pt x="360" y="209"/>
                    <a:pt x="346" y="224"/>
                    <a:pt x="332" y="238"/>
                  </a:cubicBezTo>
                  <a:cubicBezTo>
                    <a:pt x="315" y="228"/>
                    <a:pt x="304" y="211"/>
                    <a:pt x="302" y="191"/>
                  </a:cubicBezTo>
                  <a:cubicBezTo>
                    <a:pt x="302" y="186"/>
                    <a:pt x="293" y="187"/>
                    <a:pt x="293" y="193"/>
                  </a:cubicBezTo>
                  <a:cubicBezTo>
                    <a:pt x="295" y="214"/>
                    <a:pt x="307" y="233"/>
                    <a:pt x="325" y="244"/>
                  </a:cubicBezTo>
                  <a:cubicBezTo>
                    <a:pt x="289" y="279"/>
                    <a:pt x="246" y="311"/>
                    <a:pt x="206" y="269"/>
                  </a:cubicBezTo>
                  <a:cubicBezTo>
                    <a:pt x="205" y="267"/>
                    <a:pt x="203" y="267"/>
                    <a:pt x="202" y="267"/>
                  </a:cubicBezTo>
                  <a:cubicBezTo>
                    <a:pt x="198" y="249"/>
                    <a:pt x="192" y="231"/>
                    <a:pt x="183" y="214"/>
                  </a:cubicBezTo>
                  <a:cubicBezTo>
                    <a:pt x="182" y="211"/>
                    <a:pt x="180" y="209"/>
                    <a:pt x="178" y="206"/>
                  </a:cubicBezTo>
                  <a:cubicBezTo>
                    <a:pt x="176" y="175"/>
                    <a:pt x="159" y="149"/>
                    <a:pt x="157" y="118"/>
                  </a:cubicBezTo>
                  <a:cubicBezTo>
                    <a:pt x="154" y="78"/>
                    <a:pt x="183" y="46"/>
                    <a:pt x="185" y="7"/>
                  </a:cubicBezTo>
                  <a:cubicBezTo>
                    <a:pt x="185" y="1"/>
                    <a:pt x="176" y="0"/>
                    <a:pt x="176" y="6"/>
                  </a:cubicBezTo>
                  <a:cubicBezTo>
                    <a:pt x="174" y="42"/>
                    <a:pt x="148" y="72"/>
                    <a:pt x="148" y="109"/>
                  </a:cubicBezTo>
                  <a:cubicBezTo>
                    <a:pt x="148" y="137"/>
                    <a:pt x="161" y="163"/>
                    <a:pt x="167" y="190"/>
                  </a:cubicBezTo>
                  <a:cubicBezTo>
                    <a:pt x="159" y="181"/>
                    <a:pt x="151" y="172"/>
                    <a:pt x="141" y="165"/>
                  </a:cubicBezTo>
                  <a:cubicBezTo>
                    <a:pt x="129" y="157"/>
                    <a:pt x="115" y="150"/>
                    <a:pt x="105" y="139"/>
                  </a:cubicBezTo>
                  <a:cubicBezTo>
                    <a:pt x="86" y="117"/>
                    <a:pt x="87" y="91"/>
                    <a:pt x="91" y="64"/>
                  </a:cubicBezTo>
                  <a:cubicBezTo>
                    <a:pt x="91" y="58"/>
                    <a:pt x="83" y="57"/>
                    <a:pt x="82" y="63"/>
                  </a:cubicBezTo>
                  <a:cubicBezTo>
                    <a:pt x="79" y="84"/>
                    <a:pt x="77" y="107"/>
                    <a:pt x="86" y="127"/>
                  </a:cubicBezTo>
                  <a:cubicBezTo>
                    <a:pt x="96" y="149"/>
                    <a:pt x="117" y="159"/>
                    <a:pt x="135" y="172"/>
                  </a:cubicBezTo>
                  <a:cubicBezTo>
                    <a:pt x="150" y="183"/>
                    <a:pt x="161" y="195"/>
                    <a:pt x="170" y="209"/>
                  </a:cubicBezTo>
                  <a:cubicBezTo>
                    <a:pt x="170" y="210"/>
                    <a:pt x="170" y="212"/>
                    <a:pt x="170" y="213"/>
                  </a:cubicBezTo>
                  <a:cubicBezTo>
                    <a:pt x="170" y="216"/>
                    <a:pt x="172" y="217"/>
                    <a:pt x="175" y="217"/>
                  </a:cubicBezTo>
                  <a:cubicBezTo>
                    <a:pt x="178" y="223"/>
                    <a:pt x="181" y="230"/>
                    <a:pt x="184" y="238"/>
                  </a:cubicBezTo>
                  <a:cubicBezTo>
                    <a:pt x="183" y="238"/>
                    <a:pt x="182" y="238"/>
                    <a:pt x="180" y="239"/>
                  </a:cubicBezTo>
                  <a:cubicBezTo>
                    <a:pt x="156" y="268"/>
                    <a:pt x="120" y="274"/>
                    <a:pt x="86" y="262"/>
                  </a:cubicBezTo>
                  <a:cubicBezTo>
                    <a:pt x="81" y="261"/>
                    <a:pt x="77" y="259"/>
                    <a:pt x="72" y="257"/>
                  </a:cubicBezTo>
                  <a:cubicBezTo>
                    <a:pt x="91" y="242"/>
                    <a:pt x="101" y="217"/>
                    <a:pt x="95" y="193"/>
                  </a:cubicBezTo>
                  <a:cubicBezTo>
                    <a:pt x="94" y="187"/>
                    <a:pt x="85" y="188"/>
                    <a:pt x="86" y="194"/>
                  </a:cubicBezTo>
                  <a:cubicBezTo>
                    <a:pt x="91" y="215"/>
                    <a:pt x="84" y="237"/>
                    <a:pt x="66" y="250"/>
                  </a:cubicBezTo>
                  <a:cubicBezTo>
                    <a:pt x="65" y="251"/>
                    <a:pt x="64" y="252"/>
                    <a:pt x="64" y="253"/>
                  </a:cubicBezTo>
                  <a:cubicBezTo>
                    <a:pt x="40" y="241"/>
                    <a:pt x="14" y="222"/>
                    <a:pt x="10" y="197"/>
                  </a:cubicBezTo>
                  <a:cubicBezTo>
                    <a:pt x="9" y="192"/>
                    <a:pt x="0" y="193"/>
                    <a:pt x="1" y="198"/>
                  </a:cubicBezTo>
                  <a:cubicBezTo>
                    <a:pt x="7" y="235"/>
                    <a:pt x="51" y="261"/>
                    <a:pt x="83" y="271"/>
                  </a:cubicBezTo>
                  <a:cubicBezTo>
                    <a:pt x="121" y="283"/>
                    <a:pt x="161" y="276"/>
                    <a:pt x="187" y="245"/>
                  </a:cubicBezTo>
                  <a:cubicBezTo>
                    <a:pt x="201" y="290"/>
                    <a:pt x="199" y="341"/>
                    <a:pt x="197" y="386"/>
                  </a:cubicBezTo>
                  <a:cubicBezTo>
                    <a:pt x="196" y="392"/>
                    <a:pt x="205" y="393"/>
                    <a:pt x="205" y="388"/>
                  </a:cubicBezTo>
                  <a:cubicBezTo>
                    <a:pt x="207" y="352"/>
                    <a:pt x="209" y="315"/>
                    <a:pt x="204" y="279"/>
                  </a:cubicBezTo>
                  <a:cubicBezTo>
                    <a:pt x="232" y="305"/>
                    <a:pt x="262" y="300"/>
                    <a:pt x="289" y="283"/>
                  </a:cubicBezTo>
                  <a:cubicBezTo>
                    <a:pt x="289" y="284"/>
                    <a:pt x="290" y="285"/>
                    <a:pt x="291" y="286"/>
                  </a:cubicBezTo>
                  <a:cubicBezTo>
                    <a:pt x="311" y="301"/>
                    <a:pt x="337" y="320"/>
                    <a:pt x="364" y="312"/>
                  </a:cubicBezTo>
                  <a:cubicBezTo>
                    <a:pt x="388" y="305"/>
                    <a:pt x="397" y="278"/>
                    <a:pt x="413" y="261"/>
                  </a:cubicBezTo>
                  <a:cubicBezTo>
                    <a:pt x="417" y="257"/>
                    <a:pt x="410" y="251"/>
                    <a:pt x="406" y="25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6" name="Freeform 631">
              <a:extLst>
                <a:ext uri="{FF2B5EF4-FFF2-40B4-BE49-F238E27FC236}">
                  <a16:creationId xmlns:a16="http://schemas.microsoft.com/office/drawing/2014/main" id="{178BF83F-5A7E-3CA6-9F8F-7BF9B13C3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1081" y="1959240"/>
              <a:ext cx="767480" cy="2680450"/>
            </a:xfrm>
            <a:custGeom>
              <a:avLst/>
              <a:gdLst>
                <a:gd name="T0" fmla="*/ 51 w 196"/>
                <a:gd name="T1" fmla="*/ 548 h 682"/>
                <a:gd name="T2" fmla="*/ 44 w 196"/>
                <a:gd name="T3" fmla="*/ 496 h 682"/>
                <a:gd name="T4" fmla="*/ 10 w 196"/>
                <a:gd name="T5" fmla="*/ 452 h 682"/>
                <a:gd name="T6" fmla="*/ 14 w 196"/>
                <a:gd name="T7" fmla="*/ 400 h 682"/>
                <a:gd name="T8" fmla="*/ 51 w 196"/>
                <a:gd name="T9" fmla="*/ 349 h 682"/>
                <a:gd name="T10" fmla="*/ 11 w 196"/>
                <a:gd name="T11" fmla="*/ 226 h 682"/>
                <a:gd name="T12" fmla="*/ 73 w 196"/>
                <a:gd name="T13" fmla="*/ 141 h 682"/>
                <a:gd name="T14" fmla="*/ 52 w 196"/>
                <a:gd name="T15" fmla="*/ 87 h 682"/>
                <a:gd name="T16" fmla="*/ 75 w 196"/>
                <a:gd name="T17" fmla="*/ 11 h 682"/>
                <a:gd name="T18" fmla="*/ 108 w 196"/>
                <a:gd name="T19" fmla="*/ 3 h 682"/>
                <a:gd name="T20" fmla="*/ 130 w 196"/>
                <a:gd name="T21" fmla="*/ 21 h 682"/>
                <a:gd name="T22" fmla="*/ 179 w 196"/>
                <a:gd name="T23" fmla="*/ 113 h 682"/>
                <a:gd name="T24" fmla="*/ 163 w 196"/>
                <a:gd name="T25" fmla="*/ 214 h 682"/>
                <a:gd name="T26" fmla="*/ 139 w 196"/>
                <a:gd name="T27" fmla="*/ 256 h 682"/>
                <a:gd name="T28" fmla="*/ 181 w 196"/>
                <a:gd name="T29" fmla="*/ 327 h 682"/>
                <a:gd name="T30" fmla="*/ 183 w 196"/>
                <a:gd name="T31" fmla="*/ 402 h 682"/>
                <a:gd name="T32" fmla="*/ 147 w 196"/>
                <a:gd name="T33" fmla="*/ 462 h 682"/>
                <a:gd name="T34" fmla="*/ 173 w 196"/>
                <a:gd name="T35" fmla="*/ 537 h 682"/>
                <a:gd name="T36" fmla="*/ 133 w 196"/>
                <a:gd name="T37" fmla="*/ 607 h 682"/>
                <a:gd name="T38" fmla="*/ 111 w 196"/>
                <a:gd name="T39" fmla="*/ 682 h 682"/>
                <a:gd name="T40" fmla="*/ 95 w 196"/>
                <a:gd name="T41" fmla="*/ 682 h 682"/>
                <a:gd name="T42" fmla="*/ 95 w 196"/>
                <a:gd name="T43" fmla="*/ 625 h 682"/>
                <a:gd name="T44" fmla="*/ 103 w 196"/>
                <a:gd name="T45" fmla="*/ 586 h 682"/>
                <a:gd name="T46" fmla="*/ 76 w 196"/>
                <a:gd name="T47" fmla="*/ 571 h 682"/>
                <a:gd name="T48" fmla="*/ 51 w 196"/>
                <a:gd name="T49" fmla="*/ 548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682">
                  <a:moveTo>
                    <a:pt x="51" y="548"/>
                  </a:moveTo>
                  <a:cubicBezTo>
                    <a:pt x="62" y="533"/>
                    <a:pt x="55" y="511"/>
                    <a:pt x="44" y="496"/>
                  </a:cubicBezTo>
                  <a:cubicBezTo>
                    <a:pt x="33" y="481"/>
                    <a:pt x="18" y="469"/>
                    <a:pt x="10" y="452"/>
                  </a:cubicBezTo>
                  <a:cubicBezTo>
                    <a:pt x="3" y="435"/>
                    <a:pt x="5" y="415"/>
                    <a:pt x="14" y="400"/>
                  </a:cubicBezTo>
                  <a:cubicBezTo>
                    <a:pt x="24" y="382"/>
                    <a:pt x="45" y="369"/>
                    <a:pt x="51" y="349"/>
                  </a:cubicBezTo>
                  <a:cubicBezTo>
                    <a:pt x="63" y="306"/>
                    <a:pt x="0" y="269"/>
                    <a:pt x="11" y="226"/>
                  </a:cubicBezTo>
                  <a:cubicBezTo>
                    <a:pt x="19" y="191"/>
                    <a:pt x="71" y="177"/>
                    <a:pt x="73" y="141"/>
                  </a:cubicBezTo>
                  <a:cubicBezTo>
                    <a:pt x="74" y="122"/>
                    <a:pt x="59" y="105"/>
                    <a:pt x="52" y="87"/>
                  </a:cubicBezTo>
                  <a:cubicBezTo>
                    <a:pt x="42" y="60"/>
                    <a:pt x="52" y="28"/>
                    <a:pt x="75" y="11"/>
                  </a:cubicBezTo>
                  <a:cubicBezTo>
                    <a:pt x="85" y="4"/>
                    <a:pt x="97" y="0"/>
                    <a:pt x="108" y="3"/>
                  </a:cubicBezTo>
                  <a:cubicBezTo>
                    <a:pt x="117" y="6"/>
                    <a:pt x="124" y="13"/>
                    <a:pt x="130" y="21"/>
                  </a:cubicBezTo>
                  <a:cubicBezTo>
                    <a:pt x="152" y="48"/>
                    <a:pt x="171" y="79"/>
                    <a:pt x="179" y="113"/>
                  </a:cubicBezTo>
                  <a:cubicBezTo>
                    <a:pt x="186" y="147"/>
                    <a:pt x="182" y="185"/>
                    <a:pt x="163" y="214"/>
                  </a:cubicBezTo>
                  <a:cubicBezTo>
                    <a:pt x="153" y="227"/>
                    <a:pt x="140" y="240"/>
                    <a:pt x="139" y="256"/>
                  </a:cubicBezTo>
                  <a:cubicBezTo>
                    <a:pt x="136" y="284"/>
                    <a:pt x="166" y="303"/>
                    <a:pt x="181" y="327"/>
                  </a:cubicBezTo>
                  <a:cubicBezTo>
                    <a:pt x="195" y="349"/>
                    <a:pt x="196" y="379"/>
                    <a:pt x="183" y="402"/>
                  </a:cubicBezTo>
                  <a:cubicBezTo>
                    <a:pt x="171" y="423"/>
                    <a:pt x="148" y="439"/>
                    <a:pt x="147" y="462"/>
                  </a:cubicBezTo>
                  <a:cubicBezTo>
                    <a:pt x="145" y="489"/>
                    <a:pt x="171" y="510"/>
                    <a:pt x="173" y="537"/>
                  </a:cubicBezTo>
                  <a:cubicBezTo>
                    <a:pt x="175" y="565"/>
                    <a:pt x="151" y="586"/>
                    <a:pt x="133" y="607"/>
                  </a:cubicBezTo>
                  <a:cubicBezTo>
                    <a:pt x="114" y="628"/>
                    <a:pt x="90" y="663"/>
                    <a:pt x="111" y="682"/>
                  </a:cubicBezTo>
                  <a:cubicBezTo>
                    <a:pt x="110" y="681"/>
                    <a:pt x="95" y="682"/>
                    <a:pt x="95" y="682"/>
                  </a:cubicBezTo>
                  <a:cubicBezTo>
                    <a:pt x="85" y="664"/>
                    <a:pt x="89" y="645"/>
                    <a:pt x="95" y="625"/>
                  </a:cubicBezTo>
                  <a:cubicBezTo>
                    <a:pt x="99" y="612"/>
                    <a:pt x="110" y="598"/>
                    <a:pt x="103" y="586"/>
                  </a:cubicBezTo>
                  <a:cubicBezTo>
                    <a:pt x="98" y="580"/>
                    <a:pt x="83" y="575"/>
                    <a:pt x="76" y="571"/>
                  </a:cubicBezTo>
                  <a:cubicBezTo>
                    <a:pt x="69" y="567"/>
                    <a:pt x="46" y="555"/>
                    <a:pt x="51" y="54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7" name="Freeform 633">
              <a:extLst>
                <a:ext uri="{FF2B5EF4-FFF2-40B4-BE49-F238E27FC236}">
                  <a16:creationId xmlns:a16="http://schemas.microsoft.com/office/drawing/2014/main" id="{03FED242-1435-3E7B-F1EF-2412429D0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6322" y="3152843"/>
              <a:ext cx="290956" cy="756024"/>
            </a:xfrm>
            <a:custGeom>
              <a:avLst/>
              <a:gdLst>
                <a:gd name="T0" fmla="*/ 27 w 74"/>
                <a:gd name="T1" fmla="*/ 36 h 192"/>
                <a:gd name="T2" fmla="*/ 10 w 74"/>
                <a:gd name="T3" fmla="*/ 150 h 192"/>
                <a:gd name="T4" fmla="*/ 51 w 74"/>
                <a:gd name="T5" fmla="*/ 165 h 192"/>
                <a:gd name="T6" fmla="*/ 70 w 74"/>
                <a:gd name="T7" fmla="*/ 29 h 192"/>
                <a:gd name="T8" fmla="*/ 27 w 74"/>
                <a:gd name="T9" fmla="*/ 3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92">
                  <a:moveTo>
                    <a:pt x="27" y="36"/>
                  </a:moveTo>
                  <a:cubicBezTo>
                    <a:pt x="30" y="75"/>
                    <a:pt x="24" y="113"/>
                    <a:pt x="10" y="150"/>
                  </a:cubicBezTo>
                  <a:cubicBezTo>
                    <a:pt x="0" y="176"/>
                    <a:pt x="41" y="192"/>
                    <a:pt x="51" y="165"/>
                  </a:cubicBezTo>
                  <a:cubicBezTo>
                    <a:pt x="68" y="121"/>
                    <a:pt x="74" y="75"/>
                    <a:pt x="70" y="29"/>
                  </a:cubicBezTo>
                  <a:cubicBezTo>
                    <a:pt x="68" y="0"/>
                    <a:pt x="24" y="8"/>
                    <a:pt x="27" y="3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8" name="Freeform 634">
              <a:extLst>
                <a:ext uri="{FF2B5EF4-FFF2-40B4-BE49-F238E27FC236}">
                  <a16:creationId xmlns:a16="http://schemas.microsoft.com/office/drawing/2014/main" id="{766795B6-2773-C9E4-D123-B41E80F52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9199" y="3216991"/>
              <a:ext cx="105386" cy="59566"/>
            </a:xfrm>
            <a:custGeom>
              <a:avLst/>
              <a:gdLst>
                <a:gd name="T0" fmla="*/ 26 w 27"/>
                <a:gd name="T1" fmla="*/ 6 h 15"/>
                <a:gd name="T2" fmla="*/ 14 w 27"/>
                <a:gd name="T3" fmla="*/ 14 h 15"/>
                <a:gd name="T4" fmla="*/ 1 w 27"/>
                <a:gd name="T5" fmla="*/ 9 h 15"/>
                <a:gd name="T6" fmla="*/ 13 w 27"/>
                <a:gd name="T7" fmla="*/ 1 h 15"/>
                <a:gd name="T8" fmla="*/ 26 w 27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26" y="6"/>
                  </a:moveTo>
                  <a:cubicBezTo>
                    <a:pt x="27" y="9"/>
                    <a:pt x="21" y="13"/>
                    <a:pt x="14" y="14"/>
                  </a:cubicBezTo>
                  <a:cubicBezTo>
                    <a:pt x="7" y="15"/>
                    <a:pt x="1" y="13"/>
                    <a:pt x="1" y="9"/>
                  </a:cubicBezTo>
                  <a:cubicBezTo>
                    <a:pt x="0" y="5"/>
                    <a:pt x="5" y="2"/>
                    <a:pt x="13" y="1"/>
                  </a:cubicBezTo>
                  <a:cubicBezTo>
                    <a:pt x="20" y="0"/>
                    <a:pt x="26" y="2"/>
                    <a:pt x="26" y="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9" name="Freeform 635">
              <a:extLst>
                <a:ext uri="{FF2B5EF4-FFF2-40B4-BE49-F238E27FC236}">
                  <a16:creationId xmlns:a16="http://schemas.microsoft.com/office/drawing/2014/main" id="{D87DBF5A-7836-D7D6-DC24-B6FA1F261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0254" y="3184917"/>
              <a:ext cx="474235" cy="927848"/>
            </a:xfrm>
            <a:custGeom>
              <a:avLst/>
              <a:gdLst>
                <a:gd name="T0" fmla="*/ 50 w 121"/>
                <a:gd name="T1" fmla="*/ 211 h 236"/>
                <a:gd name="T2" fmla="*/ 116 w 121"/>
                <a:gd name="T3" fmla="*/ 31 h 236"/>
                <a:gd name="T4" fmla="*/ 72 w 121"/>
                <a:gd name="T5" fmla="*/ 27 h 236"/>
                <a:gd name="T6" fmla="*/ 14 w 121"/>
                <a:gd name="T7" fmla="*/ 185 h 236"/>
                <a:gd name="T8" fmla="*/ 50 w 121"/>
                <a:gd name="T9" fmla="*/ 211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236">
                  <a:moveTo>
                    <a:pt x="50" y="211"/>
                  </a:moveTo>
                  <a:cubicBezTo>
                    <a:pt x="82" y="155"/>
                    <a:pt x="104" y="95"/>
                    <a:pt x="116" y="31"/>
                  </a:cubicBezTo>
                  <a:cubicBezTo>
                    <a:pt x="121" y="3"/>
                    <a:pt x="77" y="0"/>
                    <a:pt x="72" y="27"/>
                  </a:cubicBezTo>
                  <a:cubicBezTo>
                    <a:pt x="62" y="83"/>
                    <a:pt x="42" y="136"/>
                    <a:pt x="14" y="185"/>
                  </a:cubicBezTo>
                  <a:cubicBezTo>
                    <a:pt x="0" y="209"/>
                    <a:pt x="36" y="236"/>
                    <a:pt x="50" y="21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0" name="Freeform 636">
              <a:extLst>
                <a:ext uri="{FF2B5EF4-FFF2-40B4-BE49-F238E27FC236}">
                  <a16:creationId xmlns:a16="http://schemas.microsoft.com/office/drawing/2014/main" id="{6D6B3348-20FB-13DF-8B10-8B470720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8700" y="3239900"/>
              <a:ext cx="105386" cy="59566"/>
            </a:xfrm>
            <a:custGeom>
              <a:avLst/>
              <a:gdLst>
                <a:gd name="T0" fmla="*/ 26 w 27"/>
                <a:gd name="T1" fmla="*/ 6 h 15"/>
                <a:gd name="T2" fmla="*/ 14 w 27"/>
                <a:gd name="T3" fmla="*/ 14 h 15"/>
                <a:gd name="T4" fmla="*/ 1 w 27"/>
                <a:gd name="T5" fmla="*/ 9 h 15"/>
                <a:gd name="T6" fmla="*/ 13 w 27"/>
                <a:gd name="T7" fmla="*/ 1 h 15"/>
                <a:gd name="T8" fmla="*/ 26 w 27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26" y="6"/>
                  </a:moveTo>
                  <a:cubicBezTo>
                    <a:pt x="27" y="10"/>
                    <a:pt x="21" y="13"/>
                    <a:pt x="14" y="14"/>
                  </a:cubicBezTo>
                  <a:cubicBezTo>
                    <a:pt x="7" y="15"/>
                    <a:pt x="1" y="13"/>
                    <a:pt x="1" y="9"/>
                  </a:cubicBezTo>
                  <a:cubicBezTo>
                    <a:pt x="0" y="5"/>
                    <a:pt x="6" y="2"/>
                    <a:pt x="13" y="1"/>
                  </a:cubicBezTo>
                  <a:cubicBezTo>
                    <a:pt x="20" y="0"/>
                    <a:pt x="26" y="2"/>
                    <a:pt x="26" y="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1" name="Freeform 637">
              <a:extLst>
                <a:ext uri="{FF2B5EF4-FFF2-40B4-BE49-F238E27FC236}">
                  <a16:creationId xmlns:a16="http://schemas.microsoft.com/office/drawing/2014/main" id="{1C8AC496-8B37-97FD-CD64-3B7E89C13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7278" y="3304048"/>
              <a:ext cx="540672" cy="863700"/>
            </a:xfrm>
            <a:custGeom>
              <a:avLst/>
              <a:gdLst>
                <a:gd name="T0" fmla="*/ 51 w 138"/>
                <a:gd name="T1" fmla="*/ 194 h 220"/>
                <a:gd name="T2" fmla="*/ 123 w 138"/>
                <a:gd name="T3" fmla="*/ 50 h 220"/>
                <a:gd name="T4" fmla="*/ 87 w 138"/>
                <a:gd name="T5" fmla="*/ 24 h 220"/>
                <a:gd name="T6" fmla="*/ 10 w 138"/>
                <a:gd name="T7" fmla="*/ 178 h 220"/>
                <a:gd name="T8" fmla="*/ 51 w 138"/>
                <a:gd name="T9" fmla="*/ 194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20">
                  <a:moveTo>
                    <a:pt x="51" y="194"/>
                  </a:moveTo>
                  <a:cubicBezTo>
                    <a:pt x="70" y="143"/>
                    <a:pt x="94" y="96"/>
                    <a:pt x="123" y="50"/>
                  </a:cubicBezTo>
                  <a:cubicBezTo>
                    <a:pt x="138" y="26"/>
                    <a:pt x="102" y="0"/>
                    <a:pt x="87" y="24"/>
                  </a:cubicBezTo>
                  <a:cubicBezTo>
                    <a:pt x="56" y="73"/>
                    <a:pt x="30" y="124"/>
                    <a:pt x="10" y="178"/>
                  </a:cubicBezTo>
                  <a:cubicBezTo>
                    <a:pt x="0" y="205"/>
                    <a:pt x="41" y="220"/>
                    <a:pt x="51" y="19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2" name="Freeform 638">
              <a:extLst>
                <a:ext uri="{FF2B5EF4-FFF2-40B4-BE49-F238E27FC236}">
                  <a16:creationId xmlns:a16="http://schemas.microsoft.com/office/drawing/2014/main" id="{E8795F52-739A-6946-4D63-B43ED19EF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8417" y="3377361"/>
              <a:ext cx="98513" cy="82475"/>
            </a:xfrm>
            <a:custGeom>
              <a:avLst/>
              <a:gdLst>
                <a:gd name="T0" fmla="*/ 23 w 25"/>
                <a:gd name="T1" fmla="*/ 18 h 21"/>
                <a:gd name="T2" fmla="*/ 9 w 25"/>
                <a:gd name="T3" fmla="*/ 16 h 21"/>
                <a:gd name="T4" fmla="*/ 2 w 25"/>
                <a:gd name="T5" fmla="*/ 3 h 21"/>
                <a:gd name="T6" fmla="*/ 16 w 25"/>
                <a:gd name="T7" fmla="*/ 5 h 21"/>
                <a:gd name="T8" fmla="*/ 23 w 25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1">
                  <a:moveTo>
                    <a:pt x="23" y="18"/>
                  </a:moveTo>
                  <a:cubicBezTo>
                    <a:pt x="21" y="21"/>
                    <a:pt x="15" y="20"/>
                    <a:pt x="9" y="16"/>
                  </a:cubicBezTo>
                  <a:cubicBezTo>
                    <a:pt x="3" y="12"/>
                    <a:pt x="0" y="6"/>
                    <a:pt x="2" y="3"/>
                  </a:cubicBezTo>
                  <a:cubicBezTo>
                    <a:pt x="4" y="0"/>
                    <a:pt x="11" y="1"/>
                    <a:pt x="16" y="5"/>
                  </a:cubicBezTo>
                  <a:cubicBezTo>
                    <a:pt x="22" y="9"/>
                    <a:pt x="25" y="15"/>
                    <a:pt x="23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3" name="Freeform 639">
              <a:extLst>
                <a:ext uri="{FF2B5EF4-FFF2-40B4-BE49-F238E27FC236}">
                  <a16:creationId xmlns:a16="http://schemas.microsoft.com/office/drawing/2014/main" id="{833911F2-D6DE-EE85-3BCC-C535F3B6C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175" y="3464418"/>
              <a:ext cx="279501" cy="797262"/>
            </a:xfrm>
            <a:custGeom>
              <a:avLst/>
              <a:gdLst>
                <a:gd name="T0" fmla="*/ 49 w 71"/>
                <a:gd name="T1" fmla="*/ 176 h 203"/>
                <a:gd name="T2" fmla="*/ 68 w 71"/>
                <a:gd name="T3" fmla="*/ 31 h 203"/>
                <a:gd name="T4" fmla="*/ 24 w 71"/>
                <a:gd name="T5" fmla="*/ 28 h 203"/>
                <a:gd name="T6" fmla="*/ 5 w 71"/>
                <a:gd name="T7" fmla="*/ 173 h 203"/>
                <a:gd name="T8" fmla="*/ 49 w 71"/>
                <a:gd name="T9" fmla="*/ 17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03">
                  <a:moveTo>
                    <a:pt x="49" y="176"/>
                  </a:moveTo>
                  <a:cubicBezTo>
                    <a:pt x="57" y="128"/>
                    <a:pt x="64" y="79"/>
                    <a:pt x="68" y="31"/>
                  </a:cubicBezTo>
                  <a:cubicBezTo>
                    <a:pt x="71" y="2"/>
                    <a:pt x="27" y="0"/>
                    <a:pt x="24" y="28"/>
                  </a:cubicBezTo>
                  <a:cubicBezTo>
                    <a:pt x="20" y="77"/>
                    <a:pt x="13" y="125"/>
                    <a:pt x="5" y="173"/>
                  </a:cubicBezTo>
                  <a:cubicBezTo>
                    <a:pt x="0" y="201"/>
                    <a:pt x="44" y="203"/>
                    <a:pt x="49" y="17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4" name="Freeform 640">
              <a:extLst>
                <a:ext uri="{FF2B5EF4-FFF2-40B4-BE49-F238E27FC236}">
                  <a16:creationId xmlns:a16="http://schemas.microsoft.com/office/drawing/2014/main" id="{A4192CEC-D3AD-0DAE-B2DC-50B000BCC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7343" y="3514819"/>
              <a:ext cx="100803" cy="59566"/>
            </a:xfrm>
            <a:custGeom>
              <a:avLst/>
              <a:gdLst>
                <a:gd name="T0" fmla="*/ 26 w 26"/>
                <a:gd name="T1" fmla="*/ 9 h 15"/>
                <a:gd name="T2" fmla="*/ 12 w 26"/>
                <a:gd name="T3" fmla="*/ 15 h 15"/>
                <a:gd name="T4" fmla="*/ 1 w 26"/>
                <a:gd name="T5" fmla="*/ 6 h 15"/>
                <a:gd name="T6" fmla="*/ 14 w 26"/>
                <a:gd name="T7" fmla="*/ 1 h 15"/>
                <a:gd name="T8" fmla="*/ 26 w 26"/>
                <a:gd name="T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6" y="9"/>
                  </a:moveTo>
                  <a:cubicBezTo>
                    <a:pt x="26" y="13"/>
                    <a:pt x="20" y="15"/>
                    <a:pt x="12" y="15"/>
                  </a:cubicBezTo>
                  <a:cubicBezTo>
                    <a:pt x="5" y="14"/>
                    <a:pt x="0" y="10"/>
                    <a:pt x="1" y="6"/>
                  </a:cubicBezTo>
                  <a:cubicBezTo>
                    <a:pt x="1" y="3"/>
                    <a:pt x="7" y="0"/>
                    <a:pt x="14" y="1"/>
                  </a:cubicBezTo>
                  <a:cubicBezTo>
                    <a:pt x="21" y="2"/>
                    <a:pt x="26" y="6"/>
                    <a:pt x="26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5" name="Freeform 641">
              <a:extLst>
                <a:ext uri="{FF2B5EF4-FFF2-40B4-BE49-F238E27FC236}">
                  <a16:creationId xmlns:a16="http://schemas.microsoft.com/office/drawing/2014/main" id="{B015DBC4-61CB-6778-796B-AAD438A5B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8732" y="3640823"/>
              <a:ext cx="536091" cy="778935"/>
            </a:xfrm>
            <a:custGeom>
              <a:avLst/>
              <a:gdLst>
                <a:gd name="T0" fmla="*/ 48 w 137"/>
                <a:gd name="T1" fmla="*/ 170 h 198"/>
                <a:gd name="T2" fmla="*/ 127 w 137"/>
                <a:gd name="T3" fmla="*/ 42 h 198"/>
                <a:gd name="T4" fmla="*/ 86 w 137"/>
                <a:gd name="T5" fmla="*/ 26 h 198"/>
                <a:gd name="T6" fmla="*/ 7 w 137"/>
                <a:gd name="T7" fmla="*/ 155 h 198"/>
                <a:gd name="T8" fmla="*/ 48 w 137"/>
                <a:gd name="T9" fmla="*/ 17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98">
                  <a:moveTo>
                    <a:pt x="48" y="170"/>
                  </a:moveTo>
                  <a:cubicBezTo>
                    <a:pt x="61" y="121"/>
                    <a:pt x="110" y="90"/>
                    <a:pt x="127" y="42"/>
                  </a:cubicBezTo>
                  <a:cubicBezTo>
                    <a:pt x="137" y="15"/>
                    <a:pt x="95" y="0"/>
                    <a:pt x="86" y="26"/>
                  </a:cubicBezTo>
                  <a:cubicBezTo>
                    <a:pt x="68" y="75"/>
                    <a:pt x="20" y="104"/>
                    <a:pt x="7" y="155"/>
                  </a:cubicBezTo>
                  <a:cubicBezTo>
                    <a:pt x="0" y="182"/>
                    <a:pt x="41" y="198"/>
                    <a:pt x="48" y="17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6" name="Freeform 642">
              <a:extLst>
                <a:ext uri="{FF2B5EF4-FFF2-40B4-BE49-F238E27FC236}">
                  <a16:creationId xmlns:a16="http://schemas.microsoft.com/office/drawing/2014/main" id="{C17CC29B-1290-334C-3239-3BA863257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5908" y="3700388"/>
              <a:ext cx="103096" cy="71020"/>
            </a:xfrm>
            <a:custGeom>
              <a:avLst/>
              <a:gdLst>
                <a:gd name="T0" fmla="*/ 25 w 26"/>
                <a:gd name="T1" fmla="*/ 13 h 18"/>
                <a:gd name="T2" fmla="*/ 11 w 26"/>
                <a:gd name="T3" fmla="*/ 15 h 18"/>
                <a:gd name="T4" fmla="*/ 1 w 26"/>
                <a:gd name="T5" fmla="*/ 5 h 18"/>
                <a:gd name="T6" fmla="*/ 15 w 26"/>
                <a:gd name="T7" fmla="*/ 3 h 18"/>
                <a:gd name="T8" fmla="*/ 25 w 26"/>
                <a:gd name="T9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25" y="13"/>
                  </a:moveTo>
                  <a:cubicBezTo>
                    <a:pt x="24" y="17"/>
                    <a:pt x="17" y="18"/>
                    <a:pt x="11" y="15"/>
                  </a:cubicBezTo>
                  <a:cubicBezTo>
                    <a:pt x="4" y="13"/>
                    <a:pt x="0" y="8"/>
                    <a:pt x="1" y="5"/>
                  </a:cubicBezTo>
                  <a:cubicBezTo>
                    <a:pt x="2" y="1"/>
                    <a:pt x="9" y="0"/>
                    <a:pt x="15" y="3"/>
                  </a:cubicBezTo>
                  <a:cubicBezTo>
                    <a:pt x="22" y="5"/>
                    <a:pt x="26" y="10"/>
                    <a:pt x="25" y="1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7" name="Freeform 643">
              <a:extLst>
                <a:ext uri="{FF2B5EF4-FFF2-40B4-BE49-F238E27FC236}">
                  <a16:creationId xmlns:a16="http://schemas.microsoft.com/office/drawing/2014/main" id="{82F18E60-2B49-581C-52C3-920A150EC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2425" y="3400269"/>
              <a:ext cx="238262" cy="794971"/>
            </a:xfrm>
            <a:custGeom>
              <a:avLst/>
              <a:gdLst>
                <a:gd name="T0" fmla="*/ 48 w 61"/>
                <a:gd name="T1" fmla="*/ 168 h 202"/>
                <a:gd name="T2" fmla="*/ 56 w 61"/>
                <a:gd name="T3" fmla="*/ 34 h 202"/>
                <a:gd name="T4" fmla="*/ 12 w 61"/>
                <a:gd name="T5" fmla="*/ 28 h 202"/>
                <a:gd name="T6" fmla="*/ 4 w 61"/>
                <a:gd name="T7" fmla="*/ 174 h 202"/>
                <a:gd name="T8" fmla="*/ 48 w 61"/>
                <a:gd name="T9" fmla="*/ 16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202">
                  <a:moveTo>
                    <a:pt x="48" y="168"/>
                  </a:moveTo>
                  <a:cubicBezTo>
                    <a:pt x="44" y="123"/>
                    <a:pt x="47" y="78"/>
                    <a:pt x="56" y="34"/>
                  </a:cubicBezTo>
                  <a:cubicBezTo>
                    <a:pt x="61" y="6"/>
                    <a:pt x="17" y="0"/>
                    <a:pt x="12" y="28"/>
                  </a:cubicBezTo>
                  <a:cubicBezTo>
                    <a:pt x="2" y="76"/>
                    <a:pt x="0" y="125"/>
                    <a:pt x="4" y="174"/>
                  </a:cubicBezTo>
                  <a:cubicBezTo>
                    <a:pt x="6" y="202"/>
                    <a:pt x="50" y="196"/>
                    <a:pt x="48" y="16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8" name="Freeform 644">
              <a:extLst>
                <a:ext uri="{FF2B5EF4-FFF2-40B4-BE49-F238E27FC236}">
                  <a16:creationId xmlns:a16="http://schemas.microsoft.com/office/drawing/2014/main" id="{C3666C09-760C-1230-D1A6-C148EBD11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4900" y="3455254"/>
              <a:ext cx="105386" cy="64147"/>
            </a:xfrm>
            <a:custGeom>
              <a:avLst/>
              <a:gdLst>
                <a:gd name="T0" fmla="*/ 26 w 27"/>
                <a:gd name="T1" fmla="*/ 10 h 16"/>
                <a:gd name="T2" fmla="*/ 12 w 27"/>
                <a:gd name="T3" fmla="*/ 15 h 16"/>
                <a:gd name="T4" fmla="*/ 1 w 27"/>
                <a:gd name="T5" fmla="*/ 6 h 16"/>
                <a:gd name="T6" fmla="*/ 15 w 27"/>
                <a:gd name="T7" fmla="*/ 1 h 16"/>
                <a:gd name="T8" fmla="*/ 26 w 27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26" y="10"/>
                  </a:moveTo>
                  <a:cubicBezTo>
                    <a:pt x="25" y="14"/>
                    <a:pt x="19" y="16"/>
                    <a:pt x="12" y="15"/>
                  </a:cubicBezTo>
                  <a:cubicBezTo>
                    <a:pt x="5" y="13"/>
                    <a:pt x="0" y="9"/>
                    <a:pt x="1" y="6"/>
                  </a:cubicBezTo>
                  <a:cubicBezTo>
                    <a:pt x="2" y="2"/>
                    <a:pt x="8" y="0"/>
                    <a:pt x="15" y="1"/>
                  </a:cubicBezTo>
                  <a:cubicBezTo>
                    <a:pt x="22" y="3"/>
                    <a:pt x="27" y="7"/>
                    <a:pt x="26" y="1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9" name="Freeform 645">
              <a:extLst>
                <a:ext uri="{FF2B5EF4-FFF2-40B4-BE49-F238E27FC236}">
                  <a16:creationId xmlns:a16="http://schemas.microsoft.com/office/drawing/2014/main" id="{9743E203-9043-5C31-DC16-65DBD8318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4649" y="3498781"/>
              <a:ext cx="467361" cy="865992"/>
            </a:xfrm>
            <a:custGeom>
              <a:avLst/>
              <a:gdLst>
                <a:gd name="T0" fmla="*/ 50 w 119"/>
                <a:gd name="T1" fmla="*/ 193 h 220"/>
                <a:gd name="T2" fmla="*/ 107 w 119"/>
                <a:gd name="T3" fmla="*/ 42 h 220"/>
                <a:gd name="T4" fmla="*/ 66 w 119"/>
                <a:gd name="T5" fmla="*/ 26 h 220"/>
                <a:gd name="T6" fmla="*/ 9 w 119"/>
                <a:gd name="T7" fmla="*/ 178 h 220"/>
                <a:gd name="T8" fmla="*/ 50 w 119"/>
                <a:gd name="T9" fmla="*/ 19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220">
                  <a:moveTo>
                    <a:pt x="50" y="193"/>
                  </a:moveTo>
                  <a:cubicBezTo>
                    <a:pt x="66" y="141"/>
                    <a:pt x="85" y="91"/>
                    <a:pt x="107" y="42"/>
                  </a:cubicBezTo>
                  <a:cubicBezTo>
                    <a:pt x="119" y="16"/>
                    <a:pt x="78" y="0"/>
                    <a:pt x="66" y="26"/>
                  </a:cubicBezTo>
                  <a:cubicBezTo>
                    <a:pt x="44" y="75"/>
                    <a:pt x="24" y="126"/>
                    <a:pt x="9" y="178"/>
                  </a:cubicBezTo>
                  <a:cubicBezTo>
                    <a:pt x="0" y="205"/>
                    <a:pt x="42" y="220"/>
                    <a:pt x="50" y="19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0" name="Freeform 646">
              <a:extLst>
                <a:ext uri="{FF2B5EF4-FFF2-40B4-BE49-F238E27FC236}">
                  <a16:creationId xmlns:a16="http://schemas.microsoft.com/office/drawing/2014/main" id="{924F1FE0-8072-6DEE-144B-5B4EE9C92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641" y="3565221"/>
              <a:ext cx="105386" cy="71020"/>
            </a:xfrm>
            <a:custGeom>
              <a:avLst/>
              <a:gdLst>
                <a:gd name="T0" fmla="*/ 25 w 27"/>
                <a:gd name="T1" fmla="*/ 14 h 18"/>
                <a:gd name="T2" fmla="*/ 11 w 27"/>
                <a:gd name="T3" fmla="*/ 15 h 18"/>
                <a:gd name="T4" fmla="*/ 1 w 27"/>
                <a:gd name="T5" fmla="*/ 3 h 18"/>
                <a:gd name="T6" fmla="*/ 16 w 27"/>
                <a:gd name="T7" fmla="*/ 2 h 18"/>
                <a:gd name="T8" fmla="*/ 25 w 27"/>
                <a:gd name="T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8">
                  <a:moveTo>
                    <a:pt x="25" y="14"/>
                  </a:moveTo>
                  <a:cubicBezTo>
                    <a:pt x="24" y="17"/>
                    <a:pt x="17" y="18"/>
                    <a:pt x="11" y="15"/>
                  </a:cubicBezTo>
                  <a:cubicBezTo>
                    <a:pt x="4" y="12"/>
                    <a:pt x="0" y="7"/>
                    <a:pt x="1" y="3"/>
                  </a:cubicBezTo>
                  <a:cubicBezTo>
                    <a:pt x="3" y="0"/>
                    <a:pt x="9" y="0"/>
                    <a:pt x="16" y="2"/>
                  </a:cubicBezTo>
                  <a:cubicBezTo>
                    <a:pt x="22" y="5"/>
                    <a:pt x="27" y="10"/>
                    <a:pt x="25" y="1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1" name="Freeform 647">
              <a:extLst>
                <a:ext uri="{FF2B5EF4-FFF2-40B4-BE49-F238E27FC236}">
                  <a16:creationId xmlns:a16="http://schemas.microsoft.com/office/drawing/2014/main" id="{B7484284-5B21-F83C-C103-890EF6F73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3780" y="3727879"/>
              <a:ext cx="572746" cy="584200"/>
            </a:xfrm>
            <a:custGeom>
              <a:avLst/>
              <a:gdLst>
                <a:gd name="T0" fmla="*/ 50 w 146"/>
                <a:gd name="T1" fmla="*/ 124 h 149"/>
                <a:gd name="T2" fmla="*/ 122 w 146"/>
                <a:gd name="T3" fmla="*/ 49 h 149"/>
                <a:gd name="T4" fmla="*/ 94 w 146"/>
                <a:gd name="T5" fmla="*/ 15 h 149"/>
                <a:gd name="T6" fmla="*/ 14 w 146"/>
                <a:gd name="T7" fmla="*/ 98 h 149"/>
                <a:gd name="T8" fmla="*/ 50 w 146"/>
                <a:gd name="T9" fmla="*/ 12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49">
                  <a:moveTo>
                    <a:pt x="50" y="124"/>
                  </a:moveTo>
                  <a:cubicBezTo>
                    <a:pt x="68" y="93"/>
                    <a:pt x="92" y="68"/>
                    <a:pt x="122" y="49"/>
                  </a:cubicBezTo>
                  <a:cubicBezTo>
                    <a:pt x="146" y="34"/>
                    <a:pt x="118" y="0"/>
                    <a:pt x="94" y="15"/>
                  </a:cubicBezTo>
                  <a:cubicBezTo>
                    <a:pt x="61" y="36"/>
                    <a:pt x="34" y="64"/>
                    <a:pt x="14" y="98"/>
                  </a:cubicBezTo>
                  <a:cubicBezTo>
                    <a:pt x="0" y="123"/>
                    <a:pt x="36" y="149"/>
                    <a:pt x="50" y="1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2" name="Freeform 648">
              <a:extLst>
                <a:ext uri="{FF2B5EF4-FFF2-40B4-BE49-F238E27FC236}">
                  <a16:creationId xmlns:a16="http://schemas.microsoft.com/office/drawing/2014/main" id="{8C09C154-1CB4-0398-C988-B4537F5E1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032" y="3789736"/>
              <a:ext cx="87057" cy="98512"/>
            </a:xfrm>
            <a:custGeom>
              <a:avLst/>
              <a:gdLst>
                <a:gd name="T0" fmla="*/ 19 w 22"/>
                <a:gd name="T1" fmla="*/ 22 h 25"/>
                <a:gd name="T2" fmla="*/ 5 w 22"/>
                <a:gd name="T3" fmla="*/ 17 h 25"/>
                <a:gd name="T4" fmla="*/ 2 w 22"/>
                <a:gd name="T5" fmla="*/ 3 h 25"/>
                <a:gd name="T6" fmla="*/ 16 w 22"/>
                <a:gd name="T7" fmla="*/ 8 h 25"/>
                <a:gd name="T8" fmla="*/ 19 w 22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5">
                  <a:moveTo>
                    <a:pt x="19" y="22"/>
                  </a:moveTo>
                  <a:cubicBezTo>
                    <a:pt x="16" y="25"/>
                    <a:pt x="10" y="22"/>
                    <a:pt x="5" y="17"/>
                  </a:cubicBezTo>
                  <a:cubicBezTo>
                    <a:pt x="1" y="11"/>
                    <a:pt x="0" y="5"/>
                    <a:pt x="2" y="3"/>
                  </a:cubicBezTo>
                  <a:cubicBezTo>
                    <a:pt x="5" y="0"/>
                    <a:pt x="11" y="3"/>
                    <a:pt x="16" y="8"/>
                  </a:cubicBezTo>
                  <a:cubicBezTo>
                    <a:pt x="20" y="14"/>
                    <a:pt x="22" y="20"/>
                    <a:pt x="19" y="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3" name="Freeform 656">
              <a:extLst>
                <a:ext uri="{FF2B5EF4-FFF2-40B4-BE49-F238E27FC236}">
                  <a16:creationId xmlns:a16="http://schemas.microsoft.com/office/drawing/2014/main" id="{E985CC8B-0270-1577-2387-608B3B302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2574" y="651091"/>
              <a:ext cx="286374" cy="132877"/>
            </a:xfrm>
            <a:custGeom>
              <a:avLst/>
              <a:gdLst>
                <a:gd name="T0" fmla="*/ 73 w 73"/>
                <a:gd name="T1" fmla="*/ 9 h 34"/>
                <a:gd name="T2" fmla="*/ 60 w 73"/>
                <a:gd name="T3" fmla="*/ 16 h 34"/>
                <a:gd name="T4" fmla="*/ 0 w 73"/>
                <a:gd name="T5" fmla="*/ 17 h 34"/>
                <a:gd name="T6" fmla="*/ 61 w 73"/>
                <a:gd name="T7" fmla="*/ 18 h 34"/>
                <a:gd name="T8" fmla="*/ 73 w 73"/>
                <a:gd name="T9" fmla="*/ 25 h 34"/>
                <a:gd name="T10" fmla="*/ 73 w 73"/>
                <a:gd name="T11" fmla="*/ 9 h 34"/>
                <a:gd name="T12" fmla="*/ 15 w 73"/>
                <a:gd name="T13" fmla="*/ 17 h 34"/>
                <a:gd name="T14" fmla="*/ 12 w 73"/>
                <a:gd name="T15" fmla="*/ 15 h 34"/>
                <a:gd name="T16" fmla="*/ 15 w 73"/>
                <a:gd name="T17" fmla="*/ 13 h 34"/>
                <a:gd name="T18" fmla="*/ 17 w 73"/>
                <a:gd name="T19" fmla="*/ 15 h 34"/>
                <a:gd name="T20" fmla="*/ 15 w 73"/>
                <a:gd name="T21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" h="34">
                  <a:moveTo>
                    <a:pt x="73" y="9"/>
                  </a:moveTo>
                  <a:cubicBezTo>
                    <a:pt x="60" y="16"/>
                    <a:pt x="60" y="16"/>
                    <a:pt x="60" y="16"/>
                  </a:cubicBezTo>
                  <a:cubicBezTo>
                    <a:pt x="44" y="0"/>
                    <a:pt x="17" y="1"/>
                    <a:pt x="0" y="17"/>
                  </a:cubicBezTo>
                  <a:cubicBezTo>
                    <a:pt x="17" y="34"/>
                    <a:pt x="44" y="34"/>
                    <a:pt x="61" y="18"/>
                  </a:cubicBezTo>
                  <a:cubicBezTo>
                    <a:pt x="73" y="25"/>
                    <a:pt x="73" y="25"/>
                    <a:pt x="73" y="25"/>
                  </a:cubicBezTo>
                  <a:lnTo>
                    <a:pt x="73" y="9"/>
                  </a:lnTo>
                  <a:close/>
                  <a:moveTo>
                    <a:pt x="15" y="17"/>
                  </a:moveTo>
                  <a:cubicBezTo>
                    <a:pt x="13" y="17"/>
                    <a:pt x="12" y="16"/>
                    <a:pt x="12" y="15"/>
                  </a:cubicBezTo>
                  <a:cubicBezTo>
                    <a:pt x="12" y="14"/>
                    <a:pt x="13" y="13"/>
                    <a:pt x="15" y="13"/>
                  </a:cubicBezTo>
                  <a:cubicBezTo>
                    <a:pt x="16" y="13"/>
                    <a:pt x="17" y="14"/>
                    <a:pt x="17" y="15"/>
                  </a:cubicBezTo>
                  <a:cubicBezTo>
                    <a:pt x="17" y="16"/>
                    <a:pt x="16" y="17"/>
                    <a:pt x="15" y="1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4" name="Freeform 659">
              <a:extLst>
                <a:ext uri="{FF2B5EF4-FFF2-40B4-BE49-F238E27FC236}">
                  <a16:creationId xmlns:a16="http://schemas.microsoft.com/office/drawing/2014/main" id="{B109E53E-04F0-84BF-DED3-D9E8048E00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6654" y="2344126"/>
              <a:ext cx="437578" cy="201606"/>
            </a:xfrm>
            <a:custGeom>
              <a:avLst/>
              <a:gdLst>
                <a:gd name="T0" fmla="*/ 112 w 112"/>
                <a:gd name="T1" fmla="*/ 13 h 51"/>
                <a:gd name="T2" fmla="*/ 93 w 112"/>
                <a:gd name="T3" fmla="*/ 24 h 51"/>
                <a:gd name="T4" fmla="*/ 0 w 112"/>
                <a:gd name="T5" fmla="*/ 26 h 51"/>
                <a:gd name="T6" fmla="*/ 93 w 112"/>
                <a:gd name="T7" fmla="*/ 27 h 51"/>
                <a:gd name="T8" fmla="*/ 112 w 112"/>
                <a:gd name="T9" fmla="*/ 38 h 51"/>
                <a:gd name="T10" fmla="*/ 112 w 112"/>
                <a:gd name="T11" fmla="*/ 13 h 51"/>
                <a:gd name="T12" fmla="*/ 22 w 112"/>
                <a:gd name="T13" fmla="*/ 26 h 51"/>
                <a:gd name="T14" fmla="*/ 18 w 112"/>
                <a:gd name="T15" fmla="*/ 22 h 51"/>
                <a:gd name="T16" fmla="*/ 22 w 112"/>
                <a:gd name="T17" fmla="*/ 18 h 51"/>
                <a:gd name="T18" fmla="*/ 26 w 112"/>
                <a:gd name="T19" fmla="*/ 22 h 51"/>
                <a:gd name="T20" fmla="*/ 22 w 112"/>
                <a:gd name="T21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51">
                  <a:moveTo>
                    <a:pt x="112" y="13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67" y="0"/>
                    <a:pt x="26" y="0"/>
                    <a:pt x="0" y="26"/>
                  </a:cubicBezTo>
                  <a:cubicBezTo>
                    <a:pt x="26" y="51"/>
                    <a:pt x="67" y="51"/>
                    <a:pt x="93" y="27"/>
                  </a:cubicBezTo>
                  <a:cubicBezTo>
                    <a:pt x="112" y="38"/>
                    <a:pt x="112" y="38"/>
                    <a:pt x="112" y="38"/>
                  </a:cubicBezTo>
                  <a:lnTo>
                    <a:pt x="112" y="13"/>
                  </a:lnTo>
                  <a:close/>
                  <a:moveTo>
                    <a:pt x="22" y="26"/>
                  </a:moveTo>
                  <a:cubicBezTo>
                    <a:pt x="20" y="26"/>
                    <a:pt x="18" y="24"/>
                    <a:pt x="18" y="22"/>
                  </a:cubicBezTo>
                  <a:cubicBezTo>
                    <a:pt x="18" y="20"/>
                    <a:pt x="20" y="18"/>
                    <a:pt x="22" y="18"/>
                  </a:cubicBezTo>
                  <a:cubicBezTo>
                    <a:pt x="24" y="18"/>
                    <a:pt x="26" y="20"/>
                    <a:pt x="26" y="22"/>
                  </a:cubicBezTo>
                  <a:cubicBezTo>
                    <a:pt x="26" y="24"/>
                    <a:pt x="24" y="26"/>
                    <a:pt x="22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5" name="Freeform 660">
              <a:extLst>
                <a:ext uri="{FF2B5EF4-FFF2-40B4-BE49-F238E27FC236}">
                  <a16:creationId xmlns:a16="http://schemas.microsoft.com/office/drawing/2014/main" id="{598FC58D-9F18-E743-3570-BA0B5EF5F8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7722" y="726692"/>
              <a:ext cx="439869" cy="199314"/>
            </a:xfrm>
            <a:custGeom>
              <a:avLst/>
              <a:gdLst>
                <a:gd name="T0" fmla="*/ 112 w 112"/>
                <a:gd name="T1" fmla="*/ 13 h 51"/>
                <a:gd name="T2" fmla="*/ 93 w 112"/>
                <a:gd name="T3" fmla="*/ 24 h 51"/>
                <a:gd name="T4" fmla="*/ 0 w 112"/>
                <a:gd name="T5" fmla="*/ 26 h 51"/>
                <a:gd name="T6" fmla="*/ 93 w 112"/>
                <a:gd name="T7" fmla="*/ 27 h 51"/>
                <a:gd name="T8" fmla="*/ 112 w 112"/>
                <a:gd name="T9" fmla="*/ 38 h 51"/>
                <a:gd name="T10" fmla="*/ 112 w 112"/>
                <a:gd name="T11" fmla="*/ 13 h 51"/>
                <a:gd name="T12" fmla="*/ 22 w 112"/>
                <a:gd name="T13" fmla="*/ 26 h 51"/>
                <a:gd name="T14" fmla="*/ 18 w 112"/>
                <a:gd name="T15" fmla="*/ 22 h 51"/>
                <a:gd name="T16" fmla="*/ 22 w 112"/>
                <a:gd name="T17" fmla="*/ 18 h 51"/>
                <a:gd name="T18" fmla="*/ 26 w 112"/>
                <a:gd name="T19" fmla="*/ 22 h 51"/>
                <a:gd name="T20" fmla="*/ 22 w 112"/>
                <a:gd name="T21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51">
                  <a:moveTo>
                    <a:pt x="112" y="13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67" y="0"/>
                    <a:pt x="26" y="0"/>
                    <a:pt x="0" y="26"/>
                  </a:cubicBezTo>
                  <a:cubicBezTo>
                    <a:pt x="26" y="51"/>
                    <a:pt x="67" y="51"/>
                    <a:pt x="93" y="27"/>
                  </a:cubicBezTo>
                  <a:cubicBezTo>
                    <a:pt x="112" y="38"/>
                    <a:pt x="112" y="38"/>
                    <a:pt x="112" y="38"/>
                  </a:cubicBezTo>
                  <a:lnTo>
                    <a:pt x="112" y="13"/>
                  </a:lnTo>
                  <a:close/>
                  <a:moveTo>
                    <a:pt x="22" y="26"/>
                  </a:moveTo>
                  <a:cubicBezTo>
                    <a:pt x="20" y="26"/>
                    <a:pt x="18" y="24"/>
                    <a:pt x="18" y="22"/>
                  </a:cubicBezTo>
                  <a:cubicBezTo>
                    <a:pt x="18" y="20"/>
                    <a:pt x="20" y="18"/>
                    <a:pt x="22" y="18"/>
                  </a:cubicBezTo>
                  <a:cubicBezTo>
                    <a:pt x="24" y="18"/>
                    <a:pt x="26" y="20"/>
                    <a:pt x="26" y="22"/>
                  </a:cubicBezTo>
                  <a:cubicBezTo>
                    <a:pt x="26" y="24"/>
                    <a:pt x="24" y="26"/>
                    <a:pt x="22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87B3C59-DB78-F6FC-7FFA-C51608DE5268}"/>
                </a:ext>
              </a:extLst>
            </p:cNvPr>
            <p:cNvGrpSpPr/>
            <p:nvPr/>
          </p:nvGrpSpPr>
          <p:grpSpPr>
            <a:xfrm>
              <a:off x="9024862" y="2651130"/>
              <a:ext cx="1200476" cy="1749220"/>
              <a:chOff x="7478449" y="759235"/>
              <a:chExt cx="1200476" cy="1749220"/>
            </a:xfrm>
          </p:grpSpPr>
          <p:sp>
            <p:nvSpPr>
              <p:cNvPr id="196" name="Freeform 464">
                <a:extLst>
                  <a:ext uri="{FF2B5EF4-FFF2-40B4-BE49-F238E27FC236}">
                    <a16:creationId xmlns:a16="http://schemas.microsoft.com/office/drawing/2014/main" id="{24899E4E-0329-1F0D-927D-875BC9976F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1912" y="1204884"/>
                <a:ext cx="316156" cy="714787"/>
              </a:xfrm>
              <a:custGeom>
                <a:avLst/>
                <a:gdLst>
                  <a:gd name="T0" fmla="*/ 76 w 81"/>
                  <a:gd name="T1" fmla="*/ 182 h 182"/>
                  <a:gd name="T2" fmla="*/ 66 w 81"/>
                  <a:gd name="T3" fmla="*/ 117 h 182"/>
                  <a:gd name="T4" fmla="*/ 46 w 81"/>
                  <a:gd name="T5" fmla="*/ 85 h 182"/>
                  <a:gd name="T6" fmla="*/ 39 w 81"/>
                  <a:gd name="T7" fmla="*/ 36 h 182"/>
                  <a:gd name="T8" fmla="*/ 0 w 81"/>
                  <a:gd name="T9" fmla="*/ 0 h 182"/>
                  <a:gd name="T10" fmla="*/ 11 w 81"/>
                  <a:gd name="T11" fmla="*/ 40 h 182"/>
                  <a:gd name="T12" fmla="*/ 7 w 81"/>
                  <a:gd name="T13" fmla="*/ 84 h 182"/>
                  <a:gd name="T14" fmla="*/ 73 w 81"/>
                  <a:gd name="T15" fmla="*/ 167 h 182"/>
                  <a:gd name="T16" fmla="*/ 76 w 81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182">
                    <a:moveTo>
                      <a:pt x="76" y="182"/>
                    </a:moveTo>
                    <a:cubicBezTo>
                      <a:pt x="81" y="160"/>
                      <a:pt x="77" y="136"/>
                      <a:pt x="66" y="117"/>
                    </a:cubicBezTo>
                    <a:cubicBezTo>
                      <a:pt x="59" y="106"/>
                      <a:pt x="50" y="97"/>
                      <a:pt x="46" y="85"/>
                    </a:cubicBezTo>
                    <a:cubicBezTo>
                      <a:pt x="41" y="69"/>
                      <a:pt x="45" y="51"/>
                      <a:pt x="39" y="36"/>
                    </a:cubicBezTo>
                    <a:cubicBezTo>
                      <a:pt x="32" y="18"/>
                      <a:pt x="16" y="9"/>
                      <a:pt x="0" y="0"/>
                    </a:cubicBezTo>
                    <a:cubicBezTo>
                      <a:pt x="12" y="9"/>
                      <a:pt x="13" y="26"/>
                      <a:pt x="11" y="40"/>
                    </a:cubicBezTo>
                    <a:cubicBezTo>
                      <a:pt x="9" y="55"/>
                      <a:pt x="5" y="69"/>
                      <a:pt x="7" y="84"/>
                    </a:cubicBezTo>
                    <a:cubicBezTo>
                      <a:pt x="14" y="119"/>
                      <a:pt x="60" y="133"/>
                      <a:pt x="73" y="167"/>
                    </a:cubicBezTo>
                    <a:cubicBezTo>
                      <a:pt x="75" y="173"/>
                      <a:pt x="75" y="176"/>
                      <a:pt x="76" y="18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7" name="Freeform 465">
                <a:extLst>
                  <a:ext uri="{FF2B5EF4-FFF2-40B4-BE49-F238E27FC236}">
                    <a16:creationId xmlns:a16="http://schemas.microsoft.com/office/drawing/2014/main" id="{5CFEFDA0-1673-82F0-F7BF-9FA1AE405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9740" y="1431693"/>
                <a:ext cx="318447" cy="451323"/>
              </a:xfrm>
              <a:custGeom>
                <a:avLst/>
                <a:gdLst>
                  <a:gd name="T0" fmla="*/ 24 w 81"/>
                  <a:gd name="T1" fmla="*/ 64 h 115"/>
                  <a:gd name="T2" fmla="*/ 81 w 81"/>
                  <a:gd name="T3" fmla="*/ 0 h 115"/>
                  <a:gd name="T4" fmla="*/ 69 w 81"/>
                  <a:gd name="T5" fmla="*/ 46 h 115"/>
                  <a:gd name="T6" fmla="*/ 0 w 81"/>
                  <a:gd name="T7" fmla="*/ 115 h 115"/>
                  <a:gd name="T8" fmla="*/ 9 w 81"/>
                  <a:gd name="T9" fmla="*/ 94 h 115"/>
                  <a:gd name="T10" fmla="*/ 24 w 81"/>
                  <a:gd name="T11" fmla="*/ 64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115">
                    <a:moveTo>
                      <a:pt x="24" y="64"/>
                    </a:moveTo>
                    <a:cubicBezTo>
                      <a:pt x="38" y="39"/>
                      <a:pt x="60" y="19"/>
                      <a:pt x="81" y="0"/>
                    </a:cubicBezTo>
                    <a:cubicBezTo>
                      <a:pt x="75" y="15"/>
                      <a:pt x="74" y="31"/>
                      <a:pt x="69" y="46"/>
                    </a:cubicBezTo>
                    <a:cubicBezTo>
                      <a:pt x="60" y="74"/>
                      <a:pt x="0" y="115"/>
                      <a:pt x="0" y="115"/>
                    </a:cubicBezTo>
                    <a:cubicBezTo>
                      <a:pt x="0" y="115"/>
                      <a:pt x="6" y="100"/>
                      <a:pt x="9" y="94"/>
                    </a:cubicBezTo>
                    <a:cubicBezTo>
                      <a:pt x="15" y="84"/>
                      <a:pt x="19" y="74"/>
                      <a:pt x="24" y="6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8" name="Freeform 466">
                <a:extLst>
                  <a:ext uri="{FF2B5EF4-FFF2-40B4-BE49-F238E27FC236}">
                    <a16:creationId xmlns:a16="http://schemas.microsoft.com/office/drawing/2014/main" id="{A175D748-1B29-BEB6-BB43-8DF291EB1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5776" y="1239250"/>
                <a:ext cx="398631" cy="274917"/>
              </a:xfrm>
              <a:custGeom>
                <a:avLst/>
                <a:gdLst>
                  <a:gd name="T0" fmla="*/ 0 w 102"/>
                  <a:gd name="T1" fmla="*/ 70 h 70"/>
                  <a:gd name="T2" fmla="*/ 11 w 102"/>
                  <a:gd name="T3" fmla="*/ 61 h 70"/>
                  <a:gd name="T4" fmla="*/ 75 w 102"/>
                  <a:gd name="T5" fmla="*/ 3 h 70"/>
                  <a:gd name="T6" fmla="*/ 102 w 102"/>
                  <a:gd name="T7" fmla="*/ 0 h 70"/>
                  <a:gd name="T8" fmla="*/ 83 w 102"/>
                  <a:gd name="T9" fmla="*/ 21 h 70"/>
                  <a:gd name="T10" fmla="*/ 69 w 102"/>
                  <a:gd name="T11" fmla="*/ 48 h 70"/>
                  <a:gd name="T12" fmla="*/ 31 w 102"/>
                  <a:gd name="T13" fmla="*/ 64 h 70"/>
                  <a:gd name="T14" fmla="*/ 0 w 102"/>
                  <a:gd name="T15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" h="70">
                    <a:moveTo>
                      <a:pt x="0" y="70"/>
                    </a:moveTo>
                    <a:cubicBezTo>
                      <a:pt x="1" y="65"/>
                      <a:pt x="7" y="63"/>
                      <a:pt x="11" y="61"/>
                    </a:cubicBezTo>
                    <a:cubicBezTo>
                      <a:pt x="38" y="51"/>
                      <a:pt x="48" y="14"/>
                      <a:pt x="75" y="3"/>
                    </a:cubicBezTo>
                    <a:cubicBezTo>
                      <a:pt x="83" y="0"/>
                      <a:pt x="93" y="0"/>
                      <a:pt x="102" y="0"/>
                    </a:cubicBezTo>
                    <a:cubicBezTo>
                      <a:pt x="92" y="4"/>
                      <a:pt x="87" y="12"/>
                      <a:pt x="83" y="21"/>
                    </a:cubicBezTo>
                    <a:cubicBezTo>
                      <a:pt x="79" y="30"/>
                      <a:pt x="76" y="40"/>
                      <a:pt x="69" y="48"/>
                    </a:cubicBezTo>
                    <a:cubicBezTo>
                      <a:pt x="59" y="58"/>
                      <a:pt x="44" y="62"/>
                      <a:pt x="31" y="64"/>
                    </a:cubicBezTo>
                    <a:cubicBezTo>
                      <a:pt x="20" y="66"/>
                      <a:pt x="10" y="68"/>
                      <a:pt x="0" y="7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9" name="Freeform 467">
                <a:extLst>
                  <a:ext uri="{FF2B5EF4-FFF2-40B4-BE49-F238E27FC236}">
                    <a16:creationId xmlns:a16="http://schemas.microsoft.com/office/drawing/2014/main" id="{8DBC2319-20B5-056F-A05D-18CB3E295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2683" y="1000988"/>
                <a:ext cx="126004" cy="497142"/>
              </a:xfrm>
              <a:custGeom>
                <a:avLst/>
                <a:gdLst>
                  <a:gd name="T0" fmla="*/ 26 w 32"/>
                  <a:gd name="T1" fmla="*/ 127 h 127"/>
                  <a:gd name="T2" fmla="*/ 18 w 32"/>
                  <a:gd name="T3" fmla="*/ 95 h 127"/>
                  <a:gd name="T4" fmla="*/ 1 w 32"/>
                  <a:gd name="T5" fmla="*/ 62 h 127"/>
                  <a:gd name="T6" fmla="*/ 3 w 32"/>
                  <a:gd name="T7" fmla="*/ 43 h 127"/>
                  <a:gd name="T8" fmla="*/ 10 w 32"/>
                  <a:gd name="T9" fmla="*/ 0 h 127"/>
                  <a:gd name="T10" fmla="*/ 19 w 32"/>
                  <a:gd name="T11" fmla="*/ 43 h 127"/>
                  <a:gd name="T12" fmla="*/ 20 w 32"/>
                  <a:gd name="T13" fmla="*/ 72 h 127"/>
                  <a:gd name="T14" fmla="*/ 29 w 32"/>
                  <a:gd name="T15" fmla="*/ 98 h 127"/>
                  <a:gd name="T16" fmla="*/ 26 w 32"/>
                  <a:gd name="T17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127">
                    <a:moveTo>
                      <a:pt x="26" y="127"/>
                    </a:moveTo>
                    <a:cubicBezTo>
                      <a:pt x="26" y="116"/>
                      <a:pt x="23" y="105"/>
                      <a:pt x="18" y="95"/>
                    </a:cubicBezTo>
                    <a:cubicBezTo>
                      <a:pt x="12" y="84"/>
                      <a:pt x="3" y="75"/>
                      <a:pt x="1" y="62"/>
                    </a:cubicBezTo>
                    <a:cubicBezTo>
                      <a:pt x="0" y="56"/>
                      <a:pt x="1" y="49"/>
                      <a:pt x="3" y="43"/>
                    </a:cubicBezTo>
                    <a:cubicBezTo>
                      <a:pt x="5" y="28"/>
                      <a:pt x="7" y="14"/>
                      <a:pt x="10" y="0"/>
                    </a:cubicBezTo>
                    <a:cubicBezTo>
                      <a:pt x="9" y="7"/>
                      <a:pt x="17" y="28"/>
                      <a:pt x="19" y="43"/>
                    </a:cubicBezTo>
                    <a:cubicBezTo>
                      <a:pt x="21" y="52"/>
                      <a:pt x="18" y="62"/>
                      <a:pt x="20" y="72"/>
                    </a:cubicBezTo>
                    <a:cubicBezTo>
                      <a:pt x="22" y="81"/>
                      <a:pt x="27" y="89"/>
                      <a:pt x="29" y="98"/>
                    </a:cubicBezTo>
                    <a:cubicBezTo>
                      <a:pt x="32" y="109"/>
                      <a:pt x="32" y="117"/>
                      <a:pt x="26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0" name="Freeform 468">
                <a:extLst>
                  <a:ext uri="{FF2B5EF4-FFF2-40B4-BE49-F238E27FC236}">
                    <a16:creationId xmlns:a16="http://schemas.microsoft.com/office/drawing/2014/main" id="{718197A0-4948-FA32-3C84-DA6A1C9A8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4723" y="783343"/>
                <a:ext cx="148914" cy="547545"/>
              </a:xfrm>
              <a:custGeom>
                <a:avLst/>
                <a:gdLst>
                  <a:gd name="T0" fmla="*/ 7 w 38"/>
                  <a:gd name="T1" fmla="*/ 139 h 139"/>
                  <a:gd name="T2" fmla="*/ 11 w 38"/>
                  <a:gd name="T3" fmla="*/ 100 h 139"/>
                  <a:gd name="T4" fmla="*/ 1 w 38"/>
                  <a:gd name="T5" fmla="*/ 70 h 139"/>
                  <a:gd name="T6" fmla="*/ 5 w 38"/>
                  <a:gd name="T7" fmla="*/ 36 h 139"/>
                  <a:gd name="T8" fmla="*/ 15 w 38"/>
                  <a:gd name="T9" fmla="*/ 0 h 139"/>
                  <a:gd name="T10" fmla="*/ 29 w 38"/>
                  <a:gd name="T11" fmla="*/ 39 h 139"/>
                  <a:gd name="T12" fmla="*/ 32 w 38"/>
                  <a:gd name="T13" fmla="*/ 93 h 139"/>
                  <a:gd name="T14" fmla="*/ 7 w 38"/>
                  <a:gd name="T15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139">
                    <a:moveTo>
                      <a:pt x="7" y="139"/>
                    </a:moveTo>
                    <a:cubicBezTo>
                      <a:pt x="13" y="127"/>
                      <a:pt x="14" y="113"/>
                      <a:pt x="11" y="100"/>
                    </a:cubicBezTo>
                    <a:cubicBezTo>
                      <a:pt x="9" y="90"/>
                      <a:pt x="3" y="80"/>
                      <a:pt x="1" y="70"/>
                    </a:cubicBezTo>
                    <a:cubicBezTo>
                      <a:pt x="0" y="59"/>
                      <a:pt x="2" y="47"/>
                      <a:pt x="5" y="36"/>
                    </a:cubicBezTo>
                    <a:cubicBezTo>
                      <a:pt x="8" y="24"/>
                      <a:pt x="12" y="12"/>
                      <a:pt x="15" y="0"/>
                    </a:cubicBezTo>
                    <a:cubicBezTo>
                      <a:pt x="18" y="15"/>
                      <a:pt x="24" y="26"/>
                      <a:pt x="29" y="39"/>
                    </a:cubicBezTo>
                    <a:cubicBezTo>
                      <a:pt x="35" y="56"/>
                      <a:pt x="38" y="76"/>
                      <a:pt x="32" y="93"/>
                    </a:cubicBezTo>
                    <a:cubicBezTo>
                      <a:pt x="26" y="109"/>
                      <a:pt x="13" y="122"/>
                      <a:pt x="7" y="13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1" name="Freeform 469">
                <a:extLst>
                  <a:ext uri="{FF2B5EF4-FFF2-40B4-BE49-F238E27FC236}">
                    <a16:creationId xmlns:a16="http://schemas.microsoft.com/office/drawing/2014/main" id="{108B2E54-2563-90C6-3037-D1C1EB462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0576" y="1880725"/>
                <a:ext cx="423833" cy="215352"/>
              </a:xfrm>
              <a:custGeom>
                <a:avLst/>
                <a:gdLst>
                  <a:gd name="T0" fmla="*/ 0 w 108"/>
                  <a:gd name="T1" fmla="*/ 55 h 55"/>
                  <a:gd name="T2" fmla="*/ 40 w 108"/>
                  <a:gd name="T3" fmla="*/ 23 h 55"/>
                  <a:gd name="T4" fmla="*/ 58 w 108"/>
                  <a:gd name="T5" fmla="*/ 22 h 55"/>
                  <a:gd name="T6" fmla="*/ 108 w 108"/>
                  <a:gd name="T7" fmla="*/ 0 h 55"/>
                  <a:gd name="T8" fmla="*/ 107 w 108"/>
                  <a:gd name="T9" fmla="*/ 16 h 55"/>
                  <a:gd name="T10" fmla="*/ 101 w 108"/>
                  <a:gd name="T11" fmla="*/ 37 h 55"/>
                  <a:gd name="T12" fmla="*/ 91 w 108"/>
                  <a:gd name="T13" fmla="*/ 44 h 55"/>
                  <a:gd name="T14" fmla="*/ 62 w 108"/>
                  <a:gd name="T15" fmla="*/ 51 h 55"/>
                  <a:gd name="T16" fmla="*/ 33 w 108"/>
                  <a:gd name="T17" fmla="*/ 47 h 55"/>
                  <a:gd name="T18" fmla="*/ 0 w 108"/>
                  <a:gd name="T1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55">
                    <a:moveTo>
                      <a:pt x="0" y="55"/>
                    </a:moveTo>
                    <a:cubicBezTo>
                      <a:pt x="11" y="41"/>
                      <a:pt x="23" y="26"/>
                      <a:pt x="40" y="23"/>
                    </a:cubicBezTo>
                    <a:cubicBezTo>
                      <a:pt x="46" y="22"/>
                      <a:pt x="52" y="22"/>
                      <a:pt x="58" y="22"/>
                    </a:cubicBezTo>
                    <a:cubicBezTo>
                      <a:pt x="77" y="21"/>
                      <a:pt x="95" y="13"/>
                      <a:pt x="108" y="0"/>
                    </a:cubicBezTo>
                    <a:cubicBezTo>
                      <a:pt x="107" y="6"/>
                      <a:pt x="108" y="10"/>
                      <a:pt x="107" y="16"/>
                    </a:cubicBezTo>
                    <a:cubicBezTo>
                      <a:pt x="106" y="23"/>
                      <a:pt x="105" y="31"/>
                      <a:pt x="101" y="37"/>
                    </a:cubicBezTo>
                    <a:cubicBezTo>
                      <a:pt x="99" y="40"/>
                      <a:pt x="95" y="42"/>
                      <a:pt x="91" y="44"/>
                    </a:cubicBezTo>
                    <a:cubicBezTo>
                      <a:pt x="83" y="49"/>
                      <a:pt x="72" y="51"/>
                      <a:pt x="62" y="51"/>
                    </a:cubicBezTo>
                    <a:cubicBezTo>
                      <a:pt x="52" y="50"/>
                      <a:pt x="43" y="47"/>
                      <a:pt x="33" y="47"/>
                    </a:cubicBezTo>
                    <a:cubicBezTo>
                      <a:pt x="21" y="46"/>
                      <a:pt x="11" y="51"/>
                      <a:pt x="0" y="5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2" name="Freeform 470">
                <a:extLst>
                  <a:ext uri="{FF2B5EF4-FFF2-40B4-BE49-F238E27FC236}">
                    <a16:creationId xmlns:a16="http://schemas.microsoft.com/office/drawing/2014/main" id="{7A9D3BB5-BB26-8EF5-2A05-5BFA60161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0925" y="1761594"/>
                <a:ext cx="423833" cy="593364"/>
              </a:xfrm>
              <a:custGeom>
                <a:avLst/>
                <a:gdLst>
                  <a:gd name="T0" fmla="*/ 103 w 108"/>
                  <a:gd name="T1" fmla="*/ 151 h 151"/>
                  <a:gd name="T2" fmla="*/ 77 w 108"/>
                  <a:gd name="T3" fmla="*/ 117 h 151"/>
                  <a:gd name="T4" fmla="*/ 41 w 108"/>
                  <a:gd name="T5" fmla="*/ 92 h 151"/>
                  <a:gd name="T6" fmla="*/ 5 w 108"/>
                  <a:gd name="T7" fmla="*/ 0 h 151"/>
                  <a:gd name="T8" fmla="*/ 34 w 108"/>
                  <a:gd name="T9" fmla="*/ 39 h 151"/>
                  <a:gd name="T10" fmla="*/ 75 w 108"/>
                  <a:gd name="T11" fmla="*/ 69 h 151"/>
                  <a:gd name="T12" fmla="*/ 103 w 108"/>
                  <a:gd name="T13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" h="151">
                    <a:moveTo>
                      <a:pt x="103" y="151"/>
                    </a:moveTo>
                    <a:cubicBezTo>
                      <a:pt x="100" y="137"/>
                      <a:pt x="89" y="125"/>
                      <a:pt x="77" y="117"/>
                    </a:cubicBezTo>
                    <a:cubicBezTo>
                      <a:pt x="66" y="108"/>
                      <a:pt x="52" y="101"/>
                      <a:pt x="41" y="92"/>
                    </a:cubicBezTo>
                    <a:cubicBezTo>
                      <a:pt x="14" y="71"/>
                      <a:pt x="0" y="34"/>
                      <a:pt x="5" y="0"/>
                    </a:cubicBezTo>
                    <a:cubicBezTo>
                      <a:pt x="9" y="17"/>
                      <a:pt x="20" y="29"/>
                      <a:pt x="34" y="39"/>
                    </a:cubicBezTo>
                    <a:cubicBezTo>
                      <a:pt x="47" y="49"/>
                      <a:pt x="62" y="57"/>
                      <a:pt x="75" y="69"/>
                    </a:cubicBezTo>
                    <a:cubicBezTo>
                      <a:pt x="97" y="90"/>
                      <a:pt x="108" y="121"/>
                      <a:pt x="103" y="15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3" name="Freeform 471">
                <a:extLst>
                  <a:ext uri="{FF2B5EF4-FFF2-40B4-BE49-F238E27FC236}">
                    <a16:creationId xmlns:a16="http://schemas.microsoft.com/office/drawing/2014/main" id="{A697F31E-E1E5-F2CE-1FD9-3638DFC8B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3401" y="1573734"/>
                <a:ext cx="396341" cy="517762"/>
              </a:xfrm>
              <a:custGeom>
                <a:avLst/>
                <a:gdLst>
                  <a:gd name="T0" fmla="*/ 101 w 101"/>
                  <a:gd name="T1" fmla="*/ 132 h 132"/>
                  <a:gd name="T2" fmla="*/ 73 w 101"/>
                  <a:gd name="T3" fmla="*/ 108 h 132"/>
                  <a:gd name="T4" fmla="*/ 45 w 101"/>
                  <a:gd name="T5" fmla="*/ 92 h 132"/>
                  <a:gd name="T6" fmla="*/ 24 w 101"/>
                  <a:gd name="T7" fmla="*/ 76 h 132"/>
                  <a:gd name="T8" fmla="*/ 9 w 101"/>
                  <a:gd name="T9" fmla="*/ 0 h 132"/>
                  <a:gd name="T10" fmla="*/ 22 w 101"/>
                  <a:gd name="T11" fmla="*/ 41 h 132"/>
                  <a:gd name="T12" fmla="*/ 43 w 101"/>
                  <a:gd name="T13" fmla="*/ 60 h 132"/>
                  <a:gd name="T14" fmla="*/ 81 w 101"/>
                  <a:gd name="T15" fmla="*/ 89 h 132"/>
                  <a:gd name="T16" fmla="*/ 101 w 101"/>
                  <a:gd name="T17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" h="132">
                    <a:moveTo>
                      <a:pt x="101" y="132"/>
                    </a:moveTo>
                    <a:cubicBezTo>
                      <a:pt x="98" y="120"/>
                      <a:pt x="84" y="113"/>
                      <a:pt x="73" y="108"/>
                    </a:cubicBezTo>
                    <a:cubicBezTo>
                      <a:pt x="63" y="103"/>
                      <a:pt x="54" y="98"/>
                      <a:pt x="45" y="92"/>
                    </a:cubicBezTo>
                    <a:cubicBezTo>
                      <a:pt x="38" y="88"/>
                      <a:pt x="31" y="82"/>
                      <a:pt x="24" y="76"/>
                    </a:cubicBezTo>
                    <a:cubicBezTo>
                      <a:pt x="6" y="56"/>
                      <a:pt x="0" y="26"/>
                      <a:pt x="9" y="0"/>
                    </a:cubicBezTo>
                    <a:cubicBezTo>
                      <a:pt x="11" y="15"/>
                      <a:pt x="13" y="30"/>
                      <a:pt x="22" y="41"/>
                    </a:cubicBezTo>
                    <a:cubicBezTo>
                      <a:pt x="28" y="49"/>
                      <a:pt x="35" y="55"/>
                      <a:pt x="43" y="60"/>
                    </a:cubicBezTo>
                    <a:cubicBezTo>
                      <a:pt x="56" y="69"/>
                      <a:pt x="70" y="78"/>
                      <a:pt x="81" y="89"/>
                    </a:cubicBezTo>
                    <a:cubicBezTo>
                      <a:pt x="93" y="100"/>
                      <a:pt x="101" y="116"/>
                      <a:pt x="101" y="13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4" name="Freeform 472">
                <a:extLst>
                  <a:ext uri="{FF2B5EF4-FFF2-40B4-BE49-F238E27FC236}">
                    <a16:creationId xmlns:a16="http://schemas.microsoft.com/office/drawing/2014/main" id="{C40DCEDE-F85F-D2DE-3DBF-392DA9879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1847" y="2194589"/>
                <a:ext cx="485689" cy="180987"/>
              </a:xfrm>
              <a:custGeom>
                <a:avLst/>
                <a:gdLst>
                  <a:gd name="T0" fmla="*/ 124 w 124"/>
                  <a:gd name="T1" fmla="*/ 22 h 46"/>
                  <a:gd name="T2" fmla="*/ 102 w 124"/>
                  <a:gd name="T3" fmla="*/ 6 h 46"/>
                  <a:gd name="T4" fmla="*/ 75 w 124"/>
                  <a:gd name="T5" fmla="*/ 3 h 46"/>
                  <a:gd name="T6" fmla="*/ 49 w 124"/>
                  <a:gd name="T7" fmla="*/ 20 h 46"/>
                  <a:gd name="T8" fmla="*/ 0 w 124"/>
                  <a:gd name="T9" fmla="*/ 34 h 46"/>
                  <a:gd name="T10" fmla="*/ 58 w 124"/>
                  <a:gd name="T11" fmla="*/ 38 h 46"/>
                  <a:gd name="T12" fmla="*/ 94 w 124"/>
                  <a:gd name="T13" fmla="*/ 19 h 46"/>
                  <a:gd name="T14" fmla="*/ 124 w 124"/>
                  <a:gd name="T15" fmla="*/ 2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46">
                    <a:moveTo>
                      <a:pt x="124" y="22"/>
                    </a:moveTo>
                    <a:cubicBezTo>
                      <a:pt x="117" y="16"/>
                      <a:pt x="110" y="10"/>
                      <a:pt x="102" y="6"/>
                    </a:cubicBezTo>
                    <a:cubicBezTo>
                      <a:pt x="94" y="2"/>
                      <a:pt x="84" y="0"/>
                      <a:pt x="75" y="3"/>
                    </a:cubicBezTo>
                    <a:cubicBezTo>
                      <a:pt x="65" y="6"/>
                      <a:pt x="58" y="15"/>
                      <a:pt x="49" y="20"/>
                    </a:cubicBezTo>
                    <a:cubicBezTo>
                      <a:pt x="33" y="28"/>
                      <a:pt x="14" y="26"/>
                      <a:pt x="0" y="34"/>
                    </a:cubicBezTo>
                    <a:cubicBezTo>
                      <a:pt x="19" y="41"/>
                      <a:pt x="40" y="46"/>
                      <a:pt x="58" y="38"/>
                    </a:cubicBezTo>
                    <a:cubicBezTo>
                      <a:pt x="71" y="33"/>
                      <a:pt x="80" y="22"/>
                      <a:pt x="94" y="19"/>
                    </a:cubicBezTo>
                    <a:cubicBezTo>
                      <a:pt x="103" y="17"/>
                      <a:pt x="115" y="20"/>
                      <a:pt x="124" y="2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5" name="Freeform 473">
                <a:extLst>
                  <a:ext uri="{FF2B5EF4-FFF2-40B4-BE49-F238E27FC236}">
                    <a16:creationId xmlns:a16="http://schemas.microsoft.com/office/drawing/2014/main" id="{9CE5CC7D-8B75-A3F4-9F6D-F633CEE92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0925" y="2073168"/>
                <a:ext cx="348229" cy="435287"/>
              </a:xfrm>
              <a:custGeom>
                <a:avLst/>
                <a:gdLst>
                  <a:gd name="T0" fmla="*/ 87 w 89"/>
                  <a:gd name="T1" fmla="*/ 111 h 111"/>
                  <a:gd name="T2" fmla="*/ 78 w 89"/>
                  <a:gd name="T3" fmla="*/ 91 h 111"/>
                  <a:gd name="T4" fmla="*/ 32 w 89"/>
                  <a:gd name="T5" fmla="*/ 53 h 111"/>
                  <a:gd name="T6" fmla="*/ 10 w 89"/>
                  <a:gd name="T7" fmla="*/ 0 h 111"/>
                  <a:gd name="T8" fmla="*/ 2 w 89"/>
                  <a:gd name="T9" fmla="*/ 50 h 111"/>
                  <a:gd name="T10" fmla="*/ 31 w 89"/>
                  <a:gd name="T11" fmla="*/ 92 h 111"/>
                  <a:gd name="T12" fmla="*/ 62 w 89"/>
                  <a:gd name="T13" fmla="*/ 99 h 111"/>
                  <a:gd name="T14" fmla="*/ 87 w 89"/>
                  <a:gd name="T15" fmla="*/ 1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9" h="111">
                    <a:moveTo>
                      <a:pt x="87" y="111"/>
                    </a:moveTo>
                    <a:cubicBezTo>
                      <a:pt x="89" y="104"/>
                      <a:pt x="83" y="96"/>
                      <a:pt x="78" y="91"/>
                    </a:cubicBezTo>
                    <a:cubicBezTo>
                      <a:pt x="63" y="77"/>
                      <a:pt x="46" y="67"/>
                      <a:pt x="32" y="53"/>
                    </a:cubicBezTo>
                    <a:cubicBezTo>
                      <a:pt x="19" y="38"/>
                      <a:pt x="8" y="19"/>
                      <a:pt x="10" y="0"/>
                    </a:cubicBezTo>
                    <a:cubicBezTo>
                      <a:pt x="4" y="16"/>
                      <a:pt x="0" y="33"/>
                      <a:pt x="2" y="50"/>
                    </a:cubicBezTo>
                    <a:cubicBezTo>
                      <a:pt x="5" y="68"/>
                      <a:pt x="15" y="85"/>
                      <a:pt x="31" y="92"/>
                    </a:cubicBezTo>
                    <a:cubicBezTo>
                      <a:pt x="41" y="96"/>
                      <a:pt x="52" y="97"/>
                      <a:pt x="62" y="99"/>
                    </a:cubicBezTo>
                    <a:cubicBezTo>
                      <a:pt x="72" y="101"/>
                      <a:pt x="82" y="102"/>
                      <a:pt x="87" y="1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6" name="Freeform 475">
                <a:extLst>
                  <a:ext uri="{FF2B5EF4-FFF2-40B4-BE49-F238E27FC236}">
                    <a16:creationId xmlns:a16="http://schemas.microsoft.com/office/drawing/2014/main" id="{C7675049-B5D7-8F7A-7184-785E6B748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1195" y="1264450"/>
                <a:ext cx="345939" cy="242844"/>
              </a:xfrm>
              <a:custGeom>
                <a:avLst/>
                <a:gdLst>
                  <a:gd name="T0" fmla="*/ 0 w 88"/>
                  <a:gd name="T1" fmla="*/ 62 h 62"/>
                  <a:gd name="T2" fmla="*/ 0 w 88"/>
                  <a:gd name="T3" fmla="*/ 61 h 62"/>
                  <a:gd name="T4" fmla="*/ 59 w 88"/>
                  <a:gd name="T5" fmla="*/ 32 h 62"/>
                  <a:gd name="T6" fmla="*/ 66 w 88"/>
                  <a:gd name="T7" fmla="*/ 21 h 62"/>
                  <a:gd name="T8" fmla="*/ 71 w 88"/>
                  <a:gd name="T9" fmla="*/ 13 h 62"/>
                  <a:gd name="T10" fmla="*/ 87 w 88"/>
                  <a:gd name="T11" fmla="*/ 0 h 62"/>
                  <a:gd name="T12" fmla="*/ 88 w 88"/>
                  <a:gd name="T13" fmla="*/ 1 h 62"/>
                  <a:gd name="T14" fmla="*/ 71 w 88"/>
                  <a:gd name="T15" fmla="*/ 14 h 62"/>
                  <a:gd name="T16" fmla="*/ 66 w 88"/>
                  <a:gd name="T17" fmla="*/ 22 h 62"/>
                  <a:gd name="T18" fmla="*/ 60 w 88"/>
                  <a:gd name="T19" fmla="*/ 32 h 62"/>
                  <a:gd name="T20" fmla="*/ 0 w 88"/>
                  <a:gd name="T2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62">
                    <a:moveTo>
                      <a:pt x="0" y="62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23" y="56"/>
                      <a:pt x="45" y="49"/>
                      <a:pt x="59" y="32"/>
                    </a:cubicBezTo>
                    <a:cubicBezTo>
                      <a:pt x="61" y="28"/>
                      <a:pt x="63" y="25"/>
                      <a:pt x="66" y="21"/>
                    </a:cubicBezTo>
                    <a:cubicBezTo>
                      <a:pt x="67" y="19"/>
                      <a:pt x="69" y="16"/>
                      <a:pt x="71" y="13"/>
                    </a:cubicBezTo>
                    <a:cubicBezTo>
                      <a:pt x="76" y="6"/>
                      <a:pt x="81" y="2"/>
                      <a:pt x="87" y="0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82" y="2"/>
                      <a:pt x="76" y="7"/>
                      <a:pt x="71" y="14"/>
                    </a:cubicBezTo>
                    <a:cubicBezTo>
                      <a:pt x="70" y="17"/>
                      <a:pt x="68" y="19"/>
                      <a:pt x="66" y="22"/>
                    </a:cubicBezTo>
                    <a:cubicBezTo>
                      <a:pt x="64" y="25"/>
                      <a:pt x="62" y="29"/>
                      <a:pt x="60" y="32"/>
                    </a:cubicBezTo>
                    <a:cubicBezTo>
                      <a:pt x="46" y="50"/>
                      <a:pt x="23" y="57"/>
                      <a:pt x="0" y="6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7" name="Freeform 476">
                <a:extLst>
                  <a:ext uri="{FF2B5EF4-FFF2-40B4-BE49-F238E27FC236}">
                    <a16:creationId xmlns:a16="http://schemas.microsoft.com/office/drawing/2014/main" id="{3CB8A34D-166E-D3DD-9FF9-19F795C1F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9740" y="1511877"/>
                <a:ext cx="263464" cy="371139"/>
              </a:xfrm>
              <a:custGeom>
                <a:avLst/>
                <a:gdLst>
                  <a:gd name="T0" fmla="*/ 1 w 67"/>
                  <a:gd name="T1" fmla="*/ 95 h 95"/>
                  <a:gd name="T2" fmla="*/ 0 w 67"/>
                  <a:gd name="T3" fmla="*/ 94 h 95"/>
                  <a:gd name="T4" fmla="*/ 17 w 67"/>
                  <a:gd name="T5" fmla="*/ 75 h 95"/>
                  <a:gd name="T6" fmla="*/ 20 w 67"/>
                  <a:gd name="T7" fmla="*/ 73 h 95"/>
                  <a:gd name="T8" fmla="*/ 27 w 67"/>
                  <a:gd name="T9" fmla="*/ 67 h 95"/>
                  <a:gd name="T10" fmla="*/ 39 w 67"/>
                  <a:gd name="T11" fmla="*/ 48 h 95"/>
                  <a:gd name="T12" fmla="*/ 66 w 67"/>
                  <a:gd name="T13" fmla="*/ 0 h 95"/>
                  <a:gd name="T14" fmla="*/ 67 w 67"/>
                  <a:gd name="T15" fmla="*/ 0 h 95"/>
                  <a:gd name="T16" fmla="*/ 40 w 67"/>
                  <a:gd name="T17" fmla="*/ 49 h 95"/>
                  <a:gd name="T18" fmla="*/ 27 w 67"/>
                  <a:gd name="T19" fmla="*/ 68 h 95"/>
                  <a:gd name="T20" fmla="*/ 21 w 67"/>
                  <a:gd name="T21" fmla="*/ 74 h 95"/>
                  <a:gd name="T22" fmla="*/ 18 w 67"/>
                  <a:gd name="T23" fmla="*/ 76 h 95"/>
                  <a:gd name="T24" fmla="*/ 1 w 67"/>
                  <a:gd name="T25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7" h="95">
                    <a:moveTo>
                      <a:pt x="1" y="95"/>
                    </a:moveTo>
                    <a:cubicBezTo>
                      <a:pt x="0" y="94"/>
                      <a:pt x="0" y="94"/>
                      <a:pt x="0" y="94"/>
                    </a:cubicBezTo>
                    <a:cubicBezTo>
                      <a:pt x="5" y="87"/>
                      <a:pt x="11" y="81"/>
                      <a:pt x="17" y="75"/>
                    </a:cubicBezTo>
                    <a:cubicBezTo>
                      <a:pt x="18" y="74"/>
                      <a:pt x="19" y="74"/>
                      <a:pt x="20" y="73"/>
                    </a:cubicBezTo>
                    <a:cubicBezTo>
                      <a:pt x="22" y="71"/>
                      <a:pt x="25" y="69"/>
                      <a:pt x="27" y="67"/>
                    </a:cubicBezTo>
                    <a:cubicBezTo>
                      <a:pt x="32" y="61"/>
                      <a:pt x="36" y="54"/>
                      <a:pt x="39" y="48"/>
                    </a:cubicBezTo>
                    <a:cubicBezTo>
                      <a:pt x="49" y="32"/>
                      <a:pt x="58" y="16"/>
                      <a:pt x="66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58" y="16"/>
                      <a:pt x="49" y="33"/>
                      <a:pt x="40" y="49"/>
                    </a:cubicBezTo>
                    <a:cubicBezTo>
                      <a:pt x="37" y="55"/>
                      <a:pt x="33" y="62"/>
                      <a:pt x="27" y="68"/>
                    </a:cubicBezTo>
                    <a:cubicBezTo>
                      <a:pt x="25" y="70"/>
                      <a:pt x="23" y="72"/>
                      <a:pt x="21" y="74"/>
                    </a:cubicBezTo>
                    <a:cubicBezTo>
                      <a:pt x="20" y="74"/>
                      <a:pt x="19" y="75"/>
                      <a:pt x="18" y="76"/>
                    </a:cubicBezTo>
                    <a:cubicBezTo>
                      <a:pt x="12" y="81"/>
                      <a:pt x="6" y="88"/>
                      <a:pt x="1" y="9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8" name="Freeform 477">
                <a:extLst>
                  <a:ext uri="{FF2B5EF4-FFF2-40B4-BE49-F238E27FC236}">
                    <a16:creationId xmlns:a16="http://schemas.microsoft.com/office/drawing/2014/main" id="{2C68CF6A-87C0-AA67-3D85-9901580B0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8285" y="1942581"/>
                <a:ext cx="387177" cy="160369"/>
              </a:xfrm>
              <a:custGeom>
                <a:avLst/>
                <a:gdLst>
                  <a:gd name="T0" fmla="*/ 0 w 99"/>
                  <a:gd name="T1" fmla="*/ 41 h 41"/>
                  <a:gd name="T2" fmla="*/ 0 w 99"/>
                  <a:gd name="T3" fmla="*/ 41 h 41"/>
                  <a:gd name="T4" fmla="*/ 43 w 99"/>
                  <a:gd name="T5" fmla="*/ 17 h 41"/>
                  <a:gd name="T6" fmla="*/ 56 w 99"/>
                  <a:gd name="T7" fmla="*/ 18 h 41"/>
                  <a:gd name="T8" fmla="*/ 71 w 99"/>
                  <a:gd name="T9" fmla="*/ 18 h 41"/>
                  <a:gd name="T10" fmla="*/ 99 w 99"/>
                  <a:gd name="T11" fmla="*/ 0 h 41"/>
                  <a:gd name="T12" fmla="*/ 99 w 99"/>
                  <a:gd name="T13" fmla="*/ 1 h 41"/>
                  <a:gd name="T14" fmla="*/ 71 w 99"/>
                  <a:gd name="T15" fmla="*/ 19 h 41"/>
                  <a:gd name="T16" fmla="*/ 56 w 99"/>
                  <a:gd name="T17" fmla="*/ 19 h 41"/>
                  <a:gd name="T18" fmla="*/ 43 w 99"/>
                  <a:gd name="T19" fmla="*/ 18 h 41"/>
                  <a:gd name="T20" fmla="*/ 0 w 99"/>
                  <a:gd name="T2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41">
                    <a:moveTo>
                      <a:pt x="0" y="41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1" y="31"/>
                      <a:pt x="26" y="18"/>
                      <a:pt x="43" y="17"/>
                    </a:cubicBezTo>
                    <a:cubicBezTo>
                      <a:pt x="47" y="17"/>
                      <a:pt x="52" y="17"/>
                      <a:pt x="56" y="18"/>
                    </a:cubicBezTo>
                    <a:cubicBezTo>
                      <a:pt x="61" y="18"/>
                      <a:pt x="66" y="18"/>
                      <a:pt x="71" y="18"/>
                    </a:cubicBezTo>
                    <a:cubicBezTo>
                      <a:pt x="83" y="16"/>
                      <a:pt x="92" y="7"/>
                      <a:pt x="99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2" y="8"/>
                      <a:pt x="83" y="17"/>
                      <a:pt x="71" y="19"/>
                    </a:cubicBezTo>
                    <a:cubicBezTo>
                      <a:pt x="66" y="19"/>
                      <a:pt x="61" y="19"/>
                      <a:pt x="56" y="19"/>
                    </a:cubicBezTo>
                    <a:cubicBezTo>
                      <a:pt x="52" y="18"/>
                      <a:pt x="47" y="18"/>
                      <a:pt x="43" y="18"/>
                    </a:cubicBezTo>
                    <a:cubicBezTo>
                      <a:pt x="28" y="19"/>
                      <a:pt x="15" y="29"/>
                      <a:pt x="0" y="4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09" name="Freeform 478">
                <a:extLst>
                  <a:ext uri="{FF2B5EF4-FFF2-40B4-BE49-F238E27FC236}">
                    <a16:creationId xmlns:a16="http://schemas.microsoft.com/office/drawing/2014/main" id="{3AF6C7BA-FF69-BA8E-00C0-3BCD2B7C2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7362" y="1903635"/>
                <a:ext cx="705623" cy="444450"/>
              </a:xfrm>
              <a:custGeom>
                <a:avLst/>
                <a:gdLst>
                  <a:gd name="T0" fmla="*/ 93 w 180"/>
                  <a:gd name="T1" fmla="*/ 109 h 113"/>
                  <a:gd name="T2" fmla="*/ 88 w 180"/>
                  <a:gd name="T3" fmla="*/ 107 h 113"/>
                  <a:gd name="T4" fmla="*/ 87 w 180"/>
                  <a:gd name="T5" fmla="*/ 107 h 113"/>
                  <a:gd name="T6" fmla="*/ 86 w 180"/>
                  <a:gd name="T7" fmla="*/ 104 h 113"/>
                  <a:gd name="T8" fmla="*/ 70 w 180"/>
                  <a:gd name="T9" fmla="*/ 70 h 113"/>
                  <a:gd name="T10" fmla="*/ 44 w 180"/>
                  <a:gd name="T11" fmla="*/ 50 h 113"/>
                  <a:gd name="T12" fmla="*/ 19 w 180"/>
                  <a:gd name="T13" fmla="*/ 31 h 113"/>
                  <a:gd name="T14" fmla="*/ 0 w 180"/>
                  <a:gd name="T15" fmla="*/ 1 h 113"/>
                  <a:gd name="T16" fmla="*/ 1 w 180"/>
                  <a:gd name="T17" fmla="*/ 0 h 113"/>
                  <a:gd name="T18" fmla="*/ 19 w 180"/>
                  <a:gd name="T19" fmla="*/ 31 h 113"/>
                  <a:gd name="T20" fmla="*/ 44 w 180"/>
                  <a:gd name="T21" fmla="*/ 49 h 113"/>
                  <a:gd name="T22" fmla="*/ 71 w 180"/>
                  <a:gd name="T23" fmla="*/ 69 h 113"/>
                  <a:gd name="T24" fmla="*/ 87 w 180"/>
                  <a:gd name="T25" fmla="*/ 104 h 113"/>
                  <a:gd name="T26" fmla="*/ 88 w 180"/>
                  <a:gd name="T27" fmla="*/ 106 h 113"/>
                  <a:gd name="T28" fmla="*/ 144 w 180"/>
                  <a:gd name="T29" fmla="*/ 96 h 113"/>
                  <a:gd name="T30" fmla="*/ 148 w 180"/>
                  <a:gd name="T31" fmla="*/ 93 h 113"/>
                  <a:gd name="T32" fmla="*/ 160 w 180"/>
                  <a:gd name="T33" fmla="*/ 85 h 113"/>
                  <a:gd name="T34" fmla="*/ 180 w 180"/>
                  <a:gd name="T35" fmla="*/ 82 h 113"/>
                  <a:gd name="T36" fmla="*/ 180 w 180"/>
                  <a:gd name="T37" fmla="*/ 83 h 113"/>
                  <a:gd name="T38" fmla="*/ 161 w 180"/>
                  <a:gd name="T39" fmla="*/ 86 h 113"/>
                  <a:gd name="T40" fmla="*/ 149 w 180"/>
                  <a:gd name="T41" fmla="*/ 93 h 113"/>
                  <a:gd name="T42" fmla="*/ 144 w 180"/>
                  <a:gd name="T43" fmla="*/ 96 h 113"/>
                  <a:gd name="T44" fmla="*/ 93 w 180"/>
                  <a:gd name="T45" fmla="*/ 10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0" h="113">
                    <a:moveTo>
                      <a:pt x="93" y="109"/>
                    </a:moveTo>
                    <a:cubicBezTo>
                      <a:pt x="91" y="108"/>
                      <a:pt x="89" y="108"/>
                      <a:pt x="88" y="107"/>
                    </a:cubicBezTo>
                    <a:cubicBezTo>
                      <a:pt x="87" y="107"/>
                      <a:pt x="87" y="107"/>
                      <a:pt x="87" y="107"/>
                    </a:cubicBezTo>
                    <a:cubicBezTo>
                      <a:pt x="86" y="104"/>
                      <a:pt x="86" y="104"/>
                      <a:pt x="86" y="104"/>
                    </a:cubicBezTo>
                    <a:cubicBezTo>
                      <a:pt x="82" y="92"/>
                      <a:pt x="78" y="80"/>
                      <a:pt x="70" y="70"/>
                    </a:cubicBezTo>
                    <a:cubicBezTo>
                      <a:pt x="63" y="61"/>
                      <a:pt x="53" y="55"/>
                      <a:pt x="44" y="50"/>
                    </a:cubicBezTo>
                    <a:cubicBezTo>
                      <a:pt x="35" y="44"/>
                      <a:pt x="26" y="39"/>
                      <a:pt x="19" y="31"/>
                    </a:cubicBezTo>
                    <a:cubicBezTo>
                      <a:pt x="10" y="23"/>
                      <a:pt x="5" y="1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6" y="11"/>
                      <a:pt x="11" y="22"/>
                      <a:pt x="19" y="31"/>
                    </a:cubicBezTo>
                    <a:cubicBezTo>
                      <a:pt x="26" y="38"/>
                      <a:pt x="35" y="44"/>
                      <a:pt x="44" y="49"/>
                    </a:cubicBezTo>
                    <a:cubicBezTo>
                      <a:pt x="54" y="55"/>
                      <a:pt x="63" y="61"/>
                      <a:pt x="71" y="69"/>
                    </a:cubicBezTo>
                    <a:cubicBezTo>
                      <a:pt x="79" y="79"/>
                      <a:pt x="83" y="92"/>
                      <a:pt x="87" y="104"/>
                    </a:cubicBezTo>
                    <a:cubicBezTo>
                      <a:pt x="88" y="106"/>
                      <a:pt x="88" y="106"/>
                      <a:pt x="88" y="106"/>
                    </a:cubicBezTo>
                    <a:cubicBezTo>
                      <a:pt x="110" y="113"/>
                      <a:pt x="132" y="103"/>
                      <a:pt x="144" y="96"/>
                    </a:cubicBezTo>
                    <a:cubicBezTo>
                      <a:pt x="145" y="95"/>
                      <a:pt x="147" y="94"/>
                      <a:pt x="148" y="93"/>
                    </a:cubicBezTo>
                    <a:cubicBezTo>
                      <a:pt x="152" y="90"/>
                      <a:pt x="156" y="87"/>
                      <a:pt x="160" y="85"/>
                    </a:cubicBezTo>
                    <a:cubicBezTo>
                      <a:pt x="167" y="82"/>
                      <a:pt x="174" y="81"/>
                      <a:pt x="180" y="82"/>
                    </a:cubicBezTo>
                    <a:cubicBezTo>
                      <a:pt x="180" y="83"/>
                      <a:pt x="180" y="83"/>
                      <a:pt x="180" y="83"/>
                    </a:cubicBezTo>
                    <a:cubicBezTo>
                      <a:pt x="174" y="82"/>
                      <a:pt x="168" y="83"/>
                      <a:pt x="161" y="86"/>
                    </a:cubicBezTo>
                    <a:cubicBezTo>
                      <a:pt x="157" y="88"/>
                      <a:pt x="153" y="91"/>
                      <a:pt x="149" y="93"/>
                    </a:cubicBezTo>
                    <a:cubicBezTo>
                      <a:pt x="147" y="94"/>
                      <a:pt x="146" y="95"/>
                      <a:pt x="144" y="96"/>
                    </a:cubicBezTo>
                    <a:cubicBezTo>
                      <a:pt x="133" y="103"/>
                      <a:pt x="113" y="113"/>
                      <a:pt x="93" y="10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0" name="Freeform 479">
                <a:extLst>
                  <a:ext uri="{FF2B5EF4-FFF2-40B4-BE49-F238E27FC236}">
                    <a16:creationId xmlns:a16="http://schemas.microsoft.com/office/drawing/2014/main" id="{A10446BE-0420-60B2-756C-311A689C3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7581" y="2222081"/>
                <a:ext cx="304701" cy="286372"/>
              </a:xfrm>
              <a:custGeom>
                <a:avLst/>
                <a:gdLst>
                  <a:gd name="T0" fmla="*/ 77 w 78"/>
                  <a:gd name="T1" fmla="*/ 73 h 73"/>
                  <a:gd name="T2" fmla="*/ 61 w 78"/>
                  <a:gd name="T3" fmla="*/ 56 h 73"/>
                  <a:gd name="T4" fmla="*/ 45 w 78"/>
                  <a:gd name="T5" fmla="*/ 51 h 73"/>
                  <a:gd name="T6" fmla="*/ 38 w 78"/>
                  <a:gd name="T7" fmla="*/ 49 h 73"/>
                  <a:gd name="T8" fmla="*/ 16 w 78"/>
                  <a:gd name="T9" fmla="*/ 37 h 73"/>
                  <a:gd name="T10" fmla="*/ 9 w 78"/>
                  <a:gd name="T11" fmla="*/ 23 h 73"/>
                  <a:gd name="T12" fmla="*/ 0 w 78"/>
                  <a:gd name="T13" fmla="*/ 0 h 73"/>
                  <a:gd name="T14" fmla="*/ 1 w 78"/>
                  <a:gd name="T15" fmla="*/ 0 h 73"/>
                  <a:gd name="T16" fmla="*/ 10 w 78"/>
                  <a:gd name="T17" fmla="*/ 23 h 73"/>
                  <a:gd name="T18" fmla="*/ 17 w 78"/>
                  <a:gd name="T19" fmla="*/ 36 h 73"/>
                  <a:gd name="T20" fmla="*/ 38 w 78"/>
                  <a:gd name="T21" fmla="*/ 48 h 73"/>
                  <a:gd name="T22" fmla="*/ 45 w 78"/>
                  <a:gd name="T23" fmla="*/ 50 h 73"/>
                  <a:gd name="T24" fmla="*/ 62 w 78"/>
                  <a:gd name="T25" fmla="*/ 55 h 73"/>
                  <a:gd name="T26" fmla="*/ 78 w 78"/>
                  <a:gd name="T27" fmla="*/ 73 h 73"/>
                  <a:gd name="T28" fmla="*/ 77 w 78"/>
                  <a:gd name="T29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3">
                    <a:moveTo>
                      <a:pt x="77" y="73"/>
                    </a:moveTo>
                    <a:cubicBezTo>
                      <a:pt x="75" y="66"/>
                      <a:pt x="70" y="60"/>
                      <a:pt x="61" y="56"/>
                    </a:cubicBezTo>
                    <a:cubicBezTo>
                      <a:pt x="56" y="54"/>
                      <a:pt x="50" y="52"/>
                      <a:pt x="45" y="51"/>
                    </a:cubicBezTo>
                    <a:cubicBezTo>
                      <a:pt x="42" y="50"/>
                      <a:pt x="40" y="50"/>
                      <a:pt x="38" y="49"/>
                    </a:cubicBezTo>
                    <a:cubicBezTo>
                      <a:pt x="31" y="47"/>
                      <a:pt x="22" y="44"/>
                      <a:pt x="16" y="37"/>
                    </a:cubicBezTo>
                    <a:cubicBezTo>
                      <a:pt x="13" y="33"/>
                      <a:pt x="11" y="28"/>
                      <a:pt x="9" y="23"/>
                    </a:cubicBezTo>
                    <a:cubicBezTo>
                      <a:pt x="6" y="16"/>
                      <a:pt x="3" y="8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8"/>
                      <a:pt x="7" y="15"/>
                      <a:pt x="10" y="23"/>
                    </a:cubicBezTo>
                    <a:cubicBezTo>
                      <a:pt x="12" y="28"/>
                      <a:pt x="14" y="32"/>
                      <a:pt x="17" y="36"/>
                    </a:cubicBezTo>
                    <a:cubicBezTo>
                      <a:pt x="23" y="43"/>
                      <a:pt x="32" y="46"/>
                      <a:pt x="38" y="48"/>
                    </a:cubicBezTo>
                    <a:cubicBezTo>
                      <a:pt x="40" y="49"/>
                      <a:pt x="43" y="49"/>
                      <a:pt x="45" y="50"/>
                    </a:cubicBezTo>
                    <a:cubicBezTo>
                      <a:pt x="51" y="51"/>
                      <a:pt x="56" y="53"/>
                      <a:pt x="62" y="55"/>
                    </a:cubicBezTo>
                    <a:cubicBezTo>
                      <a:pt x="70" y="59"/>
                      <a:pt x="76" y="66"/>
                      <a:pt x="78" y="73"/>
                    </a:cubicBezTo>
                    <a:lnTo>
                      <a:pt x="77" y="7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1" name="Freeform 480">
                <a:extLst>
                  <a:ext uri="{FF2B5EF4-FFF2-40B4-BE49-F238E27FC236}">
                    <a16:creationId xmlns:a16="http://schemas.microsoft.com/office/drawing/2014/main" id="{63D139C6-D14B-117E-D7BF-35603AC0D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3803" y="1722646"/>
                <a:ext cx="341357" cy="339065"/>
              </a:xfrm>
              <a:custGeom>
                <a:avLst/>
                <a:gdLst>
                  <a:gd name="T0" fmla="*/ 86 w 87"/>
                  <a:gd name="T1" fmla="*/ 86 h 86"/>
                  <a:gd name="T2" fmla="*/ 43 w 87"/>
                  <a:gd name="T3" fmla="*/ 46 h 86"/>
                  <a:gd name="T4" fmla="*/ 40 w 87"/>
                  <a:gd name="T5" fmla="*/ 45 h 86"/>
                  <a:gd name="T6" fmla="*/ 25 w 87"/>
                  <a:gd name="T7" fmla="*/ 36 h 86"/>
                  <a:gd name="T8" fmla="*/ 16 w 87"/>
                  <a:gd name="T9" fmla="*/ 27 h 86"/>
                  <a:gd name="T10" fmla="*/ 0 w 87"/>
                  <a:gd name="T11" fmla="*/ 1 h 86"/>
                  <a:gd name="T12" fmla="*/ 1 w 87"/>
                  <a:gd name="T13" fmla="*/ 0 h 86"/>
                  <a:gd name="T14" fmla="*/ 17 w 87"/>
                  <a:gd name="T15" fmla="*/ 26 h 86"/>
                  <a:gd name="T16" fmla="*/ 26 w 87"/>
                  <a:gd name="T17" fmla="*/ 35 h 86"/>
                  <a:gd name="T18" fmla="*/ 41 w 87"/>
                  <a:gd name="T19" fmla="*/ 44 h 86"/>
                  <a:gd name="T20" fmla="*/ 43 w 87"/>
                  <a:gd name="T21" fmla="*/ 46 h 86"/>
                  <a:gd name="T22" fmla="*/ 87 w 87"/>
                  <a:gd name="T23" fmla="*/ 85 h 86"/>
                  <a:gd name="T24" fmla="*/ 86 w 87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86">
                    <a:moveTo>
                      <a:pt x="86" y="86"/>
                    </a:moveTo>
                    <a:cubicBezTo>
                      <a:pt x="79" y="71"/>
                      <a:pt x="65" y="58"/>
                      <a:pt x="43" y="46"/>
                    </a:cubicBezTo>
                    <a:cubicBezTo>
                      <a:pt x="42" y="46"/>
                      <a:pt x="41" y="46"/>
                      <a:pt x="40" y="45"/>
                    </a:cubicBezTo>
                    <a:cubicBezTo>
                      <a:pt x="35" y="42"/>
                      <a:pt x="30" y="40"/>
                      <a:pt x="25" y="36"/>
                    </a:cubicBezTo>
                    <a:cubicBezTo>
                      <a:pt x="22" y="33"/>
                      <a:pt x="19" y="30"/>
                      <a:pt x="16" y="27"/>
                    </a:cubicBezTo>
                    <a:cubicBezTo>
                      <a:pt x="11" y="20"/>
                      <a:pt x="4" y="1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" y="11"/>
                      <a:pt x="11" y="20"/>
                      <a:pt x="17" y="26"/>
                    </a:cubicBezTo>
                    <a:cubicBezTo>
                      <a:pt x="20" y="29"/>
                      <a:pt x="22" y="32"/>
                      <a:pt x="26" y="35"/>
                    </a:cubicBezTo>
                    <a:cubicBezTo>
                      <a:pt x="30" y="39"/>
                      <a:pt x="36" y="42"/>
                      <a:pt x="41" y="44"/>
                    </a:cubicBezTo>
                    <a:cubicBezTo>
                      <a:pt x="41" y="45"/>
                      <a:pt x="42" y="45"/>
                      <a:pt x="43" y="46"/>
                    </a:cubicBezTo>
                    <a:cubicBezTo>
                      <a:pt x="65" y="57"/>
                      <a:pt x="80" y="70"/>
                      <a:pt x="87" y="85"/>
                    </a:cubicBezTo>
                    <a:lnTo>
                      <a:pt x="86" y="8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2" name="Freeform 481">
                <a:extLst>
                  <a:ext uri="{FF2B5EF4-FFF2-40B4-BE49-F238E27FC236}">
                    <a16:creationId xmlns:a16="http://schemas.microsoft.com/office/drawing/2014/main" id="{ACF592C3-9F5E-2E42-29B1-B0C2E32C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9806" y="1310270"/>
                <a:ext cx="210770" cy="490270"/>
              </a:xfrm>
              <a:custGeom>
                <a:avLst/>
                <a:gdLst>
                  <a:gd name="T0" fmla="*/ 53 w 54"/>
                  <a:gd name="T1" fmla="*/ 125 h 125"/>
                  <a:gd name="T2" fmla="*/ 45 w 54"/>
                  <a:gd name="T3" fmla="*/ 104 h 125"/>
                  <a:gd name="T4" fmla="*/ 38 w 54"/>
                  <a:gd name="T5" fmla="*/ 90 h 125"/>
                  <a:gd name="T6" fmla="*/ 28 w 54"/>
                  <a:gd name="T7" fmla="*/ 81 h 125"/>
                  <a:gd name="T8" fmla="*/ 26 w 54"/>
                  <a:gd name="T9" fmla="*/ 80 h 125"/>
                  <a:gd name="T10" fmla="*/ 10 w 54"/>
                  <a:gd name="T11" fmla="*/ 64 h 125"/>
                  <a:gd name="T12" fmla="*/ 2 w 54"/>
                  <a:gd name="T13" fmla="*/ 43 h 125"/>
                  <a:gd name="T14" fmla="*/ 4 w 54"/>
                  <a:gd name="T15" fmla="*/ 29 h 125"/>
                  <a:gd name="T16" fmla="*/ 5 w 54"/>
                  <a:gd name="T17" fmla="*/ 10 h 125"/>
                  <a:gd name="T18" fmla="*/ 0 w 54"/>
                  <a:gd name="T19" fmla="*/ 0 h 125"/>
                  <a:gd name="T20" fmla="*/ 1 w 54"/>
                  <a:gd name="T21" fmla="*/ 0 h 125"/>
                  <a:gd name="T22" fmla="*/ 5 w 54"/>
                  <a:gd name="T23" fmla="*/ 10 h 125"/>
                  <a:gd name="T24" fmla="*/ 5 w 54"/>
                  <a:gd name="T25" fmla="*/ 29 h 125"/>
                  <a:gd name="T26" fmla="*/ 3 w 54"/>
                  <a:gd name="T27" fmla="*/ 43 h 125"/>
                  <a:gd name="T28" fmla="*/ 11 w 54"/>
                  <a:gd name="T29" fmla="*/ 63 h 125"/>
                  <a:gd name="T30" fmla="*/ 27 w 54"/>
                  <a:gd name="T31" fmla="*/ 79 h 125"/>
                  <a:gd name="T32" fmla="*/ 29 w 54"/>
                  <a:gd name="T33" fmla="*/ 80 h 125"/>
                  <a:gd name="T34" fmla="*/ 38 w 54"/>
                  <a:gd name="T35" fmla="*/ 89 h 125"/>
                  <a:gd name="T36" fmla="*/ 46 w 54"/>
                  <a:gd name="T37" fmla="*/ 103 h 125"/>
                  <a:gd name="T38" fmla="*/ 54 w 54"/>
                  <a:gd name="T39" fmla="*/ 125 h 125"/>
                  <a:gd name="T40" fmla="*/ 53 w 54"/>
                  <a:gd name="T41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4" h="125">
                    <a:moveTo>
                      <a:pt x="53" y="125"/>
                    </a:moveTo>
                    <a:cubicBezTo>
                      <a:pt x="51" y="118"/>
                      <a:pt x="48" y="111"/>
                      <a:pt x="45" y="104"/>
                    </a:cubicBezTo>
                    <a:cubicBezTo>
                      <a:pt x="43" y="99"/>
                      <a:pt x="41" y="94"/>
                      <a:pt x="38" y="90"/>
                    </a:cubicBezTo>
                    <a:cubicBezTo>
                      <a:pt x="35" y="86"/>
                      <a:pt x="31" y="84"/>
                      <a:pt x="28" y="81"/>
                    </a:cubicBezTo>
                    <a:cubicBezTo>
                      <a:pt x="26" y="80"/>
                      <a:pt x="26" y="80"/>
                      <a:pt x="26" y="80"/>
                    </a:cubicBezTo>
                    <a:cubicBezTo>
                      <a:pt x="21" y="76"/>
                      <a:pt x="15" y="71"/>
                      <a:pt x="10" y="64"/>
                    </a:cubicBezTo>
                    <a:cubicBezTo>
                      <a:pt x="6" y="57"/>
                      <a:pt x="3" y="50"/>
                      <a:pt x="2" y="43"/>
                    </a:cubicBezTo>
                    <a:cubicBezTo>
                      <a:pt x="2" y="38"/>
                      <a:pt x="3" y="34"/>
                      <a:pt x="4" y="29"/>
                    </a:cubicBezTo>
                    <a:cubicBezTo>
                      <a:pt x="5" y="23"/>
                      <a:pt x="6" y="17"/>
                      <a:pt x="5" y="10"/>
                    </a:cubicBezTo>
                    <a:cubicBezTo>
                      <a:pt x="4" y="7"/>
                      <a:pt x="2" y="3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3"/>
                      <a:pt x="4" y="6"/>
                      <a:pt x="5" y="10"/>
                    </a:cubicBezTo>
                    <a:cubicBezTo>
                      <a:pt x="7" y="16"/>
                      <a:pt x="6" y="23"/>
                      <a:pt x="5" y="29"/>
                    </a:cubicBezTo>
                    <a:cubicBezTo>
                      <a:pt x="4" y="34"/>
                      <a:pt x="3" y="38"/>
                      <a:pt x="3" y="43"/>
                    </a:cubicBezTo>
                    <a:cubicBezTo>
                      <a:pt x="4" y="50"/>
                      <a:pt x="6" y="57"/>
                      <a:pt x="11" y="63"/>
                    </a:cubicBezTo>
                    <a:cubicBezTo>
                      <a:pt x="16" y="70"/>
                      <a:pt x="22" y="75"/>
                      <a:pt x="27" y="79"/>
                    </a:cubicBezTo>
                    <a:cubicBezTo>
                      <a:pt x="29" y="80"/>
                      <a:pt x="29" y="80"/>
                      <a:pt x="29" y="80"/>
                    </a:cubicBezTo>
                    <a:cubicBezTo>
                      <a:pt x="32" y="83"/>
                      <a:pt x="36" y="86"/>
                      <a:pt x="38" y="89"/>
                    </a:cubicBezTo>
                    <a:cubicBezTo>
                      <a:pt x="42" y="93"/>
                      <a:pt x="44" y="98"/>
                      <a:pt x="46" y="103"/>
                    </a:cubicBezTo>
                    <a:cubicBezTo>
                      <a:pt x="49" y="110"/>
                      <a:pt x="52" y="118"/>
                      <a:pt x="54" y="125"/>
                    </a:cubicBezTo>
                    <a:lnTo>
                      <a:pt x="53" y="12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3" name="Freeform 482">
                <a:extLst>
                  <a:ext uri="{FF2B5EF4-FFF2-40B4-BE49-F238E27FC236}">
                    <a16:creationId xmlns:a16="http://schemas.microsoft.com/office/drawing/2014/main" id="{1F6077BF-2F23-9AF6-AE78-7AB25A9FF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9338" y="1097209"/>
                <a:ext cx="82475" cy="366557"/>
              </a:xfrm>
              <a:custGeom>
                <a:avLst/>
                <a:gdLst>
                  <a:gd name="T0" fmla="*/ 20 w 21"/>
                  <a:gd name="T1" fmla="*/ 93 h 93"/>
                  <a:gd name="T2" fmla="*/ 11 w 21"/>
                  <a:gd name="T3" fmla="*/ 60 h 93"/>
                  <a:gd name="T4" fmla="*/ 2 w 21"/>
                  <a:gd name="T5" fmla="*/ 27 h 93"/>
                  <a:gd name="T6" fmla="*/ 2 w 21"/>
                  <a:gd name="T7" fmla="*/ 21 h 93"/>
                  <a:gd name="T8" fmla="*/ 3 w 21"/>
                  <a:gd name="T9" fmla="*/ 13 h 93"/>
                  <a:gd name="T10" fmla="*/ 0 w 21"/>
                  <a:gd name="T11" fmla="*/ 1 h 93"/>
                  <a:gd name="T12" fmla="*/ 1 w 21"/>
                  <a:gd name="T13" fmla="*/ 0 h 93"/>
                  <a:gd name="T14" fmla="*/ 4 w 21"/>
                  <a:gd name="T15" fmla="*/ 13 h 93"/>
                  <a:gd name="T16" fmla="*/ 3 w 21"/>
                  <a:gd name="T17" fmla="*/ 21 h 93"/>
                  <a:gd name="T18" fmla="*/ 3 w 21"/>
                  <a:gd name="T19" fmla="*/ 27 h 93"/>
                  <a:gd name="T20" fmla="*/ 12 w 21"/>
                  <a:gd name="T21" fmla="*/ 59 h 93"/>
                  <a:gd name="T22" fmla="*/ 21 w 21"/>
                  <a:gd name="T23" fmla="*/ 93 h 93"/>
                  <a:gd name="T24" fmla="*/ 20 w 21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93">
                    <a:moveTo>
                      <a:pt x="20" y="93"/>
                    </a:moveTo>
                    <a:cubicBezTo>
                      <a:pt x="20" y="81"/>
                      <a:pt x="16" y="70"/>
                      <a:pt x="11" y="60"/>
                    </a:cubicBezTo>
                    <a:cubicBezTo>
                      <a:pt x="6" y="49"/>
                      <a:pt x="2" y="39"/>
                      <a:pt x="2" y="27"/>
                    </a:cubicBezTo>
                    <a:cubicBezTo>
                      <a:pt x="2" y="25"/>
                      <a:pt x="2" y="23"/>
                      <a:pt x="2" y="21"/>
                    </a:cubicBezTo>
                    <a:cubicBezTo>
                      <a:pt x="2" y="18"/>
                      <a:pt x="3" y="16"/>
                      <a:pt x="3" y="13"/>
                    </a:cubicBezTo>
                    <a:cubicBezTo>
                      <a:pt x="2" y="9"/>
                      <a:pt x="1" y="5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5"/>
                      <a:pt x="3" y="9"/>
                      <a:pt x="4" y="13"/>
                    </a:cubicBezTo>
                    <a:cubicBezTo>
                      <a:pt x="4" y="16"/>
                      <a:pt x="3" y="19"/>
                      <a:pt x="3" y="21"/>
                    </a:cubicBezTo>
                    <a:cubicBezTo>
                      <a:pt x="3" y="23"/>
                      <a:pt x="3" y="25"/>
                      <a:pt x="3" y="27"/>
                    </a:cubicBezTo>
                    <a:cubicBezTo>
                      <a:pt x="3" y="38"/>
                      <a:pt x="7" y="49"/>
                      <a:pt x="12" y="59"/>
                    </a:cubicBezTo>
                    <a:cubicBezTo>
                      <a:pt x="16" y="70"/>
                      <a:pt x="21" y="81"/>
                      <a:pt x="21" y="93"/>
                    </a:cubicBezTo>
                    <a:lnTo>
                      <a:pt x="20" y="9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4" name="Freeform 548">
                <a:extLst>
                  <a:ext uri="{FF2B5EF4-FFF2-40B4-BE49-F238E27FC236}">
                    <a16:creationId xmlns:a16="http://schemas.microsoft.com/office/drawing/2014/main" id="{A914ABEB-7EEF-6EA1-E677-B0783444C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4658" y="854364"/>
                <a:ext cx="123713" cy="126003"/>
              </a:xfrm>
              <a:custGeom>
                <a:avLst/>
                <a:gdLst>
                  <a:gd name="T0" fmla="*/ 30 w 32"/>
                  <a:gd name="T1" fmla="*/ 16 h 32"/>
                  <a:gd name="T2" fmla="*/ 28 w 32"/>
                  <a:gd name="T3" fmla="*/ 16 h 32"/>
                  <a:gd name="T4" fmla="*/ 16 w 32"/>
                  <a:gd name="T5" fmla="*/ 28 h 32"/>
                  <a:gd name="T6" fmla="*/ 4 w 32"/>
                  <a:gd name="T7" fmla="*/ 16 h 32"/>
                  <a:gd name="T8" fmla="*/ 16 w 32"/>
                  <a:gd name="T9" fmla="*/ 4 h 32"/>
                  <a:gd name="T10" fmla="*/ 28 w 32"/>
                  <a:gd name="T11" fmla="*/ 16 h 32"/>
                  <a:gd name="T12" fmla="*/ 30 w 32"/>
                  <a:gd name="T13" fmla="*/ 16 h 32"/>
                  <a:gd name="T14" fmla="*/ 32 w 32"/>
                  <a:gd name="T15" fmla="*/ 16 h 32"/>
                  <a:gd name="T16" fmla="*/ 16 w 32"/>
                  <a:gd name="T17" fmla="*/ 0 h 32"/>
                  <a:gd name="T18" fmla="*/ 0 w 32"/>
                  <a:gd name="T19" fmla="*/ 16 h 32"/>
                  <a:gd name="T20" fmla="*/ 16 w 32"/>
                  <a:gd name="T21" fmla="*/ 32 h 32"/>
                  <a:gd name="T22" fmla="*/ 32 w 32"/>
                  <a:gd name="T23" fmla="*/ 16 h 32"/>
                  <a:gd name="T24" fmla="*/ 30 w 32"/>
                  <a:gd name="T2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32">
                    <a:moveTo>
                      <a:pt x="30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2"/>
                      <a:pt x="23" y="28"/>
                      <a:pt x="16" y="28"/>
                    </a:cubicBezTo>
                    <a:cubicBezTo>
                      <a:pt x="10" y="28"/>
                      <a:pt x="4" y="22"/>
                      <a:pt x="4" y="16"/>
                    </a:cubicBezTo>
                    <a:cubicBezTo>
                      <a:pt x="4" y="9"/>
                      <a:pt x="10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lnTo>
                      <a:pt x="30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5" name="Freeform 549">
                <a:extLst>
                  <a:ext uri="{FF2B5EF4-FFF2-40B4-BE49-F238E27FC236}">
                    <a16:creationId xmlns:a16="http://schemas.microsoft.com/office/drawing/2014/main" id="{8DCEFA12-49A5-D24F-512A-278AE0AE3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6895" y="822291"/>
                <a:ext cx="126004" cy="126003"/>
              </a:xfrm>
              <a:custGeom>
                <a:avLst/>
                <a:gdLst>
                  <a:gd name="T0" fmla="*/ 30 w 32"/>
                  <a:gd name="T1" fmla="*/ 16 h 32"/>
                  <a:gd name="T2" fmla="*/ 28 w 32"/>
                  <a:gd name="T3" fmla="*/ 16 h 32"/>
                  <a:gd name="T4" fmla="*/ 16 w 32"/>
                  <a:gd name="T5" fmla="*/ 28 h 32"/>
                  <a:gd name="T6" fmla="*/ 4 w 32"/>
                  <a:gd name="T7" fmla="*/ 16 h 32"/>
                  <a:gd name="T8" fmla="*/ 16 w 32"/>
                  <a:gd name="T9" fmla="*/ 4 h 32"/>
                  <a:gd name="T10" fmla="*/ 28 w 32"/>
                  <a:gd name="T11" fmla="*/ 16 h 32"/>
                  <a:gd name="T12" fmla="*/ 30 w 32"/>
                  <a:gd name="T13" fmla="*/ 16 h 32"/>
                  <a:gd name="T14" fmla="*/ 32 w 32"/>
                  <a:gd name="T15" fmla="*/ 16 h 32"/>
                  <a:gd name="T16" fmla="*/ 16 w 32"/>
                  <a:gd name="T17" fmla="*/ 0 h 32"/>
                  <a:gd name="T18" fmla="*/ 0 w 32"/>
                  <a:gd name="T19" fmla="*/ 16 h 32"/>
                  <a:gd name="T20" fmla="*/ 16 w 32"/>
                  <a:gd name="T21" fmla="*/ 32 h 32"/>
                  <a:gd name="T22" fmla="*/ 32 w 32"/>
                  <a:gd name="T23" fmla="*/ 16 h 32"/>
                  <a:gd name="T24" fmla="*/ 30 w 32"/>
                  <a:gd name="T2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32">
                    <a:moveTo>
                      <a:pt x="30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lnTo>
                      <a:pt x="30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6" name="Freeform 667">
                <a:extLst>
                  <a:ext uri="{FF2B5EF4-FFF2-40B4-BE49-F238E27FC236}">
                    <a16:creationId xmlns:a16="http://schemas.microsoft.com/office/drawing/2014/main" id="{C810686A-0FB6-C804-1A89-2A675A53C5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78449" y="826873"/>
                <a:ext cx="281792" cy="130585"/>
              </a:xfrm>
              <a:custGeom>
                <a:avLst/>
                <a:gdLst>
                  <a:gd name="T0" fmla="*/ 72 w 72"/>
                  <a:gd name="T1" fmla="*/ 9 h 33"/>
                  <a:gd name="T2" fmla="*/ 60 w 72"/>
                  <a:gd name="T3" fmla="*/ 16 h 33"/>
                  <a:gd name="T4" fmla="*/ 0 w 72"/>
                  <a:gd name="T5" fmla="*/ 17 h 33"/>
                  <a:gd name="T6" fmla="*/ 60 w 72"/>
                  <a:gd name="T7" fmla="*/ 17 h 33"/>
                  <a:gd name="T8" fmla="*/ 72 w 72"/>
                  <a:gd name="T9" fmla="*/ 24 h 33"/>
                  <a:gd name="T10" fmla="*/ 72 w 72"/>
                  <a:gd name="T11" fmla="*/ 9 h 33"/>
                  <a:gd name="T12" fmla="*/ 14 w 72"/>
                  <a:gd name="T13" fmla="*/ 17 h 33"/>
                  <a:gd name="T14" fmla="*/ 11 w 72"/>
                  <a:gd name="T15" fmla="*/ 14 h 33"/>
                  <a:gd name="T16" fmla="*/ 14 w 72"/>
                  <a:gd name="T17" fmla="*/ 12 h 33"/>
                  <a:gd name="T18" fmla="*/ 16 w 72"/>
                  <a:gd name="T19" fmla="*/ 14 h 33"/>
                  <a:gd name="T20" fmla="*/ 14 w 72"/>
                  <a:gd name="T21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33">
                    <a:moveTo>
                      <a:pt x="72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3" y="0"/>
                      <a:pt x="16" y="0"/>
                      <a:pt x="0" y="17"/>
                    </a:cubicBezTo>
                    <a:cubicBezTo>
                      <a:pt x="16" y="33"/>
                      <a:pt x="43" y="33"/>
                      <a:pt x="60" y="17"/>
                    </a:cubicBezTo>
                    <a:cubicBezTo>
                      <a:pt x="72" y="24"/>
                      <a:pt x="72" y="24"/>
                      <a:pt x="72" y="24"/>
                    </a:cubicBezTo>
                    <a:lnTo>
                      <a:pt x="72" y="9"/>
                    </a:lnTo>
                    <a:close/>
                    <a:moveTo>
                      <a:pt x="14" y="17"/>
                    </a:moveTo>
                    <a:cubicBezTo>
                      <a:pt x="12" y="17"/>
                      <a:pt x="11" y="16"/>
                      <a:pt x="11" y="14"/>
                    </a:cubicBezTo>
                    <a:cubicBezTo>
                      <a:pt x="11" y="13"/>
                      <a:pt x="12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ubicBezTo>
                      <a:pt x="16" y="16"/>
                      <a:pt x="15" y="17"/>
                      <a:pt x="14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217" name="Freeform 673">
                <a:extLst>
                  <a:ext uri="{FF2B5EF4-FFF2-40B4-BE49-F238E27FC236}">
                    <a16:creationId xmlns:a16="http://schemas.microsoft.com/office/drawing/2014/main" id="{F624670F-DB85-FB2B-3B3F-244B30C2DB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92551" y="759235"/>
                <a:ext cx="286374" cy="128294"/>
              </a:xfrm>
              <a:custGeom>
                <a:avLst/>
                <a:gdLst>
                  <a:gd name="T0" fmla="*/ 73 w 73"/>
                  <a:gd name="T1" fmla="*/ 9 h 33"/>
                  <a:gd name="T2" fmla="*/ 60 w 73"/>
                  <a:gd name="T3" fmla="*/ 16 h 33"/>
                  <a:gd name="T4" fmla="*/ 0 w 73"/>
                  <a:gd name="T5" fmla="*/ 17 h 33"/>
                  <a:gd name="T6" fmla="*/ 61 w 73"/>
                  <a:gd name="T7" fmla="*/ 17 h 33"/>
                  <a:gd name="T8" fmla="*/ 73 w 73"/>
                  <a:gd name="T9" fmla="*/ 24 h 33"/>
                  <a:gd name="T10" fmla="*/ 73 w 73"/>
                  <a:gd name="T11" fmla="*/ 9 h 33"/>
                  <a:gd name="T12" fmla="*/ 15 w 73"/>
                  <a:gd name="T13" fmla="*/ 17 h 33"/>
                  <a:gd name="T14" fmla="*/ 12 w 73"/>
                  <a:gd name="T15" fmla="*/ 14 h 33"/>
                  <a:gd name="T16" fmla="*/ 15 w 73"/>
                  <a:gd name="T17" fmla="*/ 12 h 33"/>
                  <a:gd name="T18" fmla="*/ 17 w 73"/>
                  <a:gd name="T19" fmla="*/ 14 h 33"/>
                  <a:gd name="T20" fmla="*/ 15 w 73"/>
                  <a:gd name="T21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3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0"/>
                      <a:pt x="0" y="17"/>
                    </a:cubicBezTo>
                    <a:cubicBezTo>
                      <a:pt x="17" y="33"/>
                      <a:pt x="44" y="33"/>
                      <a:pt x="61" y="17"/>
                    </a:cubicBezTo>
                    <a:cubicBezTo>
                      <a:pt x="73" y="24"/>
                      <a:pt x="73" y="24"/>
                      <a:pt x="73" y="24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4"/>
                    </a:cubicBezTo>
                    <a:cubicBezTo>
                      <a:pt x="12" y="13"/>
                      <a:pt x="13" y="12"/>
                      <a:pt x="15" y="12"/>
                    </a:cubicBezTo>
                    <a:cubicBezTo>
                      <a:pt x="16" y="12"/>
                      <a:pt x="17" y="13"/>
                      <a:pt x="17" y="14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131D3DD-B494-0B98-56EF-3503469277ED}"/>
                </a:ext>
              </a:extLst>
            </p:cNvPr>
            <p:cNvGrpSpPr/>
            <p:nvPr/>
          </p:nvGrpSpPr>
          <p:grpSpPr>
            <a:xfrm>
              <a:off x="6200077" y="1657393"/>
              <a:ext cx="1546415" cy="632311"/>
              <a:chOff x="5952654" y="737523"/>
              <a:chExt cx="1546415" cy="632311"/>
            </a:xfrm>
          </p:grpSpPr>
          <p:sp>
            <p:nvSpPr>
              <p:cNvPr id="188" name="Freeform 653">
                <a:extLst>
                  <a:ext uri="{FF2B5EF4-FFF2-40B4-BE49-F238E27FC236}">
                    <a16:creationId xmlns:a16="http://schemas.microsoft.com/office/drawing/2014/main" id="{D3AB9981-17C4-A7EB-9DE5-5C2B6DCC3F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89667" y="863528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0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4 w 73"/>
                  <a:gd name="T13" fmla="*/ 17 h 34"/>
                  <a:gd name="T14" fmla="*/ 12 w 73"/>
                  <a:gd name="T15" fmla="*/ 15 h 34"/>
                  <a:gd name="T16" fmla="*/ 14 w 73"/>
                  <a:gd name="T17" fmla="*/ 12 h 34"/>
                  <a:gd name="T18" fmla="*/ 17 w 73"/>
                  <a:gd name="T19" fmla="*/ 15 h 34"/>
                  <a:gd name="T20" fmla="*/ 14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3" y="0"/>
                      <a:pt x="17" y="0"/>
                      <a:pt x="0" y="17"/>
                    </a:cubicBezTo>
                    <a:cubicBezTo>
                      <a:pt x="17" y="34"/>
                      <a:pt x="43" y="34"/>
                      <a:pt x="60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4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3"/>
                      <a:pt x="13" y="12"/>
                      <a:pt x="14" y="12"/>
                    </a:cubicBezTo>
                    <a:cubicBezTo>
                      <a:pt x="16" y="12"/>
                      <a:pt x="17" y="13"/>
                      <a:pt x="17" y="15"/>
                    </a:cubicBezTo>
                    <a:cubicBezTo>
                      <a:pt x="17" y="16"/>
                      <a:pt x="16" y="17"/>
                      <a:pt x="14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89" name="Freeform 654">
                <a:extLst>
                  <a:ext uri="{FF2B5EF4-FFF2-40B4-BE49-F238E27FC236}">
                    <a16:creationId xmlns:a16="http://schemas.microsoft.com/office/drawing/2014/main" id="{08BC6AEA-7973-80B5-FCAC-83211E6ADA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14868" y="1094916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0" name="Freeform 655">
                <a:extLst>
                  <a:ext uri="{FF2B5EF4-FFF2-40B4-BE49-F238E27FC236}">
                    <a16:creationId xmlns:a16="http://schemas.microsoft.com/office/drawing/2014/main" id="{6CA55BFC-16F6-F067-923D-DA2E5B5C47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9245" y="1094916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1" name="Freeform 662">
                <a:extLst>
                  <a:ext uri="{FF2B5EF4-FFF2-40B4-BE49-F238E27FC236}">
                    <a16:creationId xmlns:a16="http://schemas.microsoft.com/office/drawing/2014/main" id="{3A6391FD-9AA7-7197-90CD-86CB138E56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9819" y="737523"/>
                <a:ext cx="286374" cy="128294"/>
              </a:xfrm>
              <a:custGeom>
                <a:avLst/>
                <a:gdLst>
                  <a:gd name="T0" fmla="*/ 73 w 73"/>
                  <a:gd name="T1" fmla="*/ 8 h 33"/>
                  <a:gd name="T2" fmla="*/ 61 w 73"/>
                  <a:gd name="T3" fmla="*/ 16 h 33"/>
                  <a:gd name="T4" fmla="*/ 0 w 73"/>
                  <a:gd name="T5" fmla="*/ 16 h 33"/>
                  <a:gd name="T6" fmla="*/ 61 w 73"/>
                  <a:gd name="T7" fmla="*/ 17 h 33"/>
                  <a:gd name="T8" fmla="*/ 73 w 73"/>
                  <a:gd name="T9" fmla="*/ 24 h 33"/>
                  <a:gd name="T10" fmla="*/ 73 w 73"/>
                  <a:gd name="T11" fmla="*/ 8 h 33"/>
                  <a:gd name="T12" fmla="*/ 15 w 73"/>
                  <a:gd name="T13" fmla="*/ 17 h 33"/>
                  <a:gd name="T14" fmla="*/ 12 w 73"/>
                  <a:gd name="T15" fmla="*/ 14 h 33"/>
                  <a:gd name="T16" fmla="*/ 15 w 73"/>
                  <a:gd name="T17" fmla="*/ 12 h 33"/>
                  <a:gd name="T18" fmla="*/ 17 w 73"/>
                  <a:gd name="T19" fmla="*/ 14 h 33"/>
                  <a:gd name="T20" fmla="*/ 15 w 73"/>
                  <a:gd name="T21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3">
                    <a:moveTo>
                      <a:pt x="73" y="8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44" y="0"/>
                      <a:pt x="17" y="0"/>
                      <a:pt x="0" y="16"/>
                    </a:cubicBezTo>
                    <a:cubicBezTo>
                      <a:pt x="17" y="33"/>
                      <a:pt x="44" y="33"/>
                      <a:pt x="61" y="17"/>
                    </a:cubicBezTo>
                    <a:cubicBezTo>
                      <a:pt x="73" y="24"/>
                      <a:pt x="73" y="24"/>
                      <a:pt x="73" y="24"/>
                    </a:cubicBezTo>
                    <a:lnTo>
                      <a:pt x="73" y="8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5"/>
                      <a:pt x="12" y="14"/>
                    </a:cubicBezTo>
                    <a:cubicBezTo>
                      <a:pt x="12" y="13"/>
                      <a:pt x="13" y="12"/>
                      <a:pt x="15" y="12"/>
                    </a:cubicBezTo>
                    <a:cubicBezTo>
                      <a:pt x="16" y="12"/>
                      <a:pt x="17" y="13"/>
                      <a:pt x="17" y="14"/>
                    </a:cubicBezTo>
                    <a:cubicBezTo>
                      <a:pt x="17" y="15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2" name="Freeform 665">
                <a:extLst>
                  <a:ext uri="{FF2B5EF4-FFF2-40B4-BE49-F238E27FC236}">
                    <a16:creationId xmlns:a16="http://schemas.microsoft.com/office/drawing/2014/main" id="{D07850D5-FCBC-4065-9F52-344BAC0E40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2695" y="959750"/>
                <a:ext cx="286374" cy="13516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7 h 34"/>
                  <a:gd name="T4" fmla="*/ 0 w 73"/>
                  <a:gd name="T5" fmla="*/ 17 h 34"/>
                  <a:gd name="T6" fmla="*/ 60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4 w 73"/>
                  <a:gd name="T13" fmla="*/ 18 h 34"/>
                  <a:gd name="T14" fmla="*/ 12 w 73"/>
                  <a:gd name="T15" fmla="*/ 15 h 34"/>
                  <a:gd name="T16" fmla="*/ 14 w 73"/>
                  <a:gd name="T17" fmla="*/ 13 h 34"/>
                  <a:gd name="T18" fmla="*/ 17 w 73"/>
                  <a:gd name="T19" fmla="*/ 15 h 34"/>
                  <a:gd name="T20" fmla="*/ 14 w 73"/>
                  <a:gd name="T21" fmla="*/ 1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7"/>
                      <a:pt x="60" y="17"/>
                      <a:pt x="60" y="17"/>
                    </a:cubicBezTo>
                    <a:cubicBezTo>
                      <a:pt x="43" y="0"/>
                      <a:pt x="17" y="1"/>
                      <a:pt x="0" y="17"/>
                    </a:cubicBezTo>
                    <a:cubicBezTo>
                      <a:pt x="17" y="34"/>
                      <a:pt x="43" y="34"/>
                      <a:pt x="60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4" y="18"/>
                    </a:moveTo>
                    <a:cubicBezTo>
                      <a:pt x="13" y="18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4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8"/>
                      <a:pt x="14" y="1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3" name="Freeform 670">
                <a:extLst>
                  <a:ext uri="{FF2B5EF4-FFF2-40B4-BE49-F238E27FC236}">
                    <a16:creationId xmlns:a16="http://schemas.microsoft.com/office/drawing/2014/main" id="{95040E43-A46E-7F8D-9DFB-1B906F9D2A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52654" y="918511"/>
                <a:ext cx="284082" cy="132877"/>
              </a:xfrm>
              <a:custGeom>
                <a:avLst/>
                <a:gdLst>
                  <a:gd name="T0" fmla="*/ 72 w 72"/>
                  <a:gd name="T1" fmla="*/ 9 h 34"/>
                  <a:gd name="T2" fmla="*/ 60 w 72"/>
                  <a:gd name="T3" fmla="*/ 16 h 34"/>
                  <a:gd name="T4" fmla="*/ 0 w 72"/>
                  <a:gd name="T5" fmla="*/ 17 h 34"/>
                  <a:gd name="T6" fmla="*/ 0 w 72"/>
                  <a:gd name="T7" fmla="*/ 17 h 34"/>
                  <a:gd name="T8" fmla="*/ 60 w 72"/>
                  <a:gd name="T9" fmla="*/ 17 h 34"/>
                  <a:gd name="T10" fmla="*/ 72 w 72"/>
                  <a:gd name="T11" fmla="*/ 25 h 34"/>
                  <a:gd name="T12" fmla="*/ 72 w 72"/>
                  <a:gd name="T13" fmla="*/ 9 h 34"/>
                  <a:gd name="T14" fmla="*/ 14 w 72"/>
                  <a:gd name="T15" fmla="*/ 17 h 34"/>
                  <a:gd name="T16" fmla="*/ 12 w 72"/>
                  <a:gd name="T17" fmla="*/ 14 h 34"/>
                  <a:gd name="T18" fmla="*/ 14 w 72"/>
                  <a:gd name="T19" fmla="*/ 12 h 34"/>
                  <a:gd name="T20" fmla="*/ 16 w 72"/>
                  <a:gd name="T21" fmla="*/ 14 h 34"/>
                  <a:gd name="T22" fmla="*/ 14 w 72"/>
                  <a:gd name="T23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" h="34">
                    <a:moveTo>
                      <a:pt x="72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3" y="0"/>
                      <a:pt x="16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6" y="33"/>
                      <a:pt x="43" y="34"/>
                      <a:pt x="60" y="17"/>
                    </a:cubicBezTo>
                    <a:cubicBezTo>
                      <a:pt x="72" y="25"/>
                      <a:pt x="72" y="25"/>
                      <a:pt x="72" y="25"/>
                    </a:cubicBezTo>
                    <a:lnTo>
                      <a:pt x="72" y="9"/>
                    </a:lnTo>
                    <a:close/>
                    <a:moveTo>
                      <a:pt x="14" y="17"/>
                    </a:moveTo>
                    <a:cubicBezTo>
                      <a:pt x="13" y="17"/>
                      <a:pt x="12" y="16"/>
                      <a:pt x="12" y="14"/>
                    </a:cubicBezTo>
                    <a:cubicBezTo>
                      <a:pt x="12" y="13"/>
                      <a:pt x="13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ubicBezTo>
                      <a:pt x="16" y="16"/>
                      <a:pt x="15" y="17"/>
                      <a:pt x="14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4" name="Freeform 671">
                <a:extLst>
                  <a:ext uri="{FF2B5EF4-FFF2-40B4-BE49-F238E27FC236}">
                    <a16:creationId xmlns:a16="http://schemas.microsoft.com/office/drawing/2014/main" id="{A11E02A3-AEC4-834E-D0BA-1CD2E2981D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36855" y="1236957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95" name="Freeform 674">
                <a:extLst>
                  <a:ext uri="{FF2B5EF4-FFF2-40B4-BE49-F238E27FC236}">
                    <a16:creationId xmlns:a16="http://schemas.microsoft.com/office/drawing/2014/main" id="{5A73A304-599C-1E8C-DE75-12EBDAB737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36855" y="952876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789CC3B-AA4F-B4A2-39FF-264FD3516EA4}"/>
              </a:ext>
            </a:extLst>
          </p:cNvPr>
          <p:cNvGrpSpPr/>
          <p:nvPr/>
        </p:nvGrpSpPr>
        <p:grpSpPr>
          <a:xfrm>
            <a:off x="818564" y="4182306"/>
            <a:ext cx="1626597" cy="1583068"/>
            <a:chOff x="9279162" y="767307"/>
            <a:chExt cx="1626597" cy="1583068"/>
          </a:xfrm>
        </p:grpSpPr>
        <p:sp>
          <p:nvSpPr>
            <p:cNvPr id="72" name="Freeform 483">
              <a:extLst>
                <a:ext uri="{FF2B5EF4-FFF2-40B4-BE49-F238E27FC236}">
                  <a16:creationId xmlns:a16="http://schemas.microsoft.com/office/drawing/2014/main" id="{9D5D5388-0AEC-33D0-ECC9-927A7BA25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2408" y="902475"/>
              <a:ext cx="1239423" cy="1363134"/>
            </a:xfrm>
            <a:custGeom>
              <a:avLst/>
              <a:gdLst>
                <a:gd name="T0" fmla="*/ 311 w 316"/>
                <a:gd name="T1" fmla="*/ 113 h 347"/>
                <a:gd name="T2" fmla="*/ 310 w 316"/>
                <a:gd name="T3" fmla="*/ 110 h 347"/>
                <a:gd name="T4" fmla="*/ 266 w 316"/>
                <a:gd name="T5" fmla="*/ 85 h 347"/>
                <a:gd name="T6" fmla="*/ 261 w 316"/>
                <a:gd name="T7" fmla="*/ 86 h 347"/>
                <a:gd name="T8" fmla="*/ 261 w 316"/>
                <a:gd name="T9" fmla="*/ 72 h 347"/>
                <a:gd name="T10" fmla="*/ 260 w 316"/>
                <a:gd name="T11" fmla="*/ 28 h 347"/>
                <a:gd name="T12" fmla="*/ 210 w 316"/>
                <a:gd name="T13" fmla="*/ 9 h 347"/>
                <a:gd name="T14" fmla="*/ 192 w 316"/>
                <a:gd name="T15" fmla="*/ 32 h 347"/>
                <a:gd name="T16" fmla="*/ 189 w 316"/>
                <a:gd name="T17" fmla="*/ 52 h 347"/>
                <a:gd name="T18" fmla="*/ 186 w 316"/>
                <a:gd name="T19" fmla="*/ 40 h 347"/>
                <a:gd name="T20" fmla="*/ 176 w 316"/>
                <a:gd name="T21" fmla="*/ 13 h 347"/>
                <a:gd name="T22" fmla="*/ 148 w 316"/>
                <a:gd name="T23" fmla="*/ 1 h 347"/>
                <a:gd name="T24" fmla="*/ 114 w 316"/>
                <a:gd name="T25" fmla="*/ 49 h 347"/>
                <a:gd name="T26" fmla="*/ 119 w 316"/>
                <a:gd name="T27" fmla="*/ 66 h 347"/>
                <a:gd name="T28" fmla="*/ 78 w 316"/>
                <a:gd name="T29" fmla="*/ 33 h 347"/>
                <a:gd name="T30" fmla="*/ 43 w 316"/>
                <a:gd name="T31" fmla="*/ 67 h 347"/>
                <a:gd name="T32" fmla="*/ 51 w 316"/>
                <a:gd name="T33" fmla="*/ 94 h 347"/>
                <a:gd name="T34" fmla="*/ 72 w 316"/>
                <a:gd name="T35" fmla="*/ 133 h 347"/>
                <a:gd name="T36" fmla="*/ 70 w 316"/>
                <a:gd name="T37" fmla="*/ 137 h 347"/>
                <a:gd name="T38" fmla="*/ 60 w 316"/>
                <a:gd name="T39" fmla="*/ 131 h 347"/>
                <a:gd name="T40" fmla="*/ 30 w 316"/>
                <a:gd name="T41" fmla="*/ 134 h 347"/>
                <a:gd name="T42" fmla="*/ 23 w 316"/>
                <a:gd name="T43" fmla="*/ 207 h 347"/>
                <a:gd name="T44" fmla="*/ 79 w 316"/>
                <a:gd name="T45" fmla="*/ 315 h 347"/>
                <a:gd name="T46" fmla="*/ 116 w 316"/>
                <a:gd name="T47" fmla="*/ 340 h 347"/>
                <a:gd name="T48" fmla="*/ 137 w 316"/>
                <a:gd name="T49" fmla="*/ 331 h 347"/>
                <a:gd name="T50" fmla="*/ 170 w 316"/>
                <a:gd name="T51" fmla="*/ 336 h 347"/>
                <a:gd name="T52" fmla="*/ 209 w 316"/>
                <a:gd name="T53" fmla="*/ 342 h 347"/>
                <a:gd name="T54" fmla="*/ 229 w 316"/>
                <a:gd name="T55" fmla="*/ 310 h 347"/>
                <a:gd name="T56" fmla="*/ 240 w 316"/>
                <a:gd name="T57" fmla="*/ 305 h 347"/>
                <a:gd name="T58" fmla="*/ 267 w 316"/>
                <a:gd name="T59" fmla="*/ 319 h 347"/>
                <a:gd name="T60" fmla="*/ 305 w 316"/>
                <a:gd name="T61" fmla="*/ 290 h 347"/>
                <a:gd name="T62" fmla="*/ 300 w 316"/>
                <a:gd name="T63" fmla="*/ 250 h 347"/>
                <a:gd name="T64" fmla="*/ 305 w 316"/>
                <a:gd name="T65" fmla="*/ 205 h 347"/>
                <a:gd name="T66" fmla="*/ 311 w 316"/>
                <a:gd name="T67" fmla="*/ 115 h 347"/>
                <a:gd name="T68" fmla="*/ 311 w 316"/>
                <a:gd name="T69" fmla="*/ 113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" h="347">
                  <a:moveTo>
                    <a:pt x="311" y="113"/>
                  </a:moveTo>
                  <a:cubicBezTo>
                    <a:pt x="311" y="112"/>
                    <a:pt x="311" y="111"/>
                    <a:pt x="310" y="110"/>
                  </a:cubicBezTo>
                  <a:cubicBezTo>
                    <a:pt x="305" y="91"/>
                    <a:pt x="286" y="79"/>
                    <a:pt x="266" y="85"/>
                  </a:cubicBezTo>
                  <a:cubicBezTo>
                    <a:pt x="264" y="85"/>
                    <a:pt x="263" y="86"/>
                    <a:pt x="261" y="86"/>
                  </a:cubicBezTo>
                  <a:cubicBezTo>
                    <a:pt x="261" y="81"/>
                    <a:pt x="261" y="77"/>
                    <a:pt x="261" y="72"/>
                  </a:cubicBezTo>
                  <a:cubicBezTo>
                    <a:pt x="262" y="58"/>
                    <a:pt x="265" y="41"/>
                    <a:pt x="260" y="28"/>
                  </a:cubicBezTo>
                  <a:cubicBezTo>
                    <a:pt x="252" y="9"/>
                    <a:pt x="228" y="1"/>
                    <a:pt x="210" y="9"/>
                  </a:cubicBezTo>
                  <a:cubicBezTo>
                    <a:pt x="200" y="13"/>
                    <a:pt x="194" y="22"/>
                    <a:pt x="192" y="32"/>
                  </a:cubicBezTo>
                  <a:cubicBezTo>
                    <a:pt x="190" y="38"/>
                    <a:pt x="190" y="45"/>
                    <a:pt x="189" y="52"/>
                  </a:cubicBezTo>
                  <a:cubicBezTo>
                    <a:pt x="188" y="48"/>
                    <a:pt x="187" y="44"/>
                    <a:pt x="186" y="40"/>
                  </a:cubicBezTo>
                  <a:cubicBezTo>
                    <a:pt x="183" y="31"/>
                    <a:pt x="181" y="21"/>
                    <a:pt x="176" y="13"/>
                  </a:cubicBezTo>
                  <a:cubicBezTo>
                    <a:pt x="169" y="5"/>
                    <a:pt x="159" y="0"/>
                    <a:pt x="148" y="1"/>
                  </a:cubicBezTo>
                  <a:cubicBezTo>
                    <a:pt x="124" y="3"/>
                    <a:pt x="108" y="26"/>
                    <a:pt x="114" y="49"/>
                  </a:cubicBezTo>
                  <a:cubicBezTo>
                    <a:pt x="115" y="55"/>
                    <a:pt x="117" y="61"/>
                    <a:pt x="119" y="66"/>
                  </a:cubicBezTo>
                  <a:cubicBezTo>
                    <a:pt x="110" y="50"/>
                    <a:pt x="98" y="31"/>
                    <a:pt x="78" y="33"/>
                  </a:cubicBezTo>
                  <a:cubicBezTo>
                    <a:pt x="60" y="34"/>
                    <a:pt x="45" y="49"/>
                    <a:pt x="43" y="67"/>
                  </a:cubicBezTo>
                  <a:cubicBezTo>
                    <a:pt x="42" y="77"/>
                    <a:pt x="46" y="86"/>
                    <a:pt x="51" y="94"/>
                  </a:cubicBezTo>
                  <a:cubicBezTo>
                    <a:pt x="59" y="107"/>
                    <a:pt x="66" y="120"/>
                    <a:pt x="72" y="133"/>
                  </a:cubicBezTo>
                  <a:cubicBezTo>
                    <a:pt x="71" y="134"/>
                    <a:pt x="70" y="135"/>
                    <a:pt x="70" y="137"/>
                  </a:cubicBezTo>
                  <a:cubicBezTo>
                    <a:pt x="67" y="134"/>
                    <a:pt x="64" y="132"/>
                    <a:pt x="60" y="131"/>
                  </a:cubicBezTo>
                  <a:cubicBezTo>
                    <a:pt x="50" y="127"/>
                    <a:pt x="39" y="129"/>
                    <a:pt x="30" y="134"/>
                  </a:cubicBezTo>
                  <a:cubicBezTo>
                    <a:pt x="0" y="151"/>
                    <a:pt x="14" y="182"/>
                    <a:pt x="23" y="207"/>
                  </a:cubicBezTo>
                  <a:cubicBezTo>
                    <a:pt x="38" y="245"/>
                    <a:pt x="57" y="281"/>
                    <a:pt x="79" y="315"/>
                  </a:cubicBezTo>
                  <a:cubicBezTo>
                    <a:pt x="87" y="329"/>
                    <a:pt x="97" y="342"/>
                    <a:pt x="116" y="340"/>
                  </a:cubicBezTo>
                  <a:cubicBezTo>
                    <a:pt x="124" y="339"/>
                    <a:pt x="131" y="336"/>
                    <a:pt x="137" y="331"/>
                  </a:cubicBezTo>
                  <a:cubicBezTo>
                    <a:pt x="146" y="339"/>
                    <a:pt x="158" y="341"/>
                    <a:pt x="170" y="336"/>
                  </a:cubicBezTo>
                  <a:cubicBezTo>
                    <a:pt x="181" y="345"/>
                    <a:pt x="196" y="347"/>
                    <a:pt x="209" y="342"/>
                  </a:cubicBezTo>
                  <a:cubicBezTo>
                    <a:pt x="224" y="336"/>
                    <a:pt x="229" y="324"/>
                    <a:pt x="229" y="310"/>
                  </a:cubicBezTo>
                  <a:cubicBezTo>
                    <a:pt x="233" y="309"/>
                    <a:pt x="237" y="308"/>
                    <a:pt x="240" y="305"/>
                  </a:cubicBezTo>
                  <a:cubicBezTo>
                    <a:pt x="246" y="313"/>
                    <a:pt x="255" y="319"/>
                    <a:pt x="267" y="319"/>
                  </a:cubicBezTo>
                  <a:cubicBezTo>
                    <a:pt x="285" y="321"/>
                    <a:pt x="303" y="309"/>
                    <a:pt x="305" y="290"/>
                  </a:cubicBezTo>
                  <a:cubicBezTo>
                    <a:pt x="306" y="277"/>
                    <a:pt x="300" y="263"/>
                    <a:pt x="300" y="250"/>
                  </a:cubicBezTo>
                  <a:cubicBezTo>
                    <a:pt x="300" y="235"/>
                    <a:pt x="302" y="220"/>
                    <a:pt x="305" y="205"/>
                  </a:cubicBezTo>
                  <a:cubicBezTo>
                    <a:pt x="310" y="175"/>
                    <a:pt x="316" y="145"/>
                    <a:pt x="311" y="115"/>
                  </a:cubicBezTo>
                  <a:cubicBezTo>
                    <a:pt x="311" y="114"/>
                    <a:pt x="311" y="114"/>
                    <a:pt x="311" y="11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3" name="Freeform 486">
              <a:extLst>
                <a:ext uri="{FF2B5EF4-FFF2-40B4-BE49-F238E27FC236}">
                  <a16:creationId xmlns:a16="http://schemas.microsoft.com/office/drawing/2014/main" id="{ACF02CBB-030D-1B54-8E71-B10F6F86B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3047" y="1097209"/>
              <a:ext cx="430705" cy="657512"/>
            </a:xfrm>
            <a:custGeom>
              <a:avLst/>
              <a:gdLst>
                <a:gd name="T0" fmla="*/ 14 w 110"/>
                <a:gd name="T1" fmla="*/ 163 h 167"/>
                <a:gd name="T2" fmla="*/ 48 w 110"/>
                <a:gd name="T3" fmla="*/ 112 h 167"/>
                <a:gd name="T4" fmla="*/ 70 w 110"/>
                <a:gd name="T5" fmla="*/ 86 h 167"/>
                <a:gd name="T6" fmla="*/ 73 w 110"/>
                <a:gd name="T7" fmla="*/ 74 h 167"/>
                <a:gd name="T8" fmla="*/ 109 w 110"/>
                <a:gd name="T9" fmla="*/ 20 h 167"/>
                <a:gd name="T10" fmla="*/ 103 w 110"/>
                <a:gd name="T11" fmla="*/ 19 h 167"/>
                <a:gd name="T12" fmla="*/ 74 w 110"/>
                <a:gd name="T13" fmla="*/ 67 h 167"/>
                <a:gd name="T14" fmla="*/ 64 w 110"/>
                <a:gd name="T15" fmla="*/ 4 h 167"/>
                <a:gd name="T16" fmla="*/ 58 w 110"/>
                <a:gd name="T17" fmla="*/ 7 h 167"/>
                <a:gd name="T18" fmla="*/ 67 w 110"/>
                <a:gd name="T19" fmla="*/ 65 h 167"/>
                <a:gd name="T20" fmla="*/ 65 w 110"/>
                <a:gd name="T21" fmla="*/ 65 h 167"/>
                <a:gd name="T22" fmla="*/ 11 w 110"/>
                <a:gd name="T23" fmla="*/ 13 h 167"/>
                <a:gd name="T24" fmla="*/ 4 w 110"/>
                <a:gd name="T25" fmla="*/ 13 h 167"/>
                <a:gd name="T26" fmla="*/ 62 w 110"/>
                <a:gd name="T27" fmla="*/ 71 h 167"/>
                <a:gd name="T28" fmla="*/ 65 w 110"/>
                <a:gd name="T29" fmla="*/ 75 h 167"/>
                <a:gd name="T30" fmla="*/ 65 w 110"/>
                <a:gd name="T31" fmla="*/ 75 h 167"/>
                <a:gd name="T32" fmla="*/ 41 w 110"/>
                <a:gd name="T33" fmla="*/ 110 h 167"/>
                <a:gd name="T34" fmla="*/ 8 w 110"/>
                <a:gd name="T35" fmla="*/ 161 h 167"/>
                <a:gd name="T36" fmla="*/ 14 w 110"/>
                <a:gd name="T37" fmla="*/ 16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167">
                  <a:moveTo>
                    <a:pt x="14" y="163"/>
                  </a:moveTo>
                  <a:cubicBezTo>
                    <a:pt x="19" y="141"/>
                    <a:pt x="30" y="127"/>
                    <a:pt x="48" y="112"/>
                  </a:cubicBezTo>
                  <a:cubicBezTo>
                    <a:pt x="57" y="105"/>
                    <a:pt x="65" y="97"/>
                    <a:pt x="70" y="86"/>
                  </a:cubicBezTo>
                  <a:cubicBezTo>
                    <a:pt x="71" y="82"/>
                    <a:pt x="72" y="78"/>
                    <a:pt x="73" y="74"/>
                  </a:cubicBezTo>
                  <a:cubicBezTo>
                    <a:pt x="97" y="69"/>
                    <a:pt x="105" y="41"/>
                    <a:pt x="109" y="20"/>
                  </a:cubicBezTo>
                  <a:cubicBezTo>
                    <a:pt x="110" y="16"/>
                    <a:pt x="104" y="15"/>
                    <a:pt x="103" y="19"/>
                  </a:cubicBezTo>
                  <a:cubicBezTo>
                    <a:pt x="100" y="37"/>
                    <a:pt x="94" y="62"/>
                    <a:pt x="74" y="67"/>
                  </a:cubicBezTo>
                  <a:cubicBezTo>
                    <a:pt x="77" y="46"/>
                    <a:pt x="71" y="24"/>
                    <a:pt x="64" y="4"/>
                  </a:cubicBezTo>
                  <a:cubicBezTo>
                    <a:pt x="62" y="0"/>
                    <a:pt x="57" y="3"/>
                    <a:pt x="58" y="7"/>
                  </a:cubicBezTo>
                  <a:cubicBezTo>
                    <a:pt x="66" y="27"/>
                    <a:pt x="70" y="47"/>
                    <a:pt x="67" y="65"/>
                  </a:cubicBezTo>
                  <a:cubicBezTo>
                    <a:pt x="67" y="65"/>
                    <a:pt x="66" y="65"/>
                    <a:pt x="65" y="65"/>
                  </a:cubicBezTo>
                  <a:cubicBezTo>
                    <a:pt x="33" y="71"/>
                    <a:pt x="6" y="45"/>
                    <a:pt x="11" y="13"/>
                  </a:cubicBezTo>
                  <a:cubicBezTo>
                    <a:pt x="11" y="9"/>
                    <a:pt x="5" y="9"/>
                    <a:pt x="4" y="13"/>
                  </a:cubicBezTo>
                  <a:cubicBezTo>
                    <a:pt x="0" y="47"/>
                    <a:pt x="28" y="75"/>
                    <a:pt x="62" y="71"/>
                  </a:cubicBezTo>
                  <a:cubicBezTo>
                    <a:pt x="62" y="73"/>
                    <a:pt x="63" y="75"/>
                    <a:pt x="65" y="75"/>
                  </a:cubicBezTo>
                  <a:cubicBezTo>
                    <a:pt x="65" y="75"/>
                    <a:pt x="65" y="75"/>
                    <a:pt x="65" y="75"/>
                  </a:cubicBezTo>
                  <a:cubicBezTo>
                    <a:pt x="61" y="87"/>
                    <a:pt x="54" y="99"/>
                    <a:pt x="41" y="110"/>
                  </a:cubicBezTo>
                  <a:cubicBezTo>
                    <a:pt x="24" y="124"/>
                    <a:pt x="13" y="139"/>
                    <a:pt x="8" y="161"/>
                  </a:cubicBezTo>
                  <a:cubicBezTo>
                    <a:pt x="7" y="165"/>
                    <a:pt x="13" y="167"/>
                    <a:pt x="14" y="16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4" name="Freeform 487">
              <a:extLst>
                <a:ext uri="{FF2B5EF4-FFF2-40B4-BE49-F238E27FC236}">
                  <a16:creationId xmlns:a16="http://schemas.microsoft.com/office/drawing/2014/main" id="{FB62BAA4-180F-7116-17E5-5E38CDF21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9432" y="1168228"/>
              <a:ext cx="1136327" cy="1005741"/>
            </a:xfrm>
            <a:custGeom>
              <a:avLst/>
              <a:gdLst>
                <a:gd name="T0" fmla="*/ 282 w 290"/>
                <a:gd name="T1" fmla="*/ 119 h 256"/>
                <a:gd name="T2" fmla="*/ 269 w 290"/>
                <a:gd name="T3" fmla="*/ 155 h 256"/>
                <a:gd name="T4" fmla="*/ 215 w 290"/>
                <a:gd name="T5" fmla="*/ 159 h 256"/>
                <a:gd name="T6" fmla="*/ 214 w 290"/>
                <a:gd name="T7" fmla="*/ 159 h 256"/>
                <a:gd name="T8" fmla="*/ 251 w 290"/>
                <a:gd name="T9" fmla="*/ 94 h 256"/>
                <a:gd name="T10" fmla="*/ 246 w 290"/>
                <a:gd name="T11" fmla="*/ 90 h 256"/>
                <a:gd name="T12" fmla="*/ 229 w 290"/>
                <a:gd name="T13" fmla="*/ 124 h 256"/>
                <a:gd name="T14" fmla="*/ 199 w 290"/>
                <a:gd name="T15" fmla="*/ 100 h 256"/>
                <a:gd name="T16" fmla="*/ 194 w 290"/>
                <a:gd name="T17" fmla="*/ 103 h 256"/>
                <a:gd name="T18" fmla="*/ 226 w 290"/>
                <a:gd name="T19" fmla="*/ 130 h 256"/>
                <a:gd name="T20" fmla="*/ 153 w 290"/>
                <a:gd name="T21" fmla="*/ 172 h 256"/>
                <a:gd name="T22" fmla="*/ 150 w 290"/>
                <a:gd name="T23" fmla="*/ 172 h 256"/>
                <a:gd name="T24" fmla="*/ 126 w 290"/>
                <a:gd name="T25" fmla="*/ 141 h 256"/>
                <a:gd name="T26" fmla="*/ 121 w 290"/>
                <a:gd name="T27" fmla="*/ 137 h 256"/>
                <a:gd name="T28" fmla="*/ 87 w 290"/>
                <a:gd name="T29" fmla="*/ 83 h 256"/>
                <a:gd name="T30" fmla="*/ 81 w 290"/>
                <a:gd name="T31" fmla="*/ 4 h 256"/>
                <a:gd name="T32" fmla="*/ 75 w 290"/>
                <a:gd name="T33" fmla="*/ 5 h 256"/>
                <a:gd name="T34" fmla="*/ 79 w 290"/>
                <a:gd name="T35" fmla="*/ 80 h 256"/>
                <a:gd name="T36" fmla="*/ 110 w 290"/>
                <a:gd name="T37" fmla="*/ 129 h 256"/>
                <a:gd name="T38" fmla="*/ 87 w 290"/>
                <a:gd name="T39" fmla="*/ 118 h 256"/>
                <a:gd name="T40" fmla="*/ 58 w 290"/>
                <a:gd name="T41" fmla="*/ 108 h 256"/>
                <a:gd name="T42" fmla="*/ 31 w 290"/>
                <a:gd name="T43" fmla="*/ 62 h 256"/>
                <a:gd name="T44" fmla="*/ 25 w 290"/>
                <a:gd name="T45" fmla="*/ 64 h 256"/>
                <a:gd name="T46" fmla="*/ 42 w 290"/>
                <a:gd name="T47" fmla="*/ 105 h 256"/>
                <a:gd name="T48" fmla="*/ 85 w 290"/>
                <a:gd name="T49" fmla="*/ 124 h 256"/>
                <a:gd name="T50" fmla="*/ 116 w 290"/>
                <a:gd name="T51" fmla="*/ 141 h 256"/>
                <a:gd name="T52" fmla="*/ 117 w 290"/>
                <a:gd name="T53" fmla="*/ 143 h 256"/>
                <a:gd name="T54" fmla="*/ 121 w 290"/>
                <a:gd name="T55" fmla="*/ 145 h 256"/>
                <a:gd name="T56" fmla="*/ 132 w 290"/>
                <a:gd name="T57" fmla="*/ 156 h 256"/>
                <a:gd name="T58" fmla="*/ 129 w 290"/>
                <a:gd name="T59" fmla="*/ 158 h 256"/>
                <a:gd name="T60" fmla="*/ 72 w 290"/>
                <a:gd name="T61" fmla="*/ 194 h 256"/>
                <a:gd name="T62" fmla="*/ 61 w 290"/>
                <a:gd name="T63" fmla="*/ 194 h 256"/>
                <a:gd name="T64" fmla="*/ 63 w 290"/>
                <a:gd name="T65" fmla="*/ 146 h 256"/>
                <a:gd name="T66" fmla="*/ 57 w 290"/>
                <a:gd name="T67" fmla="*/ 149 h 256"/>
                <a:gd name="T68" fmla="*/ 56 w 290"/>
                <a:gd name="T69" fmla="*/ 191 h 256"/>
                <a:gd name="T70" fmla="*/ 56 w 290"/>
                <a:gd name="T71" fmla="*/ 193 h 256"/>
                <a:gd name="T72" fmla="*/ 7 w 290"/>
                <a:gd name="T73" fmla="*/ 168 h 256"/>
                <a:gd name="T74" fmla="*/ 2 w 290"/>
                <a:gd name="T75" fmla="*/ 171 h 256"/>
                <a:gd name="T76" fmla="*/ 72 w 290"/>
                <a:gd name="T77" fmla="*/ 201 h 256"/>
                <a:gd name="T78" fmla="*/ 135 w 290"/>
                <a:gd name="T79" fmla="*/ 161 h 256"/>
                <a:gd name="T80" fmla="*/ 173 w 290"/>
                <a:gd name="T81" fmla="*/ 252 h 256"/>
                <a:gd name="T82" fmla="*/ 179 w 290"/>
                <a:gd name="T83" fmla="*/ 251 h 256"/>
                <a:gd name="T84" fmla="*/ 154 w 290"/>
                <a:gd name="T85" fmla="*/ 179 h 256"/>
                <a:gd name="T86" fmla="*/ 211 w 290"/>
                <a:gd name="T87" fmla="*/ 163 h 256"/>
                <a:gd name="T88" fmla="*/ 213 w 290"/>
                <a:gd name="T89" fmla="*/ 165 h 256"/>
                <a:gd name="T90" fmla="*/ 266 w 290"/>
                <a:gd name="T91" fmla="*/ 166 h 256"/>
                <a:gd name="T92" fmla="*/ 288 w 290"/>
                <a:gd name="T93" fmla="*/ 121 h 256"/>
                <a:gd name="T94" fmla="*/ 282 w 290"/>
                <a:gd name="T95" fmla="*/ 11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0" h="256">
                  <a:moveTo>
                    <a:pt x="282" y="119"/>
                  </a:moveTo>
                  <a:cubicBezTo>
                    <a:pt x="277" y="130"/>
                    <a:pt x="276" y="145"/>
                    <a:pt x="269" y="155"/>
                  </a:cubicBezTo>
                  <a:cubicBezTo>
                    <a:pt x="256" y="172"/>
                    <a:pt x="232" y="165"/>
                    <a:pt x="215" y="159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30" y="138"/>
                    <a:pt x="241" y="111"/>
                    <a:pt x="251" y="94"/>
                  </a:cubicBezTo>
                  <a:cubicBezTo>
                    <a:pt x="253" y="90"/>
                    <a:pt x="248" y="87"/>
                    <a:pt x="246" y="90"/>
                  </a:cubicBezTo>
                  <a:cubicBezTo>
                    <a:pt x="241" y="99"/>
                    <a:pt x="236" y="111"/>
                    <a:pt x="229" y="124"/>
                  </a:cubicBezTo>
                  <a:cubicBezTo>
                    <a:pt x="216" y="121"/>
                    <a:pt x="205" y="112"/>
                    <a:pt x="199" y="100"/>
                  </a:cubicBezTo>
                  <a:cubicBezTo>
                    <a:pt x="198" y="96"/>
                    <a:pt x="192" y="99"/>
                    <a:pt x="194" y="103"/>
                  </a:cubicBezTo>
                  <a:cubicBezTo>
                    <a:pt x="200" y="116"/>
                    <a:pt x="212" y="126"/>
                    <a:pt x="226" y="130"/>
                  </a:cubicBezTo>
                  <a:cubicBezTo>
                    <a:pt x="210" y="161"/>
                    <a:pt x="188" y="191"/>
                    <a:pt x="153" y="172"/>
                  </a:cubicBezTo>
                  <a:cubicBezTo>
                    <a:pt x="152" y="172"/>
                    <a:pt x="151" y="172"/>
                    <a:pt x="150" y="172"/>
                  </a:cubicBezTo>
                  <a:cubicBezTo>
                    <a:pt x="143" y="161"/>
                    <a:pt x="135" y="150"/>
                    <a:pt x="126" y="141"/>
                  </a:cubicBezTo>
                  <a:cubicBezTo>
                    <a:pt x="124" y="140"/>
                    <a:pt x="122" y="138"/>
                    <a:pt x="121" y="137"/>
                  </a:cubicBezTo>
                  <a:cubicBezTo>
                    <a:pt x="112" y="117"/>
                    <a:pt x="95" y="103"/>
                    <a:pt x="87" y="83"/>
                  </a:cubicBezTo>
                  <a:cubicBezTo>
                    <a:pt x="77" y="58"/>
                    <a:pt x="88" y="30"/>
                    <a:pt x="81" y="4"/>
                  </a:cubicBezTo>
                  <a:cubicBezTo>
                    <a:pt x="80" y="0"/>
                    <a:pt x="74" y="1"/>
                    <a:pt x="75" y="5"/>
                  </a:cubicBezTo>
                  <a:cubicBezTo>
                    <a:pt x="82" y="30"/>
                    <a:pt x="71" y="55"/>
                    <a:pt x="79" y="80"/>
                  </a:cubicBezTo>
                  <a:cubicBezTo>
                    <a:pt x="85" y="98"/>
                    <a:pt x="100" y="112"/>
                    <a:pt x="110" y="129"/>
                  </a:cubicBezTo>
                  <a:cubicBezTo>
                    <a:pt x="103" y="124"/>
                    <a:pt x="95" y="121"/>
                    <a:pt x="87" y="118"/>
                  </a:cubicBezTo>
                  <a:cubicBezTo>
                    <a:pt x="77" y="115"/>
                    <a:pt x="67" y="114"/>
                    <a:pt x="58" y="108"/>
                  </a:cubicBezTo>
                  <a:cubicBezTo>
                    <a:pt x="40" y="99"/>
                    <a:pt x="35" y="81"/>
                    <a:pt x="31" y="62"/>
                  </a:cubicBezTo>
                  <a:cubicBezTo>
                    <a:pt x="31" y="59"/>
                    <a:pt x="24" y="60"/>
                    <a:pt x="25" y="64"/>
                  </a:cubicBezTo>
                  <a:cubicBezTo>
                    <a:pt x="28" y="78"/>
                    <a:pt x="32" y="94"/>
                    <a:pt x="42" y="105"/>
                  </a:cubicBezTo>
                  <a:cubicBezTo>
                    <a:pt x="54" y="117"/>
                    <a:pt x="70" y="119"/>
                    <a:pt x="85" y="124"/>
                  </a:cubicBezTo>
                  <a:cubicBezTo>
                    <a:pt x="97" y="128"/>
                    <a:pt x="107" y="133"/>
                    <a:pt x="116" y="141"/>
                  </a:cubicBezTo>
                  <a:cubicBezTo>
                    <a:pt x="116" y="141"/>
                    <a:pt x="116" y="142"/>
                    <a:pt x="117" y="143"/>
                  </a:cubicBezTo>
                  <a:cubicBezTo>
                    <a:pt x="117" y="145"/>
                    <a:pt x="119" y="145"/>
                    <a:pt x="121" y="145"/>
                  </a:cubicBezTo>
                  <a:cubicBezTo>
                    <a:pt x="125" y="148"/>
                    <a:pt x="128" y="152"/>
                    <a:pt x="132" y="156"/>
                  </a:cubicBezTo>
                  <a:cubicBezTo>
                    <a:pt x="131" y="157"/>
                    <a:pt x="130" y="157"/>
                    <a:pt x="129" y="158"/>
                  </a:cubicBezTo>
                  <a:cubicBezTo>
                    <a:pt x="120" y="183"/>
                    <a:pt x="97" y="194"/>
                    <a:pt x="72" y="194"/>
                  </a:cubicBezTo>
                  <a:cubicBezTo>
                    <a:pt x="69" y="194"/>
                    <a:pt x="65" y="194"/>
                    <a:pt x="61" y="194"/>
                  </a:cubicBezTo>
                  <a:cubicBezTo>
                    <a:pt x="71" y="180"/>
                    <a:pt x="72" y="161"/>
                    <a:pt x="63" y="146"/>
                  </a:cubicBezTo>
                  <a:cubicBezTo>
                    <a:pt x="61" y="143"/>
                    <a:pt x="55" y="146"/>
                    <a:pt x="57" y="149"/>
                  </a:cubicBezTo>
                  <a:cubicBezTo>
                    <a:pt x="65" y="162"/>
                    <a:pt x="65" y="178"/>
                    <a:pt x="56" y="191"/>
                  </a:cubicBezTo>
                  <a:cubicBezTo>
                    <a:pt x="56" y="192"/>
                    <a:pt x="56" y="193"/>
                    <a:pt x="56" y="193"/>
                  </a:cubicBezTo>
                  <a:cubicBezTo>
                    <a:pt x="37" y="191"/>
                    <a:pt x="16" y="183"/>
                    <a:pt x="7" y="168"/>
                  </a:cubicBezTo>
                  <a:cubicBezTo>
                    <a:pt x="6" y="165"/>
                    <a:pt x="0" y="167"/>
                    <a:pt x="2" y="171"/>
                  </a:cubicBezTo>
                  <a:cubicBezTo>
                    <a:pt x="14" y="194"/>
                    <a:pt x="49" y="201"/>
                    <a:pt x="72" y="201"/>
                  </a:cubicBezTo>
                  <a:cubicBezTo>
                    <a:pt x="100" y="201"/>
                    <a:pt x="124" y="187"/>
                    <a:pt x="135" y="161"/>
                  </a:cubicBezTo>
                  <a:cubicBezTo>
                    <a:pt x="154" y="187"/>
                    <a:pt x="164" y="221"/>
                    <a:pt x="173" y="252"/>
                  </a:cubicBezTo>
                  <a:cubicBezTo>
                    <a:pt x="174" y="256"/>
                    <a:pt x="180" y="255"/>
                    <a:pt x="179" y="251"/>
                  </a:cubicBezTo>
                  <a:cubicBezTo>
                    <a:pt x="172" y="227"/>
                    <a:pt x="165" y="202"/>
                    <a:pt x="154" y="179"/>
                  </a:cubicBezTo>
                  <a:cubicBezTo>
                    <a:pt x="178" y="190"/>
                    <a:pt x="196" y="180"/>
                    <a:pt x="211" y="163"/>
                  </a:cubicBezTo>
                  <a:cubicBezTo>
                    <a:pt x="211" y="164"/>
                    <a:pt x="212" y="164"/>
                    <a:pt x="213" y="165"/>
                  </a:cubicBezTo>
                  <a:cubicBezTo>
                    <a:pt x="229" y="170"/>
                    <a:pt x="251" y="177"/>
                    <a:pt x="266" y="166"/>
                  </a:cubicBezTo>
                  <a:cubicBezTo>
                    <a:pt x="281" y="156"/>
                    <a:pt x="281" y="136"/>
                    <a:pt x="288" y="121"/>
                  </a:cubicBezTo>
                  <a:cubicBezTo>
                    <a:pt x="290" y="117"/>
                    <a:pt x="284" y="115"/>
                    <a:pt x="282" y="11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5" name="Freeform 532">
              <a:extLst>
                <a:ext uri="{FF2B5EF4-FFF2-40B4-BE49-F238E27FC236}">
                  <a16:creationId xmlns:a16="http://schemas.microsoft.com/office/drawing/2014/main" id="{7FB4C249-9CC6-1897-EEBD-9A2D75952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3526" y="1621843"/>
              <a:ext cx="325320" cy="474234"/>
            </a:xfrm>
            <a:custGeom>
              <a:avLst/>
              <a:gdLst>
                <a:gd name="T0" fmla="*/ 13 w 83"/>
                <a:gd name="T1" fmla="*/ 36 h 121"/>
                <a:gd name="T2" fmla="*/ 49 w 83"/>
                <a:gd name="T3" fmla="*/ 103 h 121"/>
                <a:gd name="T4" fmla="*/ 77 w 83"/>
                <a:gd name="T5" fmla="*/ 94 h 121"/>
                <a:gd name="T6" fmla="*/ 33 w 83"/>
                <a:gd name="T7" fmla="*/ 14 h 121"/>
                <a:gd name="T8" fmla="*/ 13 w 83"/>
                <a:gd name="T9" fmla="*/ 3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21">
                  <a:moveTo>
                    <a:pt x="13" y="36"/>
                  </a:moveTo>
                  <a:cubicBezTo>
                    <a:pt x="30" y="55"/>
                    <a:pt x="42" y="78"/>
                    <a:pt x="49" y="103"/>
                  </a:cubicBezTo>
                  <a:cubicBezTo>
                    <a:pt x="55" y="121"/>
                    <a:pt x="83" y="112"/>
                    <a:pt x="77" y="94"/>
                  </a:cubicBezTo>
                  <a:cubicBezTo>
                    <a:pt x="69" y="64"/>
                    <a:pt x="53" y="38"/>
                    <a:pt x="33" y="14"/>
                  </a:cubicBezTo>
                  <a:cubicBezTo>
                    <a:pt x="20" y="0"/>
                    <a:pt x="0" y="22"/>
                    <a:pt x="13" y="3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6" name="Freeform 533">
              <a:extLst>
                <a:ext uri="{FF2B5EF4-FFF2-40B4-BE49-F238E27FC236}">
                  <a16:creationId xmlns:a16="http://schemas.microsoft.com/office/drawing/2014/main" id="{CC77190A-DCBF-4BEC-520D-8847910F4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7055" y="1672245"/>
              <a:ext cx="59566" cy="61856"/>
            </a:xfrm>
            <a:custGeom>
              <a:avLst/>
              <a:gdLst>
                <a:gd name="T0" fmla="*/ 13 w 15"/>
                <a:gd name="T1" fmla="*/ 2 h 16"/>
                <a:gd name="T2" fmla="*/ 11 w 15"/>
                <a:gd name="T3" fmla="*/ 11 h 16"/>
                <a:gd name="T4" fmla="*/ 1 w 15"/>
                <a:gd name="T5" fmla="*/ 14 h 16"/>
                <a:gd name="T6" fmla="*/ 4 w 15"/>
                <a:gd name="T7" fmla="*/ 5 h 16"/>
                <a:gd name="T8" fmla="*/ 13 w 15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13" y="2"/>
                  </a:moveTo>
                  <a:cubicBezTo>
                    <a:pt x="15" y="4"/>
                    <a:pt x="14" y="8"/>
                    <a:pt x="11" y="11"/>
                  </a:cubicBezTo>
                  <a:cubicBezTo>
                    <a:pt x="7" y="14"/>
                    <a:pt x="3" y="16"/>
                    <a:pt x="1" y="14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8" y="1"/>
                    <a:pt x="12" y="0"/>
                    <a:pt x="13" y="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7" name="Freeform 534">
              <a:extLst>
                <a:ext uri="{FF2B5EF4-FFF2-40B4-BE49-F238E27FC236}">
                  <a16:creationId xmlns:a16="http://schemas.microsoft.com/office/drawing/2014/main" id="{8EA417D0-359D-F27E-93DC-FAA7C6799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1604" y="1523332"/>
              <a:ext cx="286374" cy="620856"/>
            </a:xfrm>
            <a:custGeom>
              <a:avLst/>
              <a:gdLst>
                <a:gd name="T0" fmla="*/ 71 w 73"/>
                <a:gd name="T1" fmla="*/ 138 h 158"/>
                <a:gd name="T2" fmla="*/ 34 w 73"/>
                <a:gd name="T3" fmla="*/ 17 h 158"/>
                <a:gd name="T4" fmla="*/ 9 w 73"/>
                <a:gd name="T5" fmla="*/ 33 h 158"/>
                <a:gd name="T6" fmla="*/ 42 w 73"/>
                <a:gd name="T7" fmla="*/ 139 h 158"/>
                <a:gd name="T8" fmla="*/ 71 w 73"/>
                <a:gd name="T9" fmla="*/ 13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158">
                  <a:moveTo>
                    <a:pt x="71" y="138"/>
                  </a:moveTo>
                  <a:cubicBezTo>
                    <a:pt x="65" y="96"/>
                    <a:pt x="53" y="56"/>
                    <a:pt x="34" y="17"/>
                  </a:cubicBezTo>
                  <a:cubicBezTo>
                    <a:pt x="25" y="0"/>
                    <a:pt x="0" y="16"/>
                    <a:pt x="9" y="33"/>
                  </a:cubicBezTo>
                  <a:cubicBezTo>
                    <a:pt x="26" y="66"/>
                    <a:pt x="37" y="102"/>
                    <a:pt x="42" y="139"/>
                  </a:cubicBezTo>
                  <a:cubicBezTo>
                    <a:pt x="44" y="158"/>
                    <a:pt x="73" y="157"/>
                    <a:pt x="71" y="13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8" name="Freeform 535">
              <a:extLst>
                <a:ext uri="{FF2B5EF4-FFF2-40B4-BE49-F238E27FC236}">
                  <a16:creationId xmlns:a16="http://schemas.microsoft.com/office/drawing/2014/main" id="{5D218D03-1927-EE0C-05EB-D72776621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2842" y="1573734"/>
              <a:ext cx="59566" cy="59566"/>
            </a:xfrm>
            <a:custGeom>
              <a:avLst/>
              <a:gdLst>
                <a:gd name="T0" fmla="*/ 14 w 15"/>
                <a:gd name="T1" fmla="*/ 2 h 15"/>
                <a:gd name="T2" fmla="*/ 11 w 15"/>
                <a:gd name="T3" fmla="*/ 11 h 15"/>
                <a:gd name="T4" fmla="*/ 1 w 15"/>
                <a:gd name="T5" fmla="*/ 14 h 15"/>
                <a:gd name="T6" fmla="*/ 4 w 15"/>
                <a:gd name="T7" fmla="*/ 4 h 15"/>
                <a:gd name="T8" fmla="*/ 14 w 15"/>
                <a:gd name="T9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4" y="2"/>
                  </a:moveTo>
                  <a:cubicBezTo>
                    <a:pt x="15" y="3"/>
                    <a:pt x="14" y="8"/>
                    <a:pt x="11" y="11"/>
                  </a:cubicBezTo>
                  <a:cubicBezTo>
                    <a:pt x="7" y="14"/>
                    <a:pt x="3" y="15"/>
                    <a:pt x="1" y="14"/>
                  </a:cubicBezTo>
                  <a:cubicBezTo>
                    <a:pt x="0" y="12"/>
                    <a:pt x="1" y="8"/>
                    <a:pt x="4" y="4"/>
                  </a:cubicBezTo>
                  <a:cubicBezTo>
                    <a:pt x="8" y="1"/>
                    <a:pt x="12" y="0"/>
                    <a:pt x="14" y="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9" name="Freeform 536">
              <a:extLst>
                <a:ext uri="{FF2B5EF4-FFF2-40B4-BE49-F238E27FC236}">
                  <a16:creationId xmlns:a16="http://schemas.microsoft.com/office/drawing/2014/main" id="{2D89E34C-E538-9F78-BFBF-226E03651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5501" y="1525622"/>
              <a:ext cx="222226" cy="591074"/>
            </a:xfrm>
            <a:custGeom>
              <a:avLst/>
              <a:gdLst>
                <a:gd name="T0" fmla="*/ 51 w 57"/>
                <a:gd name="T1" fmla="*/ 123 h 150"/>
                <a:gd name="T2" fmla="*/ 31 w 57"/>
                <a:gd name="T3" fmla="*/ 19 h 150"/>
                <a:gd name="T4" fmla="*/ 2 w 57"/>
                <a:gd name="T5" fmla="*/ 20 h 150"/>
                <a:gd name="T6" fmla="*/ 23 w 57"/>
                <a:gd name="T7" fmla="*/ 132 h 150"/>
                <a:gd name="T8" fmla="*/ 51 w 57"/>
                <a:gd name="T9" fmla="*/ 12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50">
                  <a:moveTo>
                    <a:pt x="51" y="123"/>
                  </a:moveTo>
                  <a:cubicBezTo>
                    <a:pt x="41" y="89"/>
                    <a:pt x="34" y="55"/>
                    <a:pt x="31" y="19"/>
                  </a:cubicBezTo>
                  <a:cubicBezTo>
                    <a:pt x="30" y="0"/>
                    <a:pt x="0" y="1"/>
                    <a:pt x="2" y="20"/>
                  </a:cubicBezTo>
                  <a:cubicBezTo>
                    <a:pt x="5" y="58"/>
                    <a:pt x="12" y="95"/>
                    <a:pt x="23" y="132"/>
                  </a:cubicBezTo>
                  <a:cubicBezTo>
                    <a:pt x="28" y="150"/>
                    <a:pt x="57" y="142"/>
                    <a:pt x="51" y="12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0" name="Freeform 537">
              <a:extLst>
                <a:ext uri="{FF2B5EF4-FFF2-40B4-BE49-F238E27FC236}">
                  <a16:creationId xmlns:a16="http://schemas.microsoft.com/office/drawing/2014/main" id="{2445E32B-8B48-89BF-FFAF-9139F4E75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8411" y="1566860"/>
              <a:ext cx="71021" cy="34365"/>
            </a:xfrm>
            <a:custGeom>
              <a:avLst/>
              <a:gdLst>
                <a:gd name="T0" fmla="*/ 18 w 18"/>
                <a:gd name="T1" fmla="*/ 4 h 9"/>
                <a:gd name="T2" fmla="*/ 9 w 18"/>
                <a:gd name="T3" fmla="*/ 9 h 9"/>
                <a:gd name="T4" fmla="*/ 1 w 18"/>
                <a:gd name="T5" fmla="*/ 5 h 9"/>
                <a:gd name="T6" fmla="*/ 9 w 18"/>
                <a:gd name="T7" fmla="*/ 0 h 9"/>
                <a:gd name="T8" fmla="*/ 18 w 18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9">
                  <a:moveTo>
                    <a:pt x="18" y="4"/>
                  </a:moveTo>
                  <a:cubicBezTo>
                    <a:pt x="18" y="6"/>
                    <a:pt x="14" y="9"/>
                    <a:pt x="9" y="9"/>
                  </a:cubicBezTo>
                  <a:cubicBezTo>
                    <a:pt x="5" y="9"/>
                    <a:pt x="1" y="7"/>
                    <a:pt x="1" y="5"/>
                  </a:cubicBezTo>
                  <a:cubicBezTo>
                    <a:pt x="0" y="2"/>
                    <a:pt x="4" y="0"/>
                    <a:pt x="9" y="0"/>
                  </a:cubicBezTo>
                  <a:cubicBezTo>
                    <a:pt x="13" y="0"/>
                    <a:pt x="17" y="1"/>
                    <a:pt x="18" y="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1" name="Freeform 538">
              <a:extLst>
                <a:ext uri="{FF2B5EF4-FFF2-40B4-BE49-F238E27FC236}">
                  <a16:creationId xmlns:a16="http://schemas.microsoft.com/office/drawing/2014/main" id="{BAE5A393-ADD3-4BC1-9B0D-838197FAB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6002" y="1809704"/>
              <a:ext cx="357393" cy="526926"/>
            </a:xfrm>
            <a:custGeom>
              <a:avLst/>
              <a:gdLst>
                <a:gd name="T0" fmla="*/ 83 w 91"/>
                <a:gd name="T1" fmla="*/ 101 h 134"/>
                <a:gd name="T2" fmla="*/ 35 w 91"/>
                <a:gd name="T3" fmla="*/ 16 h 134"/>
                <a:gd name="T4" fmla="*/ 10 w 91"/>
                <a:gd name="T5" fmla="*/ 33 h 134"/>
                <a:gd name="T6" fmla="*/ 58 w 91"/>
                <a:gd name="T7" fmla="*/ 117 h 134"/>
                <a:gd name="T8" fmla="*/ 83 w 91"/>
                <a:gd name="T9" fmla="*/ 10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4">
                  <a:moveTo>
                    <a:pt x="83" y="101"/>
                  </a:moveTo>
                  <a:cubicBezTo>
                    <a:pt x="68" y="72"/>
                    <a:pt x="52" y="44"/>
                    <a:pt x="35" y="16"/>
                  </a:cubicBezTo>
                  <a:cubicBezTo>
                    <a:pt x="25" y="0"/>
                    <a:pt x="0" y="17"/>
                    <a:pt x="10" y="33"/>
                  </a:cubicBezTo>
                  <a:cubicBezTo>
                    <a:pt x="28" y="60"/>
                    <a:pt x="43" y="88"/>
                    <a:pt x="58" y="117"/>
                  </a:cubicBezTo>
                  <a:cubicBezTo>
                    <a:pt x="67" y="134"/>
                    <a:pt x="91" y="117"/>
                    <a:pt x="83" y="10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2" name="Freeform 539">
              <a:extLst>
                <a:ext uri="{FF2B5EF4-FFF2-40B4-BE49-F238E27FC236}">
                  <a16:creationId xmlns:a16="http://schemas.microsoft.com/office/drawing/2014/main" id="{E6832982-F377-8722-36CA-66B938997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9531" y="1860106"/>
              <a:ext cx="66440" cy="50402"/>
            </a:xfrm>
            <a:custGeom>
              <a:avLst/>
              <a:gdLst>
                <a:gd name="T0" fmla="*/ 16 w 17"/>
                <a:gd name="T1" fmla="*/ 2 h 13"/>
                <a:gd name="T2" fmla="*/ 11 w 17"/>
                <a:gd name="T3" fmla="*/ 11 h 13"/>
                <a:gd name="T4" fmla="*/ 1 w 17"/>
                <a:gd name="T5" fmla="*/ 11 h 13"/>
                <a:gd name="T6" fmla="*/ 6 w 17"/>
                <a:gd name="T7" fmla="*/ 3 h 13"/>
                <a:gd name="T8" fmla="*/ 16 w 17"/>
                <a:gd name="T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">
                  <a:moveTo>
                    <a:pt x="16" y="2"/>
                  </a:moveTo>
                  <a:cubicBezTo>
                    <a:pt x="17" y="5"/>
                    <a:pt x="15" y="8"/>
                    <a:pt x="11" y="11"/>
                  </a:cubicBezTo>
                  <a:cubicBezTo>
                    <a:pt x="7" y="13"/>
                    <a:pt x="3" y="13"/>
                    <a:pt x="1" y="11"/>
                  </a:cubicBezTo>
                  <a:cubicBezTo>
                    <a:pt x="0" y="9"/>
                    <a:pt x="2" y="5"/>
                    <a:pt x="6" y="3"/>
                  </a:cubicBezTo>
                  <a:cubicBezTo>
                    <a:pt x="10" y="1"/>
                    <a:pt x="15" y="0"/>
                    <a:pt x="16" y="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3" name="Freeform 540">
              <a:extLst>
                <a:ext uri="{FF2B5EF4-FFF2-40B4-BE49-F238E27FC236}">
                  <a16:creationId xmlns:a16="http://schemas.microsoft.com/office/drawing/2014/main" id="{A2D4CCD1-6E58-49BE-9AD5-F5C56EF58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3796" y="1679118"/>
              <a:ext cx="197024" cy="565872"/>
            </a:xfrm>
            <a:custGeom>
              <a:avLst/>
              <a:gdLst>
                <a:gd name="T0" fmla="*/ 43 w 50"/>
                <a:gd name="T1" fmla="*/ 118 h 144"/>
                <a:gd name="T2" fmla="*/ 33 w 50"/>
                <a:gd name="T3" fmla="*/ 18 h 144"/>
                <a:gd name="T4" fmla="*/ 5 w 50"/>
                <a:gd name="T5" fmla="*/ 27 h 144"/>
                <a:gd name="T6" fmla="*/ 15 w 50"/>
                <a:gd name="T7" fmla="*/ 126 h 144"/>
                <a:gd name="T8" fmla="*/ 43 w 50"/>
                <a:gd name="T9" fmla="*/ 11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44">
                  <a:moveTo>
                    <a:pt x="43" y="118"/>
                  </a:moveTo>
                  <a:cubicBezTo>
                    <a:pt x="30" y="86"/>
                    <a:pt x="44" y="51"/>
                    <a:pt x="33" y="18"/>
                  </a:cubicBezTo>
                  <a:cubicBezTo>
                    <a:pt x="28" y="0"/>
                    <a:pt x="0" y="9"/>
                    <a:pt x="5" y="27"/>
                  </a:cubicBezTo>
                  <a:cubicBezTo>
                    <a:pt x="16" y="59"/>
                    <a:pt x="2" y="94"/>
                    <a:pt x="15" y="126"/>
                  </a:cubicBezTo>
                  <a:cubicBezTo>
                    <a:pt x="22" y="144"/>
                    <a:pt x="50" y="135"/>
                    <a:pt x="43" y="1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4" name="Freeform 541">
              <a:extLst>
                <a:ext uri="{FF2B5EF4-FFF2-40B4-BE49-F238E27FC236}">
                  <a16:creationId xmlns:a16="http://schemas.microsoft.com/office/drawing/2014/main" id="{1AF66903-D9E7-D4C8-7D35-9D9279AF3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8162" y="1715774"/>
              <a:ext cx="71021" cy="45820"/>
            </a:xfrm>
            <a:custGeom>
              <a:avLst/>
              <a:gdLst>
                <a:gd name="T0" fmla="*/ 17 w 18"/>
                <a:gd name="T1" fmla="*/ 3 h 12"/>
                <a:gd name="T2" fmla="*/ 10 w 18"/>
                <a:gd name="T3" fmla="*/ 10 h 12"/>
                <a:gd name="T4" fmla="*/ 1 w 18"/>
                <a:gd name="T5" fmla="*/ 8 h 12"/>
                <a:gd name="T6" fmla="*/ 8 w 18"/>
                <a:gd name="T7" fmla="*/ 2 h 12"/>
                <a:gd name="T8" fmla="*/ 17 w 18"/>
                <a:gd name="T9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2">
                  <a:moveTo>
                    <a:pt x="17" y="3"/>
                  </a:moveTo>
                  <a:cubicBezTo>
                    <a:pt x="18" y="6"/>
                    <a:pt x="15" y="9"/>
                    <a:pt x="10" y="10"/>
                  </a:cubicBezTo>
                  <a:cubicBezTo>
                    <a:pt x="6" y="12"/>
                    <a:pt x="2" y="11"/>
                    <a:pt x="1" y="8"/>
                  </a:cubicBezTo>
                  <a:cubicBezTo>
                    <a:pt x="0" y="6"/>
                    <a:pt x="3" y="3"/>
                    <a:pt x="8" y="2"/>
                  </a:cubicBezTo>
                  <a:cubicBezTo>
                    <a:pt x="12" y="0"/>
                    <a:pt x="17" y="1"/>
                    <a:pt x="17" y="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5" name="Freeform 542">
              <a:extLst>
                <a:ext uri="{FF2B5EF4-FFF2-40B4-BE49-F238E27FC236}">
                  <a16:creationId xmlns:a16="http://schemas.microsoft.com/office/drawing/2014/main" id="{27404D62-45DC-E23C-8CD6-3DB2DE24B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9162" y="1855523"/>
              <a:ext cx="375721" cy="494852"/>
            </a:xfrm>
            <a:custGeom>
              <a:avLst/>
              <a:gdLst>
                <a:gd name="T0" fmla="*/ 84 w 96"/>
                <a:gd name="T1" fmla="*/ 91 h 126"/>
                <a:gd name="T2" fmla="*/ 34 w 96"/>
                <a:gd name="T3" fmla="*/ 17 h 126"/>
                <a:gd name="T4" fmla="*/ 8 w 96"/>
                <a:gd name="T5" fmla="*/ 32 h 126"/>
                <a:gd name="T6" fmla="*/ 63 w 96"/>
                <a:gd name="T7" fmla="*/ 112 h 126"/>
                <a:gd name="T8" fmla="*/ 84 w 96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126">
                  <a:moveTo>
                    <a:pt x="84" y="91"/>
                  </a:moveTo>
                  <a:cubicBezTo>
                    <a:pt x="64" y="69"/>
                    <a:pt x="47" y="44"/>
                    <a:pt x="34" y="17"/>
                  </a:cubicBezTo>
                  <a:cubicBezTo>
                    <a:pt x="25" y="0"/>
                    <a:pt x="0" y="15"/>
                    <a:pt x="8" y="32"/>
                  </a:cubicBezTo>
                  <a:cubicBezTo>
                    <a:pt x="23" y="61"/>
                    <a:pt x="41" y="88"/>
                    <a:pt x="63" y="112"/>
                  </a:cubicBezTo>
                  <a:cubicBezTo>
                    <a:pt x="75" y="126"/>
                    <a:pt x="96" y="105"/>
                    <a:pt x="84" y="9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6" name="Freeform 543">
              <a:extLst>
                <a:ext uri="{FF2B5EF4-FFF2-40B4-BE49-F238E27FC236}">
                  <a16:creationId xmlns:a16="http://schemas.microsoft.com/office/drawing/2014/main" id="{471D7FA6-B6A5-2524-31B9-7B19C9B97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3526" y="1908216"/>
              <a:ext cx="71021" cy="50402"/>
            </a:xfrm>
            <a:custGeom>
              <a:avLst/>
              <a:gdLst>
                <a:gd name="T0" fmla="*/ 17 w 18"/>
                <a:gd name="T1" fmla="*/ 3 h 13"/>
                <a:gd name="T2" fmla="*/ 11 w 18"/>
                <a:gd name="T3" fmla="*/ 11 h 13"/>
                <a:gd name="T4" fmla="*/ 1 w 18"/>
                <a:gd name="T5" fmla="*/ 10 h 13"/>
                <a:gd name="T6" fmla="*/ 7 w 18"/>
                <a:gd name="T7" fmla="*/ 3 h 13"/>
                <a:gd name="T8" fmla="*/ 17 w 18"/>
                <a:gd name="T9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3">
                  <a:moveTo>
                    <a:pt x="17" y="3"/>
                  </a:moveTo>
                  <a:cubicBezTo>
                    <a:pt x="18" y="5"/>
                    <a:pt x="15" y="8"/>
                    <a:pt x="11" y="11"/>
                  </a:cubicBezTo>
                  <a:cubicBezTo>
                    <a:pt x="7" y="13"/>
                    <a:pt x="2" y="13"/>
                    <a:pt x="1" y="10"/>
                  </a:cubicBezTo>
                  <a:cubicBezTo>
                    <a:pt x="0" y="8"/>
                    <a:pt x="3" y="5"/>
                    <a:pt x="7" y="3"/>
                  </a:cubicBezTo>
                  <a:cubicBezTo>
                    <a:pt x="11" y="0"/>
                    <a:pt x="15" y="1"/>
                    <a:pt x="17" y="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7" name="Freeform 544">
              <a:extLst>
                <a:ext uri="{FF2B5EF4-FFF2-40B4-BE49-F238E27FC236}">
                  <a16:creationId xmlns:a16="http://schemas.microsoft.com/office/drawing/2014/main" id="{4695F49B-BEF5-C2E4-53D4-23E9E8D8D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0952" y="1750139"/>
              <a:ext cx="270335" cy="577327"/>
            </a:xfrm>
            <a:custGeom>
              <a:avLst/>
              <a:gdLst>
                <a:gd name="T0" fmla="*/ 63 w 69"/>
                <a:gd name="T1" fmla="*/ 121 h 147"/>
                <a:gd name="T2" fmla="*/ 32 w 69"/>
                <a:gd name="T3" fmla="*/ 18 h 147"/>
                <a:gd name="T4" fmla="*/ 4 w 69"/>
                <a:gd name="T5" fmla="*/ 26 h 147"/>
                <a:gd name="T6" fmla="*/ 35 w 69"/>
                <a:gd name="T7" fmla="*/ 129 h 147"/>
                <a:gd name="T8" fmla="*/ 63 w 69"/>
                <a:gd name="T9" fmla="*/ 12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47">
                  <a:moveTo>
                    <a:pt x="63" y="121"/>
                  </a:moveTo>
                  <a:cubicBezTo>
                    <a:pt x="50" y="87"/>
                    <a:pt x="40" y="53"/>
                    <a:pt x="32" y="18"/>
                  </a:cubicBezTo>
                  <a:cubicBezTo>
                    <a:pt x="28" y="0"/>
                    <a:pt x="0" y="8"/>
                    <a:pt x="4" y="26"/>
                  </a:cubicBezTo>
                  <a:cubicBezTo>
                    <a:pt x="12" y="61"/>
                    <a:pt x="22" y="96"/>
                    <a:pt x="35" y="129"/>
                  </a:cubicBezTo>
                  <a:cubicBezTo>
                    <a:pt x="41" y="147"/>
                    <a:pt x="69" y="139"/>
                    <a:pt x="63" y="12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8" name="Freeform 545">
              <a:extLst>
                <a:ext uri="{FF2B5EF4-FFF2-40B4-BE49-F238E27FC236}">
                  <a16:creationId xmlns:a16="http://schemas.microsoft.com/office/drawing/2014/main" id="{7D053074-0404-D955-0DDF-D42B7D0BA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5317" y="1789085"/>
              <a:ext cx="66440" cy="43528"/>
            </a:xfrm>
            <a:custGeom>
              <a:avLst/>
              <a:gdLst>
                <a:gd name="T0" fmla="*/ 17 w 17"/>
                <a:gd name="T1" fmla="*/ 4 h 11"/>
                <a:gd name="T2" fmla="*/ 9 w 17"/>
                <a:gd name="T3" fmla="*/ 10 h 11"/>
                <a:gd name="T4" fmla="*/ 0 w 17"/>
                <a:gd name="T5" fmla="*/ 8 h 11"/>
                <a:gd name="T6" fmla="*/ 7 w 17"/>
                <a:gd name="T7" fmla="*/ 2 h 11"/>
                <a:gd name="T8" fmla="*/ 17 w 17"/>
                <a:gd name="T9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4"/>
                  </a:moveTo>
                  <a:cubicBezTo>
                    <a:pt x="17" y="6"/>
                    <a:pt x="14" y="9"/>
                    <a:pt x="9" y="10"/>
                  </a:cubicBezTo>
                  <a:cubicBezTo>
                    <a:pt x="5" y="11"/>
                    <a:pt x="1" y="10"/>
                    <a:pt x="0" y="8"/>
                  </a:cubicBezTo>
                  <a:cubicBezTo>
                    <a:pt x="0" y="6"/>
                    <a:pt x="3" y="3"/>
                    <a:pt x="7" y="2"/>
                  </a:cubicBezTo>
                  <a:cubicBezTo>
                    <a:pt x="12" y="0"/>
                    <a:pt x="16" y="1"/>
                    <a:pt x="17" y="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9" name="Freeform 546">
              <a:extLst>
                <a:ext uri="{FF2B5EF4-FFF2-40B4-BE49-F238E27FC236}">
                  <a16:creationId xmlns:a16="http://schemas.microsoft.com/office/drawing/2014/main" id="{30A93641-CB03-930B-678D-BA590D54C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5903" y="1789085"/>
              <a:ext cx="183279" cy="439869"/>
            </a:xfrm>
            <a:custGeom>
              <a:avLst/>
              <a:gdLst>
                <a:gd name="T0" fmla="*/ 32 w 47"/>
                <a:gd name="T1" fmla="*/ 93 h 112"/>
                <a:gd name="T2" fmla="*/ 40 w 47"/>
                <a:gd name="T3" fmla="*/ 24 h 112"/>
                <a:gd name="T4" fmla="*/ 12 w 47"/>
                <a:gd name="T5" fmla="*/ 18 h 112"/>
                <a:gd name="T6" fmla="*/ 3 w 47"/>
                <a:gd name="T7" fmla="*/ 94 h 112"/>
                <a:gd name="T8" fmla="*/ 32 w 47"/>
                <a:gd name="T9" fmla="*/ 9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12">
                  <a:moveTo>
                    <a:pt x="32" y="93"/>
                  </a:moveTo>
                  <a:cubicBezTo>
                    <a:pt x="29" y="69"/>
                    <a:pt x="32" y="47"/>
                    <a:pt x="40" y="24"/>
                  </a:cubicBezTo>
                  <a:cubicBezTo>
                    <a:pt x="47" y="7"/>
                    <a:pt x="18" y="0"/>
                    <a:pt x="12" y="18"/>
                  </a:cubicBezTo>
                  <a:cubicBezTo>
                    <a:pt x="3" y="42"/>
                    <a:pt x="0" y="68"/>
                    <a:pt x="3" y="94"/>
                  </a:cubicBezTo>
                  <a:cubicBezTo>
                    <a:pt x="5" y="112"/>
                    <a:pt x="35" y="112"/>
                    <a:pt x="32" y="9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0" name="Freeform 547">
              <a:extLst>
                <a:ext uri="{FF2B5EF4-FFF2-40B4-BE49-F238E27FC236}">
                  <a16:creationId xmlns:a16="http://schemas.microsoft.com/office/drawing/2014/main" id="{FEC93C36-0704-1C52-8024-CAA724A3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8378" y="1828031"/>
              <a:ext cx="66440" cy="43528"/>
            </a:xfrm>
            <a:custGeom>
              <a:avLst/>
              <a:gdLst>
                <a:gd name="T0" fmla="*/ 17 w 17"/>
                <a:gd name="T1" fmla="*/ 7 h 11"/>
                <a:gd name="T2" fmla="*/ 8 w 17"/>
                <a:gd name="T3" fmla="*/ 10 h 11"/>
                <a:gd name="T4" fmla="*/ 0 w 17"/>
                <a:gd name="T5" fmla="*/ 4 h 11"/>
                <a:gd name="T6" fmla="*/ 10 w 17"/>
                <a:gd name="T7" fmla="*/ 1 h 11"/>
                <a:gd name="T8" fmla="*/ 17 w 17"/>
                <a:gd name="T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1">
                  <a:moveTo>
                    <a:pt x="17" y="7"/>
                  </a:moveTo>
                  <a:cubicBezTo>
                    <a:pt x="16" y="10"/>
                    <a:pt x="12" y="11"/>
                    <a:pt x="8" y="10"/>
                  </a:cubicBezTo>
                  <a:cubicBezTo>
                    <a:pt x="3" y="9"/>
                    <a:pt x="0" y="6"/>
                    <a:pt x="0" y="4"/>
                  </a:cubicBezTo>
                  <a:cubicBezTo>
                    <a:pt x="1" y="1"/>
                    <a:pt x="5" y="0"/>
                    <a:pt x="10" y="1"/>
                  </a:cubicBezTo>
                  <a:cubicBezTo>
                    <a:pt x="14" y="2"/>
                    <a:pt x="17" y="5"/>
                    <a:pt x="17" y="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1" name="Freeform 553">
              <a:extLst>
                <a:ext uri="{FF2B5EF4-FFF2-40B4-BE49-F238E27FC236}">
                  <a16:creationId xmlns:a16="http://schemas.microsoft.com/office/drawing/2014/main" id="{46426CF8-B91F-28B9-281A-E01D1D5A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3059" y="1278195"/>
              <a:ext cx="123713" cy="126003"/>
            </a:xfrm>
            <a:custGeom>
              <a:avLst/>
              <a:gdLst>
                <a:gd name="T0" fmla="*/ 30 w 32"/>
                <a:gd name="T1" fmla="*/ 16 h 32"/>
                <a:gd name="T2" fmla="*/ 28 w 32"/>
                <a:gd name="T3" fmla="*/ 16 h 32"/>
                <a:gd name="T4" fmla="*/ 16 w 32"/>
                <a:gd name="T5" fmla="*/ 28 h 32"/>
                <a:gd name="T6" fmla="*/ 4 w 32"/>
                <a:gd name="T7" fmla="*/ 16 h 32"/>
                <a:gd name="T8" fmla="*/ 16 w 32"/>
                <a:gd name="T9" fmla="*/ 4 h 32"/>
                <a:gd name="T10" fmla="*/ 28 w 32"/>
                <a:gd name="T11" fmla="*/ 16 h 32"/>
                <a:gd name="T12" fmla="*/ 30 w 32"/>
                <a:gd name="T13" fmla="*/ 16 h 32"/>
                <a:gd name="T14" fmla="*/ 32 w 32"/>
                <a:gd name="T15" fmla="*/ 16 h 32"/>
                <a:gd name="T16" fmla="*/ 16 w 32"/>
                <a:gd name="T17" fmla="*/ 0 h 32"/>
                <a:gd name="T18" fmla="*/ 0 w 32"/>
                <a:gd name="T19" fmla="*/ 16 h 32"/>
                <a:gd name="T20" fmla="*/ 16 w 32"/>
                <a:gd name="T21" fmla="*/ 32 h 32"/>
                <a:gd name="T22" fmla="*/ 32 w 32"/>
                <a:gd name="T23" fmla="*/ 16 h 32"/>
                <a:gd name="T24" fmla="*/ 30 w 32"/>
                <a:gd name="T25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30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23"/>
                    <a:pt x="23" y="28"/>
                    <a:pt x="16" y="28"/>
                  </a:cubicBezTo>
                  <a:cubicBezTo>
                    <a:pt x="9" y="28"/>
                    <a:pt x="4" y="23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lnTo>
                    <a:pt x="30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2" name="Freeform 554">
              <a:extLst>
                <a:ext uri="{FF2B5EF4-FFF2-40B4-BE49-F238E27FC236}">
                  <a16:creationId xmlns:a16="http://schemas.microsoft.com/office/drawing/2014/main" id="{1F5C1920-7578-CB5F-E1CD-3BF9BC9F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5522" y="767307"/>
              <a:ext cx="126004" cy="126003"/>
            </a:xfrm>
            <a:custGeom>
              <a:avLst/>
              <a:gdLst>
                <a:gd name="T0" fmla="*/ 30 w 32"/>
                <a:gd name="T1" fmla="*/ 16 h 32"/>
                <a:gd name="T2" fmla="*/ 28 w 32"/>
                <a:gd name="T3" fmla="*/ 16 h 32"/>
                <a:gd name="T4" fmla="*/ 16 w 32"/>
                <a:gd name="T5" fmla="*/ 28 h 32"/>
                <a:gd name="T6" fmla="*/ 4 w 32"/>
                <a:gd name="T7" fmla="*/ 16 h 32"/>
                <a:gd name="T8" fmla="*/ 16 w 32"/>
                <a:gd name="T9" fmla="*/ 4 h 32"/>
                <a:gd name="T10" fmla="*/ 28 w 32"/>
                <a:gd name="T11" fmla="*/ 16 h 32"/>
                <a:gd name="T12" fmla="*/ 30 w 32"/>
                <a:gd name="T13" fmla="*/ 16 h 32"/>
                <a:gd name="T14" fmla="*/ 32 w 32"/>
                <a:gd name="T15" fmla="*/ 16 h 32"/>
                <a:gd name="T16" fmla="*/ 16 w 32"/>
                <a:gd name="T17" fmla="*/ 0 h 32"/>
                <a:gd name="T18" fmla="*/ 0 w 32"/>
                <a:gd name="T19" fmla="*/ 16 h 32"/>
                <a:gd name="T20" fmla="*/ 16 w 32"/>
                <a:gd name="T21" fmla="*/ 32 h 32"/>
                <a:gd name="T22" fmla="*/ 32 w 32"/>
                <a:gd name="T23" fmla="*/ 16 h 32"/>
                <a:gd name="T24" fmla="*/ 30 w 32"/>
                <a:gd name="T25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2">
                  <a:moveTo>
                    <a:pt x="30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23"/>
                    <a:pt x="23" y="28"/>
                    <a:pt x="16" y="28"/>
                  </a:cubicBezTo>
                  <a:cubicBezTo>
                    <a:pt x="9" y="28"/>
                    <a:pt x="4" y="23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lnTo>
                    <a:pt x="30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3" name="Freeform 658">
              <a:extLst>
                <a:ext uri="{FF2B5EF4-FFF2-40B4-BE49-F238E27FC236}">
                  <a16:creationId xmlns:a16="http://schemas.microsoft.com/office/drawing/2014/main" id="{EAAA64D9-7D93-DAFC-8064-9D6208EAD5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48129" y="1937999"/>
              <a:ext cx="439869" cy="201606"/>
            </a:xfrm>
            <a:custGeom>
              <a:avLst/>
              <a:gdLst>
                <a:gd name="T0" fmla="*/ 112 w 112"/>
                <a:gd name="T1" fmla="*/ 13 h 51"/>
                <a:gd name="T2" fmla="*/ 93 w 112"/>
                <a:gd name="T3" fmla="*/ 24 h 51"/>
                <a:gd name="T4" fmla="*/ 0 w 112"/>
                <a:gd name="T5" fmla="*/ 26 h 51"/>
                <a:gd name="T6" fmla="*/ 93 w 112"/>
                <a:gd name="T7" fmla="*/ 27 h 51"/>
                <a:gd name="T8" fmla="*/ 112 w 112"/>
                <a:gd name="T9" fmla="*/ 38 h 51"/>
                <a:gd name="T10" fmla="*/ 112 w 112"/>
                <a:gd name="T11" fmla="*/ 13 h 51"/>
                <a:gd name="T12" fmla="*/ 22 w 112"/>
                <a:gd name="T13" fmla="*/ 26 h 51"/>
                <a:gd name="T14" fmla="*/ 18 w 112"/>
                <a:gd name="T15" fmla="*/ 22 h 51"/>
                <a:gd name="T16" fmla="*/ 22 w 112"/>
                <a:gd name="T17" fmla="*/ 18 h 51"/>
                <a:gd name="T18" fmla="*/ 26 w 112"/>
                <a:gd name="T19" fmla="*/ 22 h 51"/>
                <a:gd name="T20" fmla="*/ 22 w 112"/>
                <a:gd name="T21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51">
                  <a:moveTo>
                    <a:pt x="112" y="13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67" y="0"/>
                    <a:pt x="26" y="0"/>
                    <a:pt x="0" y="26"/>
                  </a:cubicBezTo>
                  <a:cubicBezTo>
                    <a:pt x="26" y="51"/>
                    <a:pt x="67" y="51"/>
                    <a:pt x="93" y="27"/>
                  </a:cubicBezTo>
                  <a:cubicBezTo>
                    <a:pt x="112" y="38"/>
                    <a:pt x="112" y="38"/>
                    <a:pt x="112" y="38"/>
                  </a:cubicBezTo>
                  <a:lnTo>
                    <a:pt x="112" y="13"/>
                  </a:lnTo>
                  <a:close/>
                  <a:moveTo>
                    <a:pt x="22" y="26"/>
                  </a:moveTo>
                  <a:cubicBezTo>
                    <a:pt x="20" y="26"/>
                    <a:pt x="18" y="24"/>
                    <a:pt x="18" y="22"/>
                  </a:cubicBezTo>
                  <a:cubicBezTo>
                    <a:pt x="18" y="20"/>
                    <a:pt x="20" y="18"/>
                    <a:pt x="22" y="18"/>
                  </a:cubicBezTo>
                  <a:cubicBezTo>
                    <a:pt x="24" y="18"/>
                    <a:pt x="26" y="20"/>
                    <a:pt x="26" y="22"/>
                  </a:cubicBezTo>
                  <a:cubicBezTo>
                    <a:pt x="26" y="24"/>
                    <a:pt x="24" y="26"/>
                    <a:pt x="22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AB5224B-1DC3-612B-B40E-BCB5AFA4D846}"/>
              </a:ext>
            </a:extLst>
          </p:cNvPr>
          <p:cNvGrpSpPr/>
          <p:nvPr/>
        </p:nvGrpSpPr>
        <p:grpSpPr>
          <a:xfrm>
            <a:off x="0" y="1849530"/>
            <a:ext cx="6437884" cy="2690939"/>
            <a:chOff x="749833" y="577778"/>
            <a:chExt cx="11284950" cy="47169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81F7B-6F32-4DE4-C5AC-894A7E044C18}"/>
                </a:ext>
              </a:extLst>
            </p:cNvPr>
            <p:cNvGrpSpPr/>
            <p:nvPr/>
          </p:nvGrpSpPr>
          <p:grpSpPr>
            <a:xfrm>
              <a:off x="7714419" y="3616697"/>
              <a:ext cx="721660" cy="824755"/>
              <a:chOff x="6117606" y="1667662"/>
              <a:chExt cx="721660" cy="824755"/>
            </a:xfrm>
          </p:grpSpPr>
          <p:sp>
            <p:nvSpPr>
              <p:cNvPr id="125" name="Freeform 490">
                <a:extLst>
                  <a:ext uri="{FF2B5EF4-FFF2-40B4-BE49-F238E27FC236}">
                    <a16:creationId xmlns:a16="http://schemas.microsoft.com/office/drawing/2014/main" id="{22A2BA01-86F3-E9E0-6A18-3C4FA7050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4262" y="1766175"/>
                <a:ext cx="320737" cy="471943"/>
              </a:xfrm>
              <a:custGeom>
                <a:avLst/>
                <a:gdLst>
                  <a:gd name="T0" fmla="*/ 12 w 82"/>
                  <a:gd name="T1" fmla="*/ 35 h 120"/>
                  <a:gd name="T2" fmla="*/ 49 w 82"/>
                  <a:gd name="T3" fmla="*/ 102 h 120"/>
                  <a:gd name="T4" fmla="*/ 77 w 82"/>
                  <a:gd name="T5" fmla="*/ 94 h 120"/>
                  <a:gd name="T6" fmla="*/ 32 w 82"/>
                  <a:gd name="T7" fmla="*/ 14 h 120"/>
                  <a:gd name="T8" fmla="*/ 12 w 82"/>
                  <a:gd name="T9" fmla="*/ 3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20">
                    <a:moveTo>
                      <a:pt x="12" y="35"/>
                    </a:moveTo>
                    <a:cubicBezTo>
                      <a:pt x="30" y="55"/>
                      <a:pt x="42" y="77"/>
                      <a:pt x="49" y="102"/>
                    </a:cubicBezTo>
                    <a:cubicBezTo>
                      <a:pt x="54" y="120"/>
                      <a:pt x="82" y="112"/>
                      <a:pt x="77" y="94"/>
                    </a:cubicBezTo>
                    <a:cubicBezTo>
                      <a:pt x="68" y="64"/>
                      <a:pt x="53" y="37"/>
                      <a:pt x="32" y="14"/>
                    </a:cubicBezTo>
                    <a:cubicBezTo>
                      <a:pt x="20" y="0"/>
                      <a:pt x="0" y="21"/>
                      <a:pt x="12" y="3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6" name="Freeform 491">
                <a:extLst>
                  <a:ext uri="{FF2B5EF4-FFF2-40B4-BE49-F238E27FC236}">
                    <a16:creationId xmlns:a16="http://schemas.microsoft.com/office/drawing/2014/main" id="{DDCE8141-6E6E-7D58-D9FF-81AD84A50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3207" y="1816578"/>
                <a:ext cx="61857" cy="59566"/>
              </a:xfrm>
              <a:custGeom>
                <a:avLst/>
                <a:gdLst>
                  <a:gd name="T0" fmla="*/ 14 w 16"/>
                  <a:gd name="T1" fmla="*/ 1 h 15"/>
                  <a:gd name="T2" fmla="*/ 11 w 16"/>
                  <a:gd name="T3" fmla="*/ 11 h 15"/>
                  <a:gd name="T4" fmla="*/ 2 w 16"/>
                  <a:gd name="T5" fmla="*/ 13 h 15"/>
                  <a:gd name="T6" fmla="*/ 5 w 16"/>
                  <a:gd name="T7" fmla="*/ 4 h 15"/>
                  <a:gd name="T8" fmla="*/ 14 w 16"/>
                  <a:gd name="T9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5">
                    <a:moveTo>
                      <a:pt x="14" y="1"/>
                    </a:moveTo>
                    <a:cubicBezTo>
                      <a:pt x="16" y="3"/>
                      <a:pt x="15" y="7"/>
                      <a:pt x="11" y="11"/>
                    </a:cubicBezTo>
                    <a:cubicBezTo>
                      <a:pt x="8" y="14"/>
                      <a:pt x="4" y="15"/>
                      <a:pt x="2" y="13"/>
                    </a:cubicBezTo>
                    <a:cubicBezTo>
                      <a:pt x="0" y="12"/>
                      <a:pt x="2" y="7"/>
                      <a:pt x="5" y="4"/>
                    </a:cubicBezTo>
                    <a:cubicBezTo>
                      <a:pt x="8" y="1"/>
                      <a:pt x="12" y="0"/>
                      <a:pt x="14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7" name="Freeform 492">
                <a:extLst>
                  <a:ext uri="{FF2B5EF4-FFF2-40B4-BE49-F238E27FC236}">
                    <a16:creationId xmlns:a16="http://schemas.microsoft.com/office/drawing/2014/main" id="{3EEF34D9-F1F4-F9E7-75F4-79FD517BD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0048" y="1667662"/>
                <a:ext cx="286374" cy="616274"/>
              </a:xfrm>
              <a:custGeom>
                <a:avLst/>
                <a:gdLst>
                  <a:gd name="T0" fmla="*/ 71 w 73"/>
                  <a:gd name="T1" fmla="*/ 138 h 157"/>
                  <a:gd name="T2" fmla="*/ 33 w 73"/>
                  <a:gd name="T3" fmla="*/ 17 h 157"/>
                  <a:gd name="T4" fmla="*/ 8 w 73"/>
                  <a:gd name="T5" fmla="*/ 32 h 157"/>
                  <a:gd name="T6" fmla="*/ 41 w 73"/>
                  <a:gd name="T7" fmla="*/ 139 h 157"/>
                  <a:gd name="T8" fmla="*/ 71 w 73"/>
                  <a:gd name="T9" fmla="*/ 138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57">
                    <a:moveTo>
                      <a:pt x="71" y="138"/>
                    </a:moveTo>
                    <a:cubicBezTo>
                      <a:pt x="65" y="95"/>
                      <a:pt x="53" y="55"/>
                      <a:pt x="33" y="17"/>
                    </a:cubicBezTo>
                    <a:cubicBezTo>
                      <a:pt x="25" y="0"/>
                      <a:pt x="0" y="15"/>
                      <a:pt x="8" y="32"/>
                    </a:cubicBezTo>
                    <a:cubicBezTo>
                      <a:pt x="25" y="66"/>
                      <a:pt x="36" y="102"/>
                      <a:pt x="41" y="139"/>
                    </a:cubicBezTo>
                    <a:cubicBezTo>
                      <a:pt x="44" y="157"/>
                      <a:pt x="73" y="156"/>
                      <a:pt x="71" y="13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8" name="Freeform 493">
                <a:extLst>
                  <a:ext uri="{FF2B5EF4-FFF2-40B4-BE49-F238E27FC236}">
                    <a16:creationId xmlns:a16="http://schemas.microsoft.com/office/drawing/2014/main" id="{290861DB-C92E-8105-0466-BEFAD52CE4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8995" y="1715774"/>
                <a:ext cx="64147" cy="61856"/>
              </a:xfrm>
              <a:custGeom>
                <a:avLst/>
                <a:gdLst>
                  <a:gd name="T0" fmla="*/ 14 w 16"/>
                  <a:gd name="T1" fmla="*/ 2 h 16"/>
                  <a:gd name="T2" fmla="*/ 11 w 16"/>
                  <a:gd name="T3" fmla="*/ 11 h 16"/>
                  <a:gd name="T4" fmla="*/ 2 w 16"/>
                  <a:gd name="T5" fmla="*/ 14 h 16"/>
                  <a:gd name="T6" fmla="*/ 5 w 16"/>
                  <a:gd name="T7" fmla="*/ 5 h 16"/>
                  <a:gd name="T8" fmla="*/ 14 w 16"/>
                  <a:gd name="T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6">
                    <a:moveTo>
                      <a:pt x="14" y="2"/>
                    </a:moveTo>
                    <a:cubicBezTo>
                      <a:pt x="16" y="4"/>
                      <a:pt x="15" y="8"/>
                      <a:pt x="11" y="11"/>
                    </a:cubicBezTo>
                    <a:cubicBezTo>
                      <a:pt x="8" y="15"/>
                      <a:pt x="4" y="16"/>
                      <a:pt x="2" y="14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8" y="2"/>
                      <a:pt x="12" y="0"/>
                      <a:pt x="14" y="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9" name="Freeform 494">
                <a:extLst>
                  <a:ext uri="{FF2B5EF4-FFF2-40B4-BE49-F238E27FC236}">
                    <a16:creationId xmlns:a16="http://schemas.microsoft.com/office/drawing/2014/main" id="{C7261259-85ED-B90C-6D0E-7BA4E0131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945" y="1672245"/>
                <a:ext cx="219935" cy="584200"/>
              </a:xfrm>
              <a:custGeom>
                <a:avLst/>
                <a:gdLst>
                  <a:gd name="T0" fmla="*/ 51 w 56"/>
                  <a:gd name="T1" fmla="*/ 123 h 149"/>
                  <a:gd name="T2" fmla="*/ 31 w 56"/>
                  <a:gd name="T3" fmla="*/ 19 h 149"/>
                  <a:gd name="T4" fmla="*/ 2 w 56"/>
                  <a:gd name="T5" fmla="*/ 19 h 149"/>
                  <a:gd name="T6" fmla="*/ 23 w 56"/>
                  <a:gd name="T7" fmla="*/ 131 h 149"/>
                  <a:gd name="T8" fmla="*/ 51 w 56"/>
                  <a:gd name="T9" fmla="*/ 123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149">
                    <a:moveTo>
                      <a:pt x="51" y="123"/>
                    </a:moveTo>
                    <a:cubicBezTo>
                      <a:pt x="41" y="89"/>
                      <a:pt x="34" y="54"/>
                      <a:pt x="31" y="19"/>
                    </a:cubicBezTo>
                    <a:cubicBezTo>
                      <a:pt x="29" y="0"/>
                      <a:pt x="0" y="1"/>
                      <a:pt x="2" y="19"/>
                    </a:cubicBezTo>
                    <a:cubicBezTo>
                      <a:pt x="5" y="57"/>
                      <a:pt x="12" y="95"/>
                      <a:pt x="23" y="131"/>
                    </a:cubicBezTo>
                    <a:cubicBezTo>
                      <a:pt x="28" y="149"/>
                      <a:pt x="56" y="141"/>
                      <a:pt x="51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0" name="Freeform 495">
                <a:extLst>
                  <a:ext uri="{FF2B5EF4-FFF2-40B4-BE49-F238E27FC236}">
                    <a16:creationId xmlns:a16="http://schemas.microsoft.com/office/drawing/2014/main" id="{275E202E-2D0E-E1E7-D607-737B5728A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6855" y="1706611"/>
                <a:ext cx="68730" cy="36656"/>
              </a:xfrm>
              <a:custGeom>
                <a:avLst/>
                <a:gdLst>
                  <a:gd name="T0" fmla="*/ 17 w 17"/>
                  <a:gd name="T1" fmla="*/ 4 h 9"/>
                  <a:gd name="T2" fmla="*/ 9 w 17"/>
                  <a:gd name="T3" fmla="*/ 9 h 9"/>
                  <a:gd name="T4" fmla="*/ 0 w 17"/>
                  <a:gd name="T5" fmla="*/ 5 h 9"/>
                  <a:gd name="T6" fmla="*/ 8 w 17"/>
                  <a:gd name="T7" fmla="*/ 0 h 9"/>
                  <a:gd name="T8" fmla="*/ 17 w 17"/>
                  <a:gd name="T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9">
                    <a:moveTo>
                      <a:pt x="17" y="4"/>
                    </a:moveTo>
                    <a:cubicBezTo>
                      <a:pt x="17" y="7"/>
                      <a:pt x="14" y="9"/>
                      <a:pt x="9" y="9"/>
                    </a:cubicBezTo>
                    <a:cubicBezTo>
                      <a:pt x="4" y="9"/>
                      <a:pt x="0" y="8"/>
                      <a:pt x="0" y="5"/>
                    </a:cubicBezTo>
                    <a:cubicBezTo>
                      <a:pt x="0" y="3"/>
                      <a:pt x="4" y="1"/>
                      <a:pt x="8" y="0"/>
                    </a:cubicBezTo>
                    <a:cubicBezTo>
                      <a:pt x="13" y="0"/>
                      <a:pt x="17" y="2"/>
                      <a:pt x="17" y="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1" name="Freeform 496">
                <a:extLst>
                  <a:ext uri="{FF2B5EF4-FFF2-40B4-BE49-F238E27FC236}">
                    <a16:creationId xmlns:a16="http://schemas.microsoft.com/office/drawing/2014/main" id="{987C04D0-2D3F-7C1F-5B57-88C0A8A31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6737" y="1954037"/>
                <a:ext cx="355103" cy="522344"/>
              </a:xfrm>
              <a:custGeom>
                <a:avLst/>
                <a:gdLst>
                  <a:gd name="T0" fmla="*/ 82 w 91"/>
                  <a:gd name="T1" fmla="*/ 100 h 133"/>
                  <a:gd name="T2" fmla="*/ 34 w 91"/>
                  <a:gd name="T3" fmla="*/ 16 h 133"/>
                  <a:gd name="T4" fmla="*/ 10 w 91"/>
                  <a:gd name="T5" fmla="*/ 32 h 133"/>
                  <a:gd name="T6" fmla="*/ 58 w 91"/>
                  <a:gd name="T7" fmla="*/ 116 h 133"/>
                  <a:gd name="T8" fmla="*/ 82 w 91"/>
                  <a:gd name="T9" fmla="*/ 10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133">
                    <a:moveTo>
                      <a:pt x="82" y="100"/>
                    </a:moveTo>
                    <a:cubicBezTo>
                      <a:pt x="68" y="71"/>
                      <a:pt x="52" y="43"/>
                      <a:pt x="34" y="16"/>
                    </a:cubicBezTo>
                    <a:cubicBezTo>
                      <a:pt x="24" y="0"/>
                      <a:pt x="0" y="16"/>
                      <a:pt x="10" y="32"/>
                    </a:cubicBezTo>
                    <a:cubicBezTo>
                      <a:pt x="27" y="60"/>
                      <a:pt x="43" y="88"/>
                      <a:pt x="58" y="116"/>
                    </a:cubicBezTo>
                    <a:cubicBezTo>
                      <a:pt x="67" y="133"/>
                      <a:pt x="91" y="117"/>
                      <a:pt x="82" y="10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2" name="Freeform 497">
                <a:extLst>
                  <a:ext uri="{FF2B5EF4-FFF2-40B4-BE49-F238E27FC236}">
                    <a16:creationId xmlns:a16="http://schemas.microsoft.com/office/drawing/2014/main" id="{25BFABD5-6326-F719-7E20-D5D328292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7975" y="2006729"/>
                <a:ext cx="68730" cy="50402"/>
              </a:xfrm>
              <a:custGeom>
                <a:avLst/>
                <a:gdLst>
                  <a:gd name="T0" fmla="*/ 16 w 17"/>
                  <a:gd name="T1" fmla="*/ 2 h 13"/>
                  <a:gd name="T2" fmla="*/ 11 w 17"/>
                  <a:gd name="T3" fmla="*/ 10 h 13"/>
                  <a:gd name="T4" fmla="*/ 1 w 17"/>
                  <a:gd name="T5" fmla="*/ 11 h 13"/>
                  <a:gd name="T6" fmla="*/ 6 w 17"/>
                  <a:gd name="T7" fmla="*/ 2 h 13"/>
                  <a:gd name="T8" fmla="*/ 16 w 17"/>
                  <a:gd name="T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3">
                    <a:moveTo>
                      <a:pt x="16" y="2"/>
                    </a:moveTo>
                    <a:cubicBezTo>
                      <a:pt x="17" y="4"/>
                      <a:pt x="15" y="8"/>
                      <a:pt x="11" y="10"/>
                    </a:cubicBezTo>
                    <a:cubicBezTo>
                      <a:pt x="7" y="12"/>
                      <a:pt x="2" y="13"/>
                      <a:pt x="1" y="11"/>
                    </a:cubicBezTo>
                    <a:cubicBezTo>
                      <a:pt x="0" y="8"/>
                      <a:pt x="2" y="5"/>
                      <a:pt x="6" y="2"/>
                    </a:cubicBezTo>
                    <a:cubicBezTo>
                      <a:pt x="10" y="0"/>
                      <a:pt x="14" y="0"/>
                      <a:pt x="16" y="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3" name="Freeform 498">
                <a:extLst>
                  <a:ext uri="{FF2B5EF4-FFF2-40B4-BE49-F238E27FC236}">
                    <a16:creationId xmlns:a16="http://schemas.microsoft.com/office/drawing/2014/main" id="{9FB600A2-9417-8D5F-42EB-33431C6A5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9951" y="1825741"/>
                <a:ext cx="199315" cy="561290"/>
              </a:xfrm>
              <a:custGeom>
                <a:avLst/>
                <a:gdLst>
                  <a:gd name="T0" fmla="*/ 44 w 51"/>
                  <a:gd name="T1" fmla="*/ 117 h 143"/>
                  <a:gd name="T2" fmla="*/ 34 w 51"/>
                  <a:gd name="T3" fmla="*/ 18 h 143"/>
                  <a:gd name="T4" fmla="*/ 6 w 51"/>
                  <a:gd name="T5" fmla="*/ 26 h 143"/>
                  <a:gd name="T6" fmla="*/ 16 w 51"/>
                  <a:gd name="T7" fmla="*/ 126 h 143"/>
                  <a:gd name="T8" fmla="*/ 44 w 51"/>
                  <a:gd name="T9" fmla="*/ 117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143">
                    <a:moveTo>
                      <a:pt x="44" y="117"/>
                    </a:moveTo>
                    <a:cubicBezTo>
                      <a:pt x="31" y="86"/>
                      <a:pt x="44" y="50"/>
                      <a:pt x="34" y="18"/>
                    </a:cubicBezTo>
                    <a:cubicBezTo>
                      <a:pt x="28" y="0"/>
                      <a:pt x="0" y="8"/>
                      <a:pt x="6" y="26"/>
                    </a:cubicBezTo>
                    <a:cubicBezTo>
                      <a:pt x="16" y="59"/>
                      <a:pt x="2" y="93"/>
                      <a:pt x="16" y="126"/>
                    </a:cubicBezTo>
                    <a:cubicBezTo>
                      <a:pt x="23" y="143"/>
                      <a:pt x="51" y="135"/>
                      <a:pt x="44" y="1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4" name="Freeform 499">
                <a:extLst>
                  <a:ext uri="{FF2B5EF4-FFF2-40B4-BE49-F238E27FC236}">
                    <a16:creationId xmlns:a16="http://schemas.microsoft.com/office/drawing/2014/main" id="{E9A50DDB-026D-0C13-F4CD-38E42C91B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8896" y="1860106"/>
                <a:ext cx="71021" cy="43528"/>
              </a:xfrm>
              <a:custGeom>
                <a:avLst/>
                <a:gdLst>
                  <a:gd name="T0" fmla="*/ 17 w 18"/>
                  <a:gd name="T1" fmla="*/ 3 h 11"/>
                  <a:gd name="T2" fmla="*/ 10 w 18"/>
                  <a:gd name="T3" fmla="*/ 10 h 11"/>
                  <a:gd name="T4" fmla="*/ 1 w 18"/>
                  <a:gd name="T5" fmla="*/ 8 h 11"/>
                  <a:gd name="T6" fmla="*/ 7 w 18"/>
                  <a:gd name="T7" fmla="*/ 1 h 11"/>
                  <a:gd name="T8" fmla="*/ 17 w 18"/>
                  <a:gd name="T9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1">
                    <a:moveTo>
                      <a:pt x="17" y="3"/>
                    </a:moveTo>
                    <a:cubicBezTo>
                      <a:pt x="18" y="5"/>
                      <a:pt x="15" y="8"/>
                      <a:pt x="10" y="10"/>
                    </a:cubicBezTo>
                    <a:cubicBezTo>
                      <a:pt x="6" y="11"/>
                      <a:pt x="1" y="10"/>
                      <a:pt x="1" y="8"/>
                    </a:cubicBezTo>
                    <a:cubicBezTo>
                      <a:pt x="0" y="5"/>
                      <a:pt x="3" y="2"/>
                      <a:pt x="7" y="1"/>
                    </a:cubicBezTo>
                    <a:cubicBezTo>
                      <a:pt x="12" y="0"/>
                      <a:pt x="16" y="1"/>
                      <a:pt x="17" y="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5" name="Freeform 500">
                <a:extLst>
                  <a:ext uri="{FF2B5EF4-FFF2-40B4-BE49-F238E27FC236}">
                    <a16:creationId xmlns:a16="http://schemas.microsoft.com/office/drawing/2014/main" id="{741A7D98-5534-042E-F7FA-57FF5D87A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7606" y="2002147"/>
                <a:ext cx="378013" cy="490270"/>
              </a:xfrm>
              <a:custGeom>
                <a:avLst/>
                <a:gdLst>
                  <a:gd name="T0" fmla="*/ 83 w 96"/>
                  <a:gd name="T1" fmla="*/ 91 h 125"/>
                  <a:gd name="T2" fmla="*/ 33 w 96"/>
                  <a:gd name="T3" fmla="*/ 17 h 125"/>
                  <a:gd name="T4" fmla="*/ 8 w 96"/>
                  <a:gd name="T5" fmla="*/ 31 h 125"/>
                  <a:gd name="T6" fmla="*/ 62 w 96"/>
                  <a:gd name="T7" fmla="*/ 111 h 125"/>
                  <a:gd name="T8" fmla="*/ 83 w 96"/>
                  <a:gd name="T9" fmla="*/ 91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125">
                    <a:moveTo>
                      <a:pt x="83" y="91"/>
                    </a:moveTo>
                    <a:cubicBezTo>
                      <a:pt x="63" y="68"/>
                      <a:pt x="47" y="44"/>
                      <a:pt x="33" y="17"/>
                    </a:cubicBezTo>
                    <a:cubicBezTo>
                      <a:pt x="25" y="0"/>
                      <a:pt x="0" y="15"/>
                      <a:pt x="8" y="31"/>
                    </a:cubicBezTo>
                    <a:cubicBezTo>
                      <a:pt x="22" y="60"/>
                      <a:pt x="41" y="87"/>
                      <a:pt x="62" y="111"/>
                    </a:cubicBezTo>
                    <a:cubicBezTo>
                      <a:pt x="75" y="125"/>
                      <a:pt x="96" y="105"/>
                      <a:pt x="83" y="9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6" name="Freeform 501">
                <a:extLst>
                  <a:ext uri="{FF2B5EF4-FFF2-40B4-BE49-F238E27FC236}">
                    <a16:creationId xmlns:a16="http://schemas.microsoft.com/office/drawing/2014/main" id="{D08AC3B8-6659-8906-1A18-319261B76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4262" y="2052549"/>
                <a:ext cx="66440" cy="48110"/>
              </a:xfrm>
              <a:custGeom>
                <a:avLst/>
                <a:gdLst>
                  <a:gd name="T0" fmla="*/ 16 w 17"/>
                  <a:gd name="T1" fmla="*/ 2 h 12"/>
                  <a:gd name="T2" fmla="*/ 11 w 17"/>
                  <a:gd name="T3" fmla="*/ 10 h 12"/>
                  <a:gd name="T4" fmla="*/ 1 w 17"/>
                  <a:gd name="T5" fmla="*/ 10 h 12"/>
                  <a:gd name="T6" fmla="*/ 7 w 17"/>
                  <a:gd name="T7" fmla="*/ 2 h 12"/>
                  <a:gd name="T8" fmla="*/ 16 w 17"/>
                  <a:gd name="T9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2">
                    <a:moveTo>
                      <a:pt x="16" y="2"/>
                    </a:moveTo>
                    <a:cubicBezTo>
                      <a:pt x="17" y="4"/>
                      <a:pt x="15" y="8"/>
                      <a:pt x="11" y="10"/>
                    </a:cubicBezTo>
                    <a:cubicBezTo>
                      <a:pt x="6" y="12"/>
                      <a:pt x="2" y="12"/>
                      <a:pt x="1" y="10"/>
                    </a:cubicBezTo>
                    <a:cubicBezTo>
                      <a:pt x="0" y="7"/>
                      <a:pt x="2" y="4"/>
                      <a:pt x="7" y="2"/>
                    </a:cubicBezTo>
                    <a:cubicBezTo>
                      <a:pt x="11" y="0"/>
                      <a:pt x="15" y="0"/>
                      <a:pt x="16" y="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7" name="Freeform 502">
                <a:extLst>
                  <a:ext uri="{FF2B5EF4-FFF2-40B4-BE49-F238E27FC236}">
                    <a16:creationId xmlns:a16="http://schemas.microsoft.com/office/drawing/2014/main" id="{F24CA70B-C539-3A17-3B83-4B77A558BE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1688" y="1892180"/>
                <a:ext cx="270335" cy="577327"/>
              </a:xfrm>
              <a:custGeom>
                <a:avLst/>
                <a:gdLst>
                  <a:gd name="T0" fmla="*/ 62 w 69"/>
                  <a:gd name="T1" fmla="*/ 121 h 147"/>
                  <a:gd name="T2" fmla="*/ 32 w 69"/>
                  <a:gd name="T3" fmla="*/ 18 h 147"/>
                  <a:gd name="T4" fmla="*/ 4 w 69"/>
                  <a:gd name="T5" fmla="*/ 27 h 147"/>
                  <a:gd name="T6" fmla="*/ 34 w 69"/>
                  <a:gd name="T7" fmla="*/ 130 h 147"/>
                  <a:gd name="T8" fmla="*/ 62 w 69"/>
                  <a:gd name="T9" fmla="*/ 121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147">
                    <a:moveTo>
                      <a:pt x="62" y="121"/>
                    </a:moveTo>
                    <a:cubicBezTo>
                      <a:pt x="50" y="88"/>
                      <a:pt x="40" y="53"/>
                      <a:pt x="32" y="18"/>
                    </a:cubicBezTo>
                    <a:cubicBezTo>
                      <a:pt x="28" y="0"/>
                      <a:pt x="0" y="9"/>
                      <a:pt x="4" y="27"/>
                    </a:cubicBezTo>
                    <a:cubicBezTo>
                      <a:pt x="12" y="62"/>
                      <a:pt x="22" y="96"/>
                      <a:pt x="34" y="130"/>
                    </a:cubicBezTo>
                    <a:cubicBezTo>
                      <a:pt x="41" y="147"/>
                      <a:pt x="69" y="139"/>
                      <a:pt x="62" y="12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8" name="Freeform 503">
                <a:extLst>
                  <a:ext uri="{FF2B5EF4-FFF2-40B4-BE49-F238E27FC236}">
                    <a16:creationId xmlns:a16="http://schemas.microsoft.com/office/drawing/2014/main" id="{80E75C99-1973-4766-00D9-94F827E62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1469" y="1935708"/>
                <a:ext cx="71021" cy="43528"/>
              </a:xfrm>
              <a:custGeom>
                <a:avLst/>
                <a:gdLst>
                  <a:gd name="T0" fmla="*/ 17 w 18"/>
                  <a:gd name="T1" fmla="*/ 3 h 11"/>
                  <a:gd name="T2" fmla="*/ 10 w 18"/>
                  <a:gd name="T3" fmla="*/ 10 h 11"/>
                  <a:gd name="T4" fmla="*/ 1 w 18"/>
                  <a:gd name="T5" fmla="*/ 7 h 11"/>
                  <a:gd name="T6" fmla="*/ 8 w 18"/>
                  <a:gd name="T7" fmla="*/ 1 h 11"/>
                  <a:gd name="T8" fmla="*/ 17 w 18"/>
                  <a:gd name="T9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1">
                    <a:moveTo>
                      <a:pt x="17" y="3"/>
                    </a:moveTo>
                    <a:cubicBezTo>
                      <a:pt x="18" y="6"/>
                      <a:pt x="15" y="9"/>
                      <a:pt x="10" y="10"/>
                    </a:cubicBezTo>
                    <a:cubicBezTo>
                      <a:pt x="6" y="11"/>
                      <a:pt x="1" y="10"/>
                      <a:pt x="1" y="7"/>
                    </a:cubicBezTo>
                    <a:cubicBezTo>
                      <a:pt x="0" y="5"/>
                      <a:pt x="3" y="2"/>
                      <a:pt x="8" y="1"/>
                    </a:cubicBezTo>
                    <a:cubicBezTo>
                      <a:pt x="13" y="0"/>
                      <a:pt x="17" y="1"/>
                      <a:pt x="17" y="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39" name="Freeform 504">
                <a:extLst>
                  <a:ext uri="{FF2B5EF4-FFF2-40B4-BE49-F238E27FC236}">
                    <a16:creationId xmlns:a16="http://schemas.microsoft.com/office/drawing/2014/main" id="{A14E4F0C-9670-FB4F-DBB0-235055D9D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4346" y="1935708"/>
                <a:ext cx="180988" cy="439869"/>
              </a:xfrm>
              <a:custGeom>
                <a:avLst/>
                <a:gdLst>
                  <a:gd name="T0" fmla="*/ 32 w 46"/>
                  <a:gd name="T1" fmla="*/ 93 h 112"/>
                  <a:gd name="T2" fmla="*/ 40 w 46"/>
                  <a:gd name="T3" fmla="*/ 24 h 112"/>
                  <a:gd name="T4" fmla="*/ 11 w 46"/>
                  <a:gd name="T5" fmla="*/ 17 h 112"/>
                  <a:gd name="T6" fmla="*/ 3 w 46"/>
                  <a:gd name="T7" fmla="*/ 93 h 112"/>
                  <a:gd name="T8" fmla="*/ 32 w 46"/>
                  <a:gd name="T9" fmla="*/ 9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112">
                    <a:moveTo>
                      <a:pt x="32" y="93"/>
                    </a:moveTo>
                    <a:cubicBezTo>
                      <a:pt x="29" y="69"/>
                      <a:pt x="32" y="46"/>
                      <a:pt x="40" y="24"/>
                    </a:cubicBezTo>
                    <a:cubicBezTo>
                      <a:pt x="46" y="6"/>
                      <a:pt x="18" y="0"/>
                      <a:pt x="11" y="17"/>
                    </a:cubicBezTo>
                    <a:cubicBezTo>
                      <a:pt x="2" y="41"/>
                      <a:pt x="0" y="67"/>
                      <a:pt x="3" y="93"/>
                    </a:cubicBezTo>
                    <a:cubicBezTo>
                      <a:pt x="5" y="112"/>
                      <a:pt x="34" y="111"/>
                      <a:pt x="32" y="9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40" name="Freeform 505">
                <a:extLst>
                  <a:ext uri="{FF2B5EF4-FFF2-40B4-BE49-F238E27FC236}">
                    <a16:creationId xmlns:a16="http://schemas.microsoft.com/office/drawing/2014/main" id="{86F8B3DD-EC2E-A42C-98EA-178D26EDD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4532" y="1970072"/>
                <a:ext cx="68730" cy="43528"/>
              </a:xfrm>
              <a:custGeom>
                <a:avLst/>
                <a:gdLst>
                  <a:gd name="T0" fmla="*/ 17 w 18"/>
                  <a:gd name="T1" fmla="*/ 8 h 11"/>
                  <a:gd name="T2" fmla="*/ 8 w 18"/>
                  <a:gd name="T3" fmla="*/ 10 h 11"/>
                  <a:gd name="T4" fmla="*/ 1 w 18"/>
                  <a:gd name="T5" fmla="*/ 4 h 11"/>
                  <a:gd name="T6" fmla="*/ 10 w 18"/>
                  <a:gd name="T7" fmla="*/ 2 h 11"/>
                  <a:gd name="T8" fmla="*/ 17 w 18"/>
                  <a:gd name="T9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1">
                    <a:moveTo>
                      <a:pt x="17" y="8"/>
                    </a:moveTo>
                    <a:cubicBezTo>
                      <a:pt x="17" y="10"/>
                      <a:pt x="13" y="11"/>
                      <a:pt x="8" y="10"/>
                    </a:cubicBezTo>
                    <a:cubicBezTo>
                      <a:pt x="4" y="9"/>
                      <a:pt x="0" y="6"/>
                      <a:pt x="1" y="4"/>
                    </a:cubicBezTo>
                    <a:cubicBezTo>
                      <a:pt x="1" y="2"/>
                      <a:pt x="6" y="0"/>
                      <a:pt x="10" y="2"/>
                    </a:cubicBezTo>
                    <a:cubicBezTo>
                      <a:pt x="15" y="3"/>
                      <a:pt x="18" y="5"/>
                      <a:pt x="17" y="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48E9BD-946C-A5CD-02C6-2ADDCD32370D}"/>
                </a:ext>
              </a:extLst>
            </p:cNvPr>
            <p:cNvGrpSpPr/>
            <p:nvPr/>
          </p:nvGrpSpPr>
          <p:grpSpPr>
            <a:xfrm>
              <a:off x="6402830" y="2951816"/>
              <a:ext cx="570455" cy="1402081"/>
              <a:chOff x="6795736" y="1699737"/>
              <a:chExt cx="570455" cy="1402081"/>
            </a:xfrm>
          </p:grpSpPr>
          <p:sp>
            <p:nvSpPr>
              <p:cNvPr id="122" name="Freeform 522">
                <a:extLst>
                  <a:ext uri="{FF2B5EF4-FFF2-40B4-BE49-F238E27FC236}">
                    <a16:creationId xmlns:a16="http://schemas.microsoft.com/office/drawing/2014/main" id="{BCF3A5FC-5165-389C-5B5C-4F0231133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0286" y="1699737"/>
                <a:ext cx="258881" cy="1072180"/>
              </a:xfrm>
              <a:custGeom>
                <a:avLst/>
                <a:gdLst>
                  <a:gd name="T0" fmla="*/ 42 w 66"/>
                  <a:gd name="T1" fmla="*/ 271 h 273"/>
                  <a:gd name="T2" fmla="*/ 35 w 66"/>
                  <a:gd name="T3" fmla="*/ 273 h 273"/>
                  <a:gd name="T4" fmla="*/ 46 w 66"/>
                  <a:gd name="T5" fmla="*/ 241 h 273"/>
                  <a:gd name="T6" fmla="*/ 56 w 66"/>
                  <a:gd name="T7" fmla="*/ 215 h 273"/>
                  <a:gd name="T8" fmla="*/ 39 w 66"/>
                  <a:gd name="T9" fmla="*/ 193 h 273"/>
                  <a:gd name="T10" fmla="*/ 19 w 66"/>
                  <a:gd name="T11" fmla="*/ 166 h 273"/>
                  <a:gd name="T12" fmla="*/ 30 w 66"/>
                  <a:gd name="T13" fmla="*/ 134 h 273"/>
                  <a:gd name="T14" fmla="*/ 40 w 66"/>
                  <a:gd name="T15" fmla="*/ 108 h 273"/>
                  <a:gd name="T16" fmla="*/ 23 w 66"/>
                  <a:gd name="T17" fmla="*/ 86 h 273"/>
                  <a:gd name="T18" fmla="*/ 3 w 66"/>
                  <a:gd name="T19" fmla="*/ 59 h 273"/>
                  <a:gd name="T20" fmla="*/ 14 w 66"/>
                  <a:gd name="T21" fmla="*/ 27 h 273"/>
                  <a:gd name="T22" fmla="*/ 24 w 66"/>
                  <a:gd name="T23" fmla="*/ 1 h 273"/>
                  <a:gd name="T24" fmla="*/ 31 w 66"/>
                  <a:gd name="T25" fmla="*/ 0 h 273"/>
                  <a:gd name="T26" fmla="*/ 20 w 66"/>
                  <a:gd name="T27" fmla="*/ 32 h 273"/>
                  <a:gd name="T28" fmla="*/ 10 w 66"/>
                  <a:gd name="T29" fmla="*/ 58 h 273"/>
                  <a:gd name="T30" fmla="*/ 27 w 66"/>
                  <a:gd name="T31" fmla="*/ 80 h 273"/>
                  <a:gd name="T32" fmla="*/ 47 w 66"/>
                  <a:gd name="T33" fmla="*/ 107 h 273"/>
                  <a:gd name="T34" fmla="*/ 36 w 66"/>
                  <a:gd name="T35" fmla="*/ 138 h 273"/>
                  <a:gd name="T36" fmla="*/ 26 w 66"/>
                  <a:gd name="T37" fmla="*/ 164 h 273"/>
                  <a:gd name="T38" fmla="*/ 43 w 66"/>
                  <a:gd name="T39" fmla="*/ 186 h 273"/>
                  <a:gd name="T40" fmla="*/ 63 w 66"/>
                  <a:gd name="T41" fmla="*/ 214 h 273"/>
                  <a:gd name="T42" fmla="*/ 52 w 66"/>
                  <a:gd name="T43" fmla="*/ 245 h 273"/>
                  <a:gd name="T44" fmla="*/ 42 w 66"/>
                  <a:gd name="T45" fmla="*/ 27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273">
                    <a:moveTo>
                      <a:pt x="42" y="271"/>
                    </a:moveTo>
                    <a:cubicBezTo>
                      <a:pt x="35" y="273"/>
                      <a:pt x="35" y="273"/>
                      <a:pt x="35" y="273"/>
                    </a:cubicBezTo>
                    <a:cubicBezTo>
                      <a:pt x="33" y="258"/>
                      <a:pt x="40" y="249"/>
                      <a:pt x="46" y="241"/>
                    </a:cubicBezTo>
                    <a:cubicBezTo>
                      <a:pt x="53" y="233"/>
                      <a:pt x="58" y="226"/>
                      <a:pt x="56" y="215"/>
                    </a:cubicBezTo>
                    <a:cubicBezTo>
                      <a:pt x="54" y="203"/>
                      <a:pt x="47" y="198"/>
                      <a:pt x="39" y="193"/>
                    </a:cubicBezTo>
                    <a:cubicBezTo>
                      <a:pt x="31" y="187"/>
                      <a:pt x="21" y="181"/>
                      <a:pt x="19" y="166"/>
                    </a:cubicBezTo>
                    <a:cubicBezTo>
                      <a:pt x="17" y="151"/>
                      <a:pt x="24" y="142"/>
                      <a:pt x="30" y="134"/>
                    </a:cubicBezTo>
                    <a:cubicBezTo>
                      <a:pt x="36" y="126"/>
                      <a:pt x="42" y="119"/>
                      <a:pt x="40" y="108"/>
                    </a:cubicBezTo>
                    <a:cubicBezTo>
                      <a:pt x="38" y="96"/>
                      <a:pt x="31" y="91"/>
                      <a:pt x="23" y="86"/>
                    </a:cubicBezTo>
                    <a:cubicBezTo>
                      <a:pt x="14" y="80"/>
                      <a:pt x="5" y="74"/>
                      <a:pt x="3" y="59"/>
                    </a:cubicBezTo>
                    <a:cubicBezTo>
                      <a:pt x="0" y="44"/>
                      <a:pt x="8" y="35"/>
                      <a:pt x="14" y="27"/>
                    </a:cubicBezTo>
                    <a:cubicBezTo>
                      <a:pt x="20" y="19"/>
                      <a:pt x="26" y="13"/>
                      <a:pt x="24" y="1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3" y="15"/>
                      <a:pt x="26" y="24"/>
                      <a:pt x="20" y="32"/>
                    </a:cubicBezTo>
                    <a:cubicBezTo>
                      <a:pt x="14" y="39"/>
                      <a:pt x="8" y="46"/>
                      <a:pt x="10" y="58"/>
                    </a:cubicBezTo>
                    <a:cubicBezTo>
                      <a:pt x="12" y="69"/>
                      <a:pt x="19" y="74"/>
                      <a:pt x="27" y="80"/>
                    </a:cubicBezTo>
                    <a:cubicBezTo>
                      <a:pt x="36" y="85"/>
                      <a:pt x="45" y="92"/>
                      <a:pt x="47" y="107"/>
                    </a:cubicBezTo>
                    <a:cubicBezTo>
                      <a:pt x="50" y="122"/>
                      <a:pt x="42" y="131"/>
                      <a:pt x="36" y="138"/>
                    </a:cubicBezTo>
                    <a:cubicBezTo>
                      <a:pt x="30" y="146"/>
                      <a:pt x="24" y="153"/>
                      <a:pt x="26" y="164"/>
                    </a:cubicBezTo>
                    <a:cubicBezTo>
                      <a:pt x="28" y="176"/>
                      <a:pt x="35" y="181"/>
                      <a:pt x="43" y="186"/>
                    </a:cubicBezTo>
                    <a:cubicBezTo>
                      <a:pt x="52" y="192"/>
                      <a:pt x="61" y="199"/>
                      <a:pt x="63" y="214"/>
                    </a:cubicBezTo>
                    <a:cubicBezTo>
                      <a:pt x="66" y="229"/>
                      <a:pt x="59" y="237"/>
                      <a:pt x="52" y="245"/>
                    </a:cubicBezTo>
                    <a:cubicBezTo>
                      <a:pt x="46" y="253"/>
                      <a:pt x="41" y="260"/>
                      <a:pt x="42" y="27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3" name="Freeform 523">
                <a:extLst>
                  <a:ext uri="{FF2B5EF4-FFF2-40B4-BE49-F238E27FC236}">
                    <a16:creationId xmlns:a16="http://schemas.microsoft.com/office/drawing/2014/main" id="{DB3C1090-40ED-45DA-6E9D-DA646C5CC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7310" y="1798250"/>
                <a:ext cx="258881" cy="1072180"/>
              </a:xfrm>
              <a:custGeom>
                <a:avLst/>
                <a:gdLst>
                  <a:gd name="T0" fmla="*/ 42 w 66"/>
                  <a:gd name="T1" fmla="*/ 272 h 273"/>
                  <a:gd name="T2" fmla="*/ 35 w 66"/>
                  <a:gd name="T3" fmla="*/ 273 h 273"/>
                  <a:gd name="T4" fmla="*/ 46 w 66"/>
                  <a:gd name="T5" fmla="*/ 241 h 273"/>
                  <a:gd name="T6" fmla="*/ 56 w 66"/>
                  <a:gd name="T7" fmla="*/ 215 h 273"/>
                  <a:gd name="T8" fmla="*/ 39 w 66"/>
                  <a:gd name="T9" fmla="*/ 193 h 273"/>
                  <a:gd name="T10" fmla="*/ 19 w 66"/>
                  <a:gd name="T11" fmla="*/ 166 h 273"/>
                  <a:gd name="T12" fmla="*/ 30 w 66"/>
                  <a:gd name="T13" fmla="*/ 134 h 273"/>
                  <a:gd name="T14" fmla="*/ 40 w 66"/>
                  <a:gd name="T15" fmla="*/ 108 h 273"/>
                  <a:gd name="T16" fmla="*/ 23 w 66"/>
                  <a:gd name="T17" fmla="*/ 86 h 273"/>
                  <a:gd name="T18" fmla="*/ 3 w 66"/>
                  <a:gd name="T19" fmla="*/ 59 h 273"/>
                  <a:gd name="T20" fmla="*/ 14 w 66"/>
                  <a:gd name="T21" fmla="*/ 27 h 273"/>
                  <a:gd name="T22" fmla="*/ 24 w 66"/>
                  <a:gd name="T23" fmla="*/ 1 h 273"/>
                  <a:gd name="T24" fmla="*/ 31 w 66"/>
                  <a:gd name="T25" fmla="*/ 0 h 273"/>
                  <a:gd name="T26" fmla="*/ 20 w 66"/>
                  <a:gd name="T27" fmla="*/ 32 h 273"/>
                  <a:gd name="T28" fmla="*/ 10 w 66"/>
                  <a:gd name="T29" fmla="*/ 58 h 273"/>
                  <a:gd name="T30" fmla="*/ 27 w 66"/>
                  <a:gd name="T31" fmla="*/ 80 h 273"/>
                  <a:gd name="T32" fmla="*/ 47 w 66"/>
                  <a:gd name="T33" fmla="*/ 107 h 273"/>
                  <a:gd name="T34" fmla="*/ 36 w 66"/>
                  <a:gd name="T35" fmla="*/ 139 h 273"/>
                  <a:gd name="T36" fmla="*/ 26 w 66"/>
                  <a:gd name="T37" fmla="*/ 165 h 273"/>
                  <a:gd name="T38" fmla="*/ 43 w 66"/>
                  <a:gd name="T39" fmla="*/ 187 h 273"/>
                  <a:gd name="T40" fmla="*/ 63 w 66"/>
                  <a:gd name="T41" fmla="*/ 214 h 273"/>
                  <a:gd name="T42" fmla="*/ 52 w 66"/>
                  <a:gd name="T43" fmla="*/ 246 h 273"/>
                  <a:gd name="T44" fmla="*/ 42 w 66"/>
                  <a:gd name="T45" fmla="*/ 27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6" h="273">
                    <a:moveTo>
                      <a:pt x="42" y="272"/>
                    </a:moveTo>
                    <a:cubicBezTo>
                      <a:pt x="35" y="273"/>
                      <a:pt x="35" y="273"/>
                      <a:pt x="35" y="273"/>
                    </a:cubicBezTo>
                    <a:cubicBezTo>
                      <a:pt x="33" y="258"/>
                      <a:pt x="40" y="249"/>
                      <a:pt x="46" y="241"/>
                    </a:cubicBezTo>
                    <a:cubicBezTo>
                      <a:pt x="53" y="233"/>
                      <a:pt x="58" y="227"/>
                      <a:pt x="56" y="215"/>
                    </a:cubicBezTo>
                    <a:cubicBezTo>
                      <a:pt x="54" y="203"/>
                      <a:pt x="47" y="198"/>
                      <a:pt x="39" y="193"/>
                    </a:cubicBezTo>
                    <a:cubicBezTo>
                      <a:pt x="31" y="187"/>
                      <a:pt x="21" y="181"/>
                      <a:pt x="19" y="166"/>
                    </a:cubicBezTo>
                    <a:cubicBezTo>
                      <a:pt x="17" y="151"/>
                      <a:pt x="24" y="142"/>
                      <a:pt x="30" y="134"/>
                    </a:cubicBezTo>
                    <a:cubicBezTo>
                      <a:pt x="36" y="126"/>
                      <a:pt x="42" y="120"/>
                      <a:pt x="40" y="108"/>
                    </a:cubicBezTo>
                    <a:cubicBezTo>
                      <a:pt x="38" y="96"/>
                      <a:pt x="31" y="92"/>
                      <a:pt x="23" y="86"/>
                    </a:cubicBezTo>
                    <a:cubicBezTo>
                      <a:pt x="14" y="80"/>
                      <a:pt x="5" y="74"/>
                      <a:pt x="3" y="59"/>
                    </a:cubicBezTo>
                    <a:cubicBezTo>
                      <a:pt x="0" y="44"/>
                      <a:pt x="8" y="35"/>
                      <a:pt x="14" y="27"/>
                    </a:cubicBezTo>
                    <a:cubicBezTo>
                      <a:pt x="20" y="19"/>
                      <a:pt x="26" y="13"/>
                      <a:pt x="24" y="1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3" y="15"/>
                      <a:pt x="26" y="24"/>
                      <a:pt x="20" y="32"/>
                    </a:cubicBezTo>
                    <a:cubicBezTo>
                      <a:pt x="14" y="39"/>
                      <a:pt x="8" y="46"/>
                      <a:pt x="10" y="58"/>
                    </a:cubicBezTo>
                    <a:cubicBezTo>
                      <a:pt x="12" y="70"/>
                      <a:pt x="19" y="74"/>
                      <a:pt x="27" y="80"/>
                    </a:cubicBezTo>
                    <a:cubicBezTo>
                      <a:pt x="35" y="86"/>
                      <a:pt x="45" y="92"/>
                      <a:pt x="47" y="107"/>
                    </a:cubicBezTo>
                    <a:cubicBezTo>
                      <a:pt x="50" y="122"/>
                      <a:pt x="42" y="131"/>
                      <a:pt x="36" y="139"/>
                    </a:cubicBezTo>
                    <a:cubicBezTo>
                      <a:pt x="30" y="146"/>
                      <a:pt x="24" y="153"/>
                      <a:pt x="26" y="165"/>
                    </a:cubicBezTo>
                    <a:cubicBezTo>
                      <a:pt x="28" y="177"/>
                      <a:pt x="35" y="181"/>
                      <a:pt x="43" y="187"/>
                    </a:cubicBezTo>
                    <a:cubicBezTo>
                      <a:pt x="52" y="192"/>
                      <a:pt x="61" y="199"/>
                      <a:pt x="63" y="214"/>
                    </a:cubicBezTo>
                    <a:cubicBezTo>
                      <a:pt x="66" y="229"/>
                      <a:pt x="58" y="238"/>
                      <a:pt x="52" y="246"/>
                    </a:cubicBezTo>
                    <a:cubicBezTo>
                      <a:pt x="46" y="253"/>
                      <a:pt x="40" y="260"/>
                      <a:pt x="42" y="27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4" name="Freeform 524">
                <a:extLst>
                  <a:ext uri="{FF2B5EF4-FFF2-40B4-BE49-F238E27FC236}">
                    <a16:creationId xmlns:a16="http://schemas.microsoft.com/office/drawing/2014/main" id="{AB0665BB-FBDE-F218-ECE3-AE8FEE0E4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5736" y="2029638"/>
                <a:ext cx="256590" cy="1072180"/>
              </a:xfrm>
              <a:custGeom>
                <a:avLst/>
                <a:gdLst>
                  <a:gd name="T0" fmla="*/ 42 w 65"/>
                  <a:gd name="T1" fmla="*/ 271 h 273"/>
                  <a:gd name="T2" fmla="*/ 34 w 65"/>
                  <a:gd name="T3" fmla="*/ 273 h 273"/>
                  <a:gd name="T4" fmla="*/ 46 w 65"/>
                  <a:gd name="T5" fmla="*/ 241 h 273"/>
                  <a:gd name="T6" fmla="*/ 55 w 65"/>
                  <a:gd name="T7" fmla="*/ 215 h 273"/>
                  <a:gd name="T8" fmla="*/ 38 w 65"/>
                  <a:gd name="T9" fmla="*/ 193 h 273"/>
                  <a:gd name="T10" fmla="*/ 18 w 65"/>
                  <a:gd name="T11" fmla="*/ 166 h 273"/>
                  <a:gd name="T12" fmla="*/ 29 w 65"/>
                  <a:gd name="T13" fmla="*/ 134 h 273"/>
                  <a:gd name="T14" fmla="*/ 39 w 65"/>
                  <a:gd name="T15" fmla="*/ 108 h 273"/>
                  <a:gd name="T16" fmla="*/ 22 w 65"/>
                  <a:gd name="T17" fmla="*/ 86 h 273"/>
                  <a:gd name="T18" fmla="*/ 2 w 65"/>
                  <a:gd name="T19" fmla="*/ 59 h 273"/>
                  <a:gd name="T20" fmla="*/ 13 w 65"/>
                  <a:gd name="T21" fmla="*/ 27 h 273"/>
                  <a:gd name="T22" fmla="*/ 23 w 65"/>
                  <a:gd name="T23" fmla="*/ 1 h 273"/>
                  <a:gd name="T24" fmla="*/ 30 w 65"/>
                  <a:gd name="T25" fmla="*/ 0 h 273"/>
                  <a:gd name="T26" fmla="*/ 19 w 65"/>
                  <a:gd name="T27" fmla="*/ 32 h 273"/>
                  <a:gd name="T28" fmla="*/ 9 w 65"/>
                  <a:gd name="T29" fmla="*/ 58 h 273"/>
                  <a:gd name="T30" fmla="*/ 26 w 65"/>
                  <a:gd name="T31" fmla="*/ 80 h 273"/>
                  <a:gd name="T32" fmla="*/ 47 w 65"/>
                  <a:gd name="T33" fmla="*/ 107 h 273"/>
                  <a:gd name="T34" fmla="*/ 35 w 65"/>
                  <a:gd name="T35" fmla="*/ 138 h 273"/>
                  <a:gd name="T36" fmla="*/ 25 w 65"/>
                  <a:gd name="T37" fmla="*/ 165 h 273"/>
                  <a:gd name="T38" fmla="*/ 42 w 65"/>
                  <a:gd name="T39" fmla="*/ 187 h 273"/>
                  <a:gd name="T40" fmla="*/ 63 w 65"/>
                  <a:gd name="T41" fmla="*/ 214 h 273"/>
                  <a:gd name="T42" fmla="*/ 51 w 65"/>
                  <a:gd name="T43" fmla="*/ 245 h 273"/>
                  <a:gd name="T44" fmla="*/ 42 w 65"/>
                  <a:gd name="T45" fmla="*/ 27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5" h="273">
                    <a:moveTo>
                      <a:pt x="42" y="271"/>
                    </a:moveTo>
                    <a:cubicBezTo>
                      <a:pt x="34" y="273"/>
                      <a:pt x="34" y="273"/>
                      <a:pt x="34" y="273"/>
                    </a:cubicBezTo>
                    <a:cubicBezTo>
                      <a:pt x="32" y="258"/>
                      <a:pt x="39" y="249"/>
                      <a:pt x="46" y="241"/>
                    </a:cubicBezTo>
                    <a:cubicBezTo>
                      <a:pt x="52" y="233"/>
                      <a:pt x="57" y="226"/>
                      <a:pt x="55" y="215"/>
                    </a:cubicBezTo>
                    <a:cubicBezTo>
                      <a:pt x="54" y="203"/>
                      <a:pt x="47" y="198"/>
                      <a:pt x="38" y="193"/>
                    </a:cubicBezTo>
                    <a:cubicBezTo>
                      <a:pt x="30" y="187"/>
                      <a:pt x="20" y="181"/>
                      <a:pt x="18" y="166"/>
                    </a:cubicBezTo>
                    <a:cubicBezTo>
                      <a:pt x="16" y="151"/>
                      <a:pt x="23" y="142"/>
                      <a:pt x="29" y="134"/>
                    </a:cubicBezTo>
                    <a:cubicBezTo>
                      <a:pt x="36" y="126"/>
                      <a:pt x="41" y="120"/>
                      <a:pt x="39" y="108"/>
                    </a:cubicBezTo>
                    <a:cubicBezTo>
                      <a:pt x="38" y="96"/>
                      <a:pt x="30" y="91"/>
                      <a:pt x="22" y="86"/>
                    </a:cubicBezTo>
                    <a:cubicBezTo>
                      <a:pt x="14" y="80"/>
                      <a:pt x="4" y="74"/>
                      <a:pt x="2" y="59"/>
                    </a:cubicBezTo>
                    <a:cubicBezTo>
                      <a:pt x="0" y="44"/>
                      <a:pt x="7" y="35"/>
                      <a:pt x="13" y="27"/>
                    </a:cubicBezTo>
                    <a:cubicBezTo>
                      <a:pt x="20" y="19"/>
                      <a:pt x="25" y="13"/>
                      <a:pt x="23" y="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3" y="15"/>
                      <a:pt x="25" y="24"/>
                      <a:pt x="19" y="32"/>
                    </a:cubicBezTo>
                    <a:cubicBezTo>
                      <a:pt x="13" y="39"/>
                      <a:pt x="7" y="46"/>
                      <a:pt x="9" y="58"/>
                    </a:cubicBezTo>
                    <a:cubicBezTo>
                      <a:pt x="11" y="69"/>
                      <a:pt x="18" y="74"/>
                      <a:pt x="26" y="80"/>
                    </a:cubicBezTo>
                    <a:cubicBezTo>
                      <a:pt x="35" y="85"/>
                      <a:pt x="44" y="92"/>
                      <a:pt x="47" y="107"/>
                    </a:cubicBezTo>
                    <a:cubicBezTo>
                      <a:pt x="49" y="122"/>
                      <a:pt x="42" y="131"/>
                      <a:pt x="35" y="138"/>
                    </a:cubicBezTo>
                    <a:cubicBezTo>
                      <a:pt x="29" y="146"/>
                      <a:pt x="24" y="153"/>
                      <a:pt x="25" y="165"/>
                    </a:cubicBezTo>
                    <a:cubicBezTo>
                      <a:pt x="27" y="176"/>
                      <a:pt x="34" y="181"/>
                      <a:pt x="42" y="187"/>
                    </a:cubicBezTo>
                    <a:cubicBezTo>
                      <a:pt x="51" y="192"/>
                      <a:pt x="61" y="199"/>
                      <a:pt x="63" y="214"/>
                    </a:cubicBezTo>
                    <a:cubicBezTo>
                      <a:pt x="65" y="229"/>
                      <a:pt x="58" y="238"/>
                      <a:pt x="51" y="245"/>
                    </a:cubicBezTo>
                    <a:cubicBezTo>
                      <a:pt x="45" y="253"/>
                      <a:pt x="40" y="260"/>
                      <a:pt x="42" y="27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5" name="Freeform 569">
              <a:extLst>
                <a:ext uri="{FF2B5EF4-FFF2-40B4-BE49-F238E27FC236}">
                  <a16:creationId xmlns:a16="http://schemas.microsoft.com/office/drawing/2014/main" id="{E60C1430-BFB6-2CC6-8A68-1B4E2B956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491" y="2293724"/>
              <a:ext cx="1576196" cy="1736565"/>
            </a:xfrm>
            <a:custGeom>
              <a:avLst/>
              <a:gdLst>
                <a:gd name="T0" fmla="*/ 396 w 402"/>
                <a:gd name="T1" fmla="*/ 144 h 442"/>
                <a:gd name="T2" fmla="*/ 395 w 402"/>
                <a:gd name="T3" fmla="*/ 140 h 442"/>
                <a:gd name="T4" fmla="*/ 339 w 402"/>
                <a:gd name="T5" fmla="*/ 108 h 442"/>
                <a:gd name="T6" fmla="*/ 332 w 402"/>
                <a:gd name="T7" fmla="*/ 110 h 442"/>
                <a:gd name="T8" fmla="*/ 333 w 402"/>
                <a:gd name="T9" fmla="*/ 91 h 442"/>
                <a:gd name="T10" fmla="*/ 331 w 402"/>
                <a:gd name="T11" fmla="*/ 35 h 442"/>
                <a:gd name="T12" fmla="*/ 267 w 402"/>
                <a:gd name="T13" fmla="*/ 11 h 442"/>
                <a:gd name="T14" fmla="*/ 244 w 402"/>
                <a:gd name="T15" fmla="*/ 40 h 442"/>
                <a:gd name="T16" fmla="*/ 241 w 402"/>
                <a:gd name="T17" fmla="*/ 66 h 442"/>
                <a:gd name="T18" fmla="*/ 236 w 402"/>
                <a:gd name="T19" fmla="*/ 50 h 442"/>
                <a:gd name="T20" fmla="*/ 223 w 402"/>
                <a:gd name="T21" fmla="*/ 17 h 442"/>
                <a:gd name="T22" fmla="*/ 187 w 402"/>
                <a:gd name="T23" fmla="*/ 1 h 442"/>
                <a:gd name="T24" fmla="*/ 144 w 402"/>
                <a:gd name="T25" fmla="*/ 62 h 442"/>
                <a:gd name="T26" fmla="*/ 151 w 402"/>
                <a:gd name="T27" fmla="*/ 84 h 442"/>
                <a:gd name="T28" fmla="*/ 99 w 402"/>
                <a:gd name="T29" fmla="*/ 41 h 442"/>
                <a:gd name="T30" fmla="*/ 54 w 402"/>
                <a:gd name="T31" fmla="*/ 85 h 442"/>
                <a:gd name="T32" fmla="*/ 65 w 402"/>
                <a:gd name="T33" fmla="*/ 120 h 442"/>
                <a:gd name="T34" fmla="*/ 91 w 402"/>
                <a:gd name="T35" fmla="*/ 169 h 442"/>
                <a:gd name="T36" fmla="*/ 88 w 402"/>
                <a:gd name="T37" fmla="*/ 174 h 442"/>
                <a:gd name="T38" fmla="*/ 76 w 402"/>
                <a:gd name="T39" fmla="*/ 167 h 442"/>
                <a:gd name="T40" fmla="*/ 37 w 402"/>
                <a:gd name="T41" fmla="*/ 171 h 442"/>
                <a:gd name="T42" fmla="*/ 29 w 402"/>
                <a:gd name="T43" fmla="*/ 263 h 442"/>
                <a:gd name="T44" fmla="*/ 100 w 402"/>
                <a:gd name="T45" fmla="*/ 402 h 442"/>
                <a:gd name="T46" fmla="*/ 147 w 402"/>
                <a:gd name="T47" fmla="*/ 434 h 442"/>
                <a:gd name="T48" fmla="*/ 174 w 402"/>
                <a:gd name="T49" fmla="*/ 421 h 442"/>
                <a:gd name="T50" fmla="*/ 216 w 402"/>
                <a:gd name="T51" fmla="*/ 428 h 442"/>
                <a:gd name="T52" fmla="*/ 266 w 402"/>
                <a:gd name="T53" fmla="*/ 435 h 442"/>
                <a:gd name="T54" fmla="*/ 291 w 402"/>
                <a:gd name="T55" fmla="*/ 395 h 442"/>
                <a:gd name="T56" fmla="*/ 306 w 402"/>
                <a:gd name="T57" fmla="*/ 388 h 442"/>
                <a:gd name="T58" fmla="*/ 340 w 402"/>
                <a:gd name="T59" fmla="*/ 407 h 442"/>
                <a:gd name="T60" fmla="*/ 388 w 402"/>
                <a:gd name="T61" fmla="*/ 370 h 442"/>
                <a:gd name="T62" fmla="*/ 382 w 402"/>
                <a:gd name="T63" fmla="*/ 318 h 442"/>
                <a:gd name="T64" fmla="*/ 388 w 402"/>
                <a:gd name="T65" fmla="*/ 261 h 442"/>
                <a:gd name="T66" fmla="*/ 396 w 402"/>
                <a:gd name="T67" fmla="*/ 146 h 442"/>
                <a:gd name="T68" fmla="*/ 396 w 402"/>
                <a:gd name="T69" fmla="*/ 144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2" h="442">
                  <a:moveTo>
                    <a:pt x="396" y="144"/>
                  </a:moveTo>
                  <a:cubicBezTo>
                    <a:pt x="396" y="143"/>
                    <a:pt x="396" y="141"/>
                    <a:pt x="395" y="140"/>
                  </a:cubicBezTo>
                  <a:cubicBezTo>
                    <a:pt x="388" y="116"/>
                    <a:pt x="365" y="101"/>
                    <a:pt x="339" y="108"/>
                  </a:cubicBezTo>
                  <a:cubicBezTo>
                    <a:pt x="336" y="108"/>
                    <a:pt x="334" y="109"/>
                    <a:pt x="332" y="110"/>
                  </a:cubicBezTo>
                  <a:cubicBezTo>
                    <a:pt x="332" y="104"/>
                    <a:pt x="332" y="97"/>
                    <a:pt x="333" y="91"/>
                  </a:cubicBezTo>
                  <a:cubicBezTo>
                    <a:pt x="333" y="73"/>
                    <a:pt x="338" y="52"/>
                    <a:pt x="331" y="35"/>
                  </a:cubicBezTo>
                  <a:cubicBezTo>
                    <a:pt x="321" y="11"/>
                    <a:pt x="290" y="1"/>
                    <a:pt x="267" y="11"/>
                  </a:cubicBezTo>
                  <a:cubicBezTo>
                    <a:pt x="255" y="16"/>
                    <a:pt x="246" y="27"/>
                    <a:pt x="244" y="40"/>
                  </a:cubicBezTo>
                  <a:cubicBezTo>
                    <a:pt x="242" y="49"/>
                    <a:pt x="241" y="57"/>
                    <a:pt x="241" y="66"/>
                  </a:cubicBezTo>
                  <a:cubicBezTo>
                    <a:pt x="239" y="61"/>
                    <a:pt x="238" y="55"/>
                    <a:pt x="236" y="50"/>
                  </a:cubicBezTo>
                  <a:cubicBezTo>
                    <a:pt x="233" y="39"/>
                    <a:pt x="230" y="26"/>
                    <a:pt x="223" y="17"/>
                  </a:cubicBezTo>
                  <a:cubicBezTo>
                    <a:pt x="215" y="5"/>
                    <a:pt x="201" y="0"/>
                    <a:pt x="187" y="1"/>
                  </a:cubicBezTo>
                  <a:cubicBezTo>
                    <a:pt x="157" y="3"/>
                    <a:pt x="136" y="33"/>
                    <a:pt x="144" y="62"/>
                  </a:cubicBezTo>
                  <a:cubicBezTo>
                    <a:pt x="146" y="69"/>
                    <a:pt x="148" y="77"/>
                    <a:pt x="151" y="84"/>
                  </a:cubicBezTo>
                  <a:cubicBezTo>
                    <a:pt x="139" y="63"/>
                    <a:pt x="124" y="40"/>
                    <a:pt x="99" y="41"/>
                  </a:cubicBezTo>
                  <a:cubicBezTo>
                    <a:pt x="76" y="43"/>
                    <a:pt x="57" y="63"/>
                    <a:pt x="54" y="85"/>
                  </a:cubicBezTo>
                  <a:cubicBezTo>
                    <a:pt x="53" y="98"/>
                    <a:pt x="58" y="109"/>
                    <a:pt x="65" y="120"/>
                  </a:cubicBezTo>
                  <a:cubicBezTo>
                    <a:pt x="75" y="136"/>
                    <a:pt x="84" y="152"/>
                    <a:pt x="91" y="169"/>
                  </a:cubicBezTo>
                  <a:cubicBezTo>
                    <a:pt x="90" y="171"/>
                    <a:pt x="89" y="172"/>
                    <a:pt x="88" y="174"/>
                  </a:cubicBezTo>
                  <a:cubicBezTo>
                    <a:pt x="85" y="171"/>
                    <a:pt x="81" y="168"/>
                    <a:pt x="76" y="167"/>
                  </a:cubicBezTo>
                  <a:cubicBezTo>
                    <a:pt x="63" y="162"/>
                    <a:pt x="49" y="164"/>
                    <a:pt x="37" y="171"/>
                  </a:cubicBezTo>
                  <a:cubicBezTo>
                    <a:pt x="0" y="192"/>
                    <a:pt x="17" y="232"/>
                    <a:pt x="29" y="263"/>
                  </a:cubicBezTo>
                  <a:cubicBezTo>
                    <a:pt x="48" y="312"/>
                    <a:pt x="72" y="358"/>
                    <a:pt x="100" y="402"/>
                  </a:cubicBezTo>
                  <a:cubicBezTo>
                    <a:pt x="111" y="419"/>
                    <a:pt x="124" y="436"/>
                    <a:pt x="147" y="434"/>
                  </a:cubicBezTo>
                  <a:cubicBezTo>
                    <a:pt x="157" y="432"/>
                    <a:pt x="166" y="428"/>
                    <a:pt x="174" y="421"/>
                  </a:cubicBezTo>
                  <a:cubicBezTo>
                    <a:pt x="185" y="432"/>
                    <a:pt x="201" y="434"/>
                    <a:pt x="216" y="428"/>
                  </a:cubicBezTo>
                  <a:cubicBezTo>
                    <a:pt x="230" y="439"/>
                    <a:pt x="249" y="442"/>
                    <a:pt x="266" y="435"/>
                  </a:cubicBezTo>
                  <a:cubicBezTo>
                    <a:pt x="284" y="428"/>
                    <a:pt x="291" y="413"/>
                    <a:pt x="291" y="395"/>
                  </a:cubicBezTo>
                  <a:cubicBezTo>
                    <a:pt x="297" y="394"/>
                    <a:pt x="301" y="392"/>
                    <a:pt x="306" y="388"/>
                  </a:cubicBezTo>
                  <a:cubicBezTo>
                    <a:pt x="313" y="399"/>
                    <a:pt x="324" y="406"/>
                    <a:pt x="340" y="407"/>
                  </a:cubicBezTo>
                  <a:cubicBezTo>
                    <a:pt x="363" y="409"/>
                    <a:pt x="386" y="394"/>
                    <a:pt x="388" y="370"/>
                  </a:cubicBezTo>
                  <a:cubicBezTo>
                    <a:pt x="389" y="353"/>
                    <a:pt x="382" y="335"/>
                    <a:pt x="382" y="318"/>
                  </a:cubicBezTo>
                  <a:cubicBezTo>
                    <a:pt x="382" y="299"/>
                    <a:pt x="385" y="280"/>
                    <a:pt x="388" y="261"/>
                  </a:cubicBezTo>
                  <a:cubicBezTo>
                    <a:pt x="394" y="223"/>
                    <a:pt x="402" y="185"/>
                    <a:pt x="396" y="146"/>
                  </a:cubicBezTo>
                  <a:cubicBezTo>
                    <a:pt x="396" y="145"/>
                    <a:pt x="396" y="145"/>
                    <a:pt x="396" y="1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6" name="Freeform 570">
              <a:extLst>
                <a:ext uri="{FF2B5EF4-FFF2-40B4-BE49-F238E27FC236}">
                  <a16:creationId xmlns:a16="http://schemas.microsoft.com/office/drawing/2014/main" id="{60F06AF4-707C-B728-BBB0-706558013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6494" y="2353290"/>
              <a:ext cx="190152" cy="1280659"/>
            </a:xfrm>
            <a:custGeom>
              <a:avLst/>
              <a:gdLst>
                <a:gd name="T0" fmla="*/ 14 w 49"/>
                <a:gd name="T1" fmla="*/ 326 h 326"/>
                <a:gd name="T2" fmla="*/ 5 w 49"/>
                <a:gd name="T3" fmla="*/ 326 h 326"/>
                <a:gd name="T4" fmla="*/ 24 w 49"/>
                <a:gd name="T5" fmla="*/ 290 h 326"/>
                <a:gd name="T6" fmla="*/ 40 w 49"/>
                <a:gd name="T7" fmla="*/ 261 h 326"/>
                <a:gd name="T8" fmla="*/ 23 w 49"/>
                <a:gd name="T9" fmla="*/ 232 h 326"/>
                <a:gd name="T10" fmla="*/ 3 w 49"/>
                <a:gd name="T11" fmla="*/ 196 h 326"/>
                <a:gd name="T12" fmla="*/ 21 w 49"/>
                <a:gd name="T13" fmla="*/ 160 h 326"/>
                <a:gd name="T14" fmla="*/ 37 w 49"/>
                <a:gd name="T15" fmla="*/ 130 h 326"/>
                <a:gd name="T16" fmla="*/ 20 w 49"/>
                <a:gd name="T17" fmla="*/ 101 h 326"/>
                <a:gd name="T18" fmla="*/ 0 w 49"/>
                <a:gd name="T19" fmla="*/ 66 h 326"/>
                <a:gd name="T20" fmla="*/ 19 w 49"/>
                <a:gd name="T21" fmla="*/ 30 h 326"/>
                <a:gd name="T22" fmla="*/ 35 w 49"/>
                <a:gd name="T23" fmla="*/ 0 h 326"/>
                <a:gd name="T24" fmla="*/ 44 w 49"/>
                <a:gd name="T25" fmla="*/ 0 h 326"/>
                <a:gd name="T26" fmla="*/ 25 w 49"/>
                <a:gd name="T27" fmla="*/ 36 h 326"/>
                <a:gd name="T28" fmla="*/ 9 w 49"/>
                <a:gd name="T29" fmla="*/ 66 h 326"/>
                <a:gd name="T30" fmla="*/ 26 w 49"/>
                <a:gd name="T31" fmla="*/ 95 h 326"/>
                <a:gd name="T32" fmla="*/ 46 w 49"/>
                <a:gd name="T33" fmla="*/ 130 h 326"/>
                <a:gd name="T34" fmla="*/ 27 w 49"/>
                <a:gd name="T35" fmla="*/ 166 h 326"/>
                <a:gd name="T36" fmla="*/ 12 w 49"/>
                <a:gd name="T37" fmla="*/ 196 h 326"/>
                <a:gd name="T38" fmla="*/ 29 w 49"/>
                <a:gd name="T39" fmla="*/ 225 h 326"/>
                <a:gd name="T40" fmla="*/ 48 w 49"/>
                <a:gd name="T41" fmla="*/ 260 h 326"/>
                <a:gd name="T42" fmla="*/ 30 w 49"/>
                <a:gd name="T43" fmla="*/ 297 h 326"/>
                <a:gd name="T44" fmla="*/ 14 w 49"/>
                <a:gd name="T45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326">
                  <a:moveTo>
                    <a:pt x="14" y="326"/>
                  </a:moveTo>
                  <a:cubicBezTo>
                    <a:pt x="5" y="326"/>
                    <a:pt x="5" y="326"/>
                    <a:pt x="5" y="326"/>
                  </a:cubicBezTo>
                  <a:cubicBezTo>
                    <a:pt x="5" y="308"/>
                    <a:pt x="15" y="299"/>
                    <a:pt x="24" y="290"/>
                  </a:cubicBezTo>
                  <a:cubicBezTo>
                    <a:pt x="32" y="282"/>
                    <a:pt x="40" y="275"/>
                    <a:pt x="40" y="261"/>
                  </a:cubicBezTo>
                  <a:cubicBezTo>
                    <a:pt x="39" y="246"/>
                    <a:pt x="32" y="239"/>
                    <a:pt x="23" y="232"/>
                  </a:cubicBezTo>
                  <a:cubicBezTo>
                    <a:pt x="13" y="223"/>
                    <a:pt x="3" y="214"/>
                    <a:pt x="3" y="196"/>
                  </a:cubicBezTo>
                  <a:cubicBezTo>
                    <a:pt x="2" y="178"/>
                    <a:pt x="12" y="168"/>
                    <a:pt x="21" y="160"/>
                  </a:cubicBezTo>
                  <a:cubicBezTo>
                    <a:pt x="30" y="152"/>
                    <a:pt x="37" y="145"/>
                    <a:pt x="37" y="130"/>
                  </a:cubicBezTo>
                  <a:cubicBezTo>
                    <a:pt x="37" y="116"/>
                    <a:pt x="29" y="109"/>
                    <a:pt x="20" y="101"/>
                  </a:cubicBezTo>
                  <a:cubicBezTo>
                    <a:pt x="11" y="93"/>
                    <a:pt x="1" y="84"/>
                    <a:pt x="0" y="66"/>
                  </a:cubicBezTo>
                  <a:cubicBezTo>
                    <a:pt x="0" y="48"/>
                    <a:pt x="10" y="38"/>
                    <a:pt x="19" y="30"/>
                  </a:cubicBezTo>
                  <a:cubicBezTo>
                    <a:pt x="28" y="21"/>
                    <a:pt x="35" y="14"/>
                    <a:pt x="3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8"/>
                    <a:pt x="34" y="28"/>
                    <a:pt x="25" y="36"/>
                  </a:cubicBezTo>
                  <a:cubicBezTo>
                    <a:pt x="16" y="44"/>
                    <a:pt x="9" y="51"/>
                    <a:pt x="9" y="66"/>
                  </a:cubicBezTo>
                  <a:cubicBezTo>
                    <a:pt x="10" y="80"/>
                    <a:pt x="17" y="87"/>
                    <a:pt x="26" y="95"/>
                  </a:cubicBezTo>
                  <a:cubicBezTo>
                    <a:pt x="35" y="103"/>
                    <a:pt x="46" y="112"/>
                    <a:pt x="46" y="130"/>
                  </a:cubicBezTo>
                  <a:cubicBezTo>
                    <a:pt x="46" y="148"/>
                    <a:pt x="36" y="158"/>
                    <a:pt x="27" y="166"/>
                  </a:cubicBezTo>
                  <a:cubicBezTo>
                    <a:pt x="19" y="175"/>
                    <a:pt x="11" y="182"/>
                    <a:pt x="12" y="196"/>
                  </a:cubicBezTo>
                  <a:cubicBezTo>
                    <a:pt x="12" y="210"/>
                    <a:pt x="20" y="217"/>
                    <a:pt x="29" y="225"/>
                  </a:cubicBezTo>
                  <a:cubicBezTo>
                    <a:pt x="38" y="233"/>
                    <a:pt x="48" y="242"/>
                    <a:pt x="48" y="260"/>
                  </a:cubicBezTo>
                  <a:cubicBezTo>
                    <a:pt x="49" y="279"/>
                    <a:pt x="39" y="288"/>
                    <a:pt x="30" y="297"/>
                  </a:cubicBezTo>
                  <a:cubicBezTo>
                    <a:pt x="21" y="305"/>
                    <a:pt x="14" y="312"/>
                    <a:pt x="14" y="3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7" name="Freeform 571">
              <a:extLst>
                <a:ext uri="{FF2B5EF4-FFF2-40B4-BE49-F238E27FC236}">
                  <a16:creationId xmlns:a16="http://schemas.microsoft.com/office/drawing/2014/main" id="{AC9A0F28-D488-9143-F3C5-6A0A566E3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138" y="2502204"/>
              <a:ext cx="190152" cy="1280659"/>
            </a:xfrm>
            <a:custGeom>
              <a:avLst/>
              <a:gdLst>
                <a:gd name="T0" fmla="*/ 14 w 48"/>
                <a:gd name="T1" fmla="*/ 326 h 326"/>
                <a:gd name="T2" fmla="*/ 5 w 48"/>
                <a:gd name="T3" fmla="*/ 326 h 326"/>
                <a:gd name="T4" fmla="*/ 23 w 48"/>
                <a:gd name="T5" fmla="*/ 290 h 326"/>
                <a:gd name="T6" fmla="*/ 39 w 48"/>
                <a:gd name="T7" fmla="*/ 261 h 326"/>
                <a:gd name="T8" fmla="*/ 22 w 48"/>
                <a:gd name="T9" fmla="*/ 232 h 326"/>
                <a:gd name="T10" fmla="*/ 2 w 48"/>
                <a:gd name="T11" fmla="*/ 196 h 326"/>
                <a:gd name="T12" fmla="*/ 21 w 48"/>
                <a:gd name="T13" fmla="*/ 160 h 326"/>
                <a:gd name="T14" fmla="*/ 37 w 48"/>
                <a:gd name="T15" fmla="*/ 130 h 326"/>
                <a:gd name="T16" fmla="*/ 20 w 48"/>
                <a:gd name="T17" fmla="*/ 101 h 326"/>
                <a:gd name="T18" fmla="*/ 0 w 48"/>
                <a:gd name="T19" fmla="*/ 66 h 326"/>
                <a:gd name="T20" fmla="*/ 19 w 48"/>
                <a:gd name="T21" fmla="*/ 30 h 326"/>
                <a:gd name="T22" fmla="*/ 35 w 48"/>
                <a:gd name="T23" fmla="*/ 0 h 326"/>
                <a:gd name="T24" fmla="*/ 43 w 48"/>
                <a:gd name="T25" fmla="*/ 0 h 326"/>
                <a:gd name="T26" fmla="*/ 25 w 48"/>
                <a:gd name="T27" fmla="*/ 36 h 326"/>
                <a:gd name="T28" fmla="*/ 9 w 48"/>
                <a:gd name="T29" fmla="*/ 66 h 326"/>
                <a:gd name="T30" fmla="*/ 26 w 48"/>
                <a:gd name="T31" fmla="*/ 95 h 326"/>
                <a:gd name="T32" fmla="*/ 46 w 48"/>
                <a:gd name="T33" fmla="*/ 130 h 326"/>
                <a:gd name="T34" fmla="*/ 27 w 48"/>
                <a:gd name="T35" fmla="*/ 166 h 326"/>
                <a:gd name="T36" fmla="*/ 11 w 48"/>
                <a:gd name="T37" fmla="*/ 196 h 326"/>
                <a:gd name="T38" fmla="*/ 28 w 48"/>
                <a:gd name="T39" fmla="*/ 225 h 326"/>
                <a:gd name="T40" fmla="*/ 48 w 48"/>
                <a:gd name="T41" fmla="*/ 261 h 326"/>
                <a:gd name="T42" fmla="*/ 29 w 48"/>
                <a:gd name="T43" fmla="*/ 297 h 326"/>
                <a:gd name="T44" fmla="*/ 14 w 48"/>
                <a:gd name="T45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326">
                  <a:moveTo>
                    <a:pt x="14" y="326"/>
                  </a:moveTo>
                  <a:cubicBezTo>
                    <a:pt x="5" y="326"/>
                    <a:pt x="5" y="326"/>
                    <a:pt x="5" y="326"/>
                  </a:cubicBezTo>
                  <a:cubicBezTo>
                    <a:pt x="4" y="308"/>
                    <a:pt x="14" y="299"/>
                    <a:pt x="23" y="290"/>
                  </a:cubicBezTo>
                  <a:cubicBezTo>
                    <a:pt x="32" y="282"/>
                    <a:pt x="39" y="275"/>
                    <a:pt x="39" y="261"/>
                  </a:cubicBezTo>
                  <a:cubicBezTo>
                    <a:pt x="39" y="246"/>
                    <a:pt x="31" y="240"/>
                    <a:pt x="22" y="232"/>
                  </a:cubicBezTo>
                  <a:cubicBezTo>
                    <a:pt x="13" y="224"/>
                    <a:pt x="3" y="214"/>
                    <a:pt x="2" y="196"/>
                  </a:cubicBezTo>
                  <a:cubicBezTo>
                    <a:pt x="2" y="178"/>
                    <a:pt x="12" y="168"/>
                    <a:pt x="21" y="160"/>
                  </a:cubicBezTo>
                  <a:cubicBezTo>
                    <a:pt x="30" y="152"/>
                    <a:pt x="37" y="145"/>
                    <a:pt x="37" y="130"/>
                  </a:cubicBezTo>
                  <a:cubicBezTo>
                    <a:pt x="37" y="116"/>
                    <a:pt x="29" y="109"/>
                    <a:pt x="20" y="101"/>
                  </a:cubicBezTo>
                  <a:cubicBezTo>
                    <a:pt x="11" y="93"/>
                    <a:pt x="0" y="84"/>
                    <a:pt x="0" y="66"/>
                  </a:cubicBezTo>
                  <a:cubicBezTo>
                    <a:pt x="0" y="48"/>
                    <a:pt x="10" y="38"/>
                    <a:pt x="19" y="30"/>
                  </a:cubicBezTo>
                  <a:cubicBezTo>
                    <a:pt x="27" y="22"/>
                    <a:pt x="35" y="15"/>
                    <a:pt x="3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18"/>
                    <a:pt x="34" y="28"/>
                    <a:pt x="25" y="36"/>
                  </a:cubicBezTo>
                  <a:cubicBezTo>
                    <a:pt x="16" y="44"/>
                    <a:pt x="9" y="52"/>
                    <a:pt x="9" y="66"/>
                  </a:cubicBezTo>
                  <a:cubicBezTo>
                    <a:pt x="9" y="80"/>
                    <a:pt x="17" y="87"/>
                    <a:pt x="26" y="95"/>
                  </a:cubicBezTo>
                  <a:cubicBezTo>
                    <a:pt x="35" y="103"/>
                    <a:pt x="45" y="112"/>
                    <a:pt x="46" y="130"/>
                  </a:cubicBezTo>
                  <a:cubicBezTo>
                    <a:pt x="46" y="149"/>
                    <a:pt x="36" y="158"/>
                    <a:pt x="27" y="166"/>
                  </a:cubicBezTo>
                  <a:cubicBezTo>
                    <a:pt x="18" y="175"/>
                    <a:pt x="11" y="182"/>
                    <a:pt x="11" y="196"/>
                  </a:cubicBezTo>
                  <a:cubicBezTo>
                    <a:pt x="12" y="210"/>
                    <a:pt x="19" y="217"/>
                    <a:pt x="28" y="225"/>
                  </a:cubicBezTo>
                  <a:cubicBezTo>
                    <a:pt x="37" y="233"/>
                    <a:pt x="48" y="242"/>
                    <a:pt x="48" y="261"/>
                  </a:cubicBezTo>
                  <a:cubicBezTo>
                    <a:pt x="48" y="279"/>
                    <a:pt x="38" y="288"/>
                    <a:pt x="29" y="297"/>
                  </a:cubicBezTo>
                  <a:cubicBezTo>
                    <a:pt x="21" y="305"/>
                    <a:pt x="13" y="312"/>
                    <a:pt x="14" y="3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" name="Freeform 572">
              <a:extLst>
                <a:ext uri="{FF2B5EF4-FFF2-40B4-BE49-F238E27FC236}">
                  <a16:creationId xmlns:a16="http://schemas.microsoft.com/office/drawing/2014/main" id="{70FA3942-F7A7-43FB-7770-AEDD64D6F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4051" y="2729010"/>
              <a:ext cx="192443" cy="1280659"/>
            </a:xfrm>
            <a:custGeom>
              <a:avLst/>
              <a:gdLst>
                <a:gd name="T0" fmla="*/ 14 w 49"/>
                <a:gd name="T1" fmla="*/ 326 h 326"/>
                <a:gd name="T2" fmla="*/ 5 w 49"/>
                <a:gd name="T3" fmla="*/ 326 h 326"/>
                <a:gd name="T4" fmla="*/ 24 w 49"/>
                <a:gd name="T5" fmla="*/ 290 h 326"/>
                <a:gd name="T6" fmla="*/ 40 w 49"/>
                <a:gd name="T7" fmla="*/ 260 h 326"/>
                <a:gd name="T8" fmla="*/ 23 w 49"/>
                <a:gd name="T9" fmla="*/ 231 h 326"/>
                <a:gd name="T10" fmla="*/ 3 w 49"/>
                <a:gd name="T11" fmla="*/ 196 h 326"/>
                <a:gd name="T12" fmla="*/ 22 w 49"/>
                <a:gd name="T13" fmla="*/ 160 h 326"/>
                <a:gd name="T14" fmla="*/ 37 w 49"/>
                <a:gd name="T15" fmla="*/ 130 h 326"/>
                <a:gd name="T16" fmla="*/ 20 w 49"/>
                <a:gd name="T17" fmla="*/ 101 h 326"/>
                <a:gd name="T18" fmla="*/ 1 w 49"/>
                <a:gd name="T19" fmla="*/ 66 h 326"/>
                <a:gd name="T20" fmla="*/ 19 w 49"/>
                <a:gd name="T21" fmla="*/ 29 h 326"/>
                <a:gd name="T22" fmla="*/ 35 w 49"/>
                <a:gd name="T23" fmla="*/ 0 h 326"/>
                <a:gd name="T24" fmla="*/ 44 w 49"/>
                <a:gd name="T25" fmla="*/ 0 h 326"/>
                <a:gd name="T26" fmla="*/ 25 w 49"/>
                <a:gd name="T27" fmla="*/ 36 h 326"/>
                <a:gd name="T28" fmla="*/ 9 w 49"/>
                <a:gd name="T29" fmla="*/ 65 h 326"/>
                <a:gd name="T30" fmla="*/ 26 w 49"/>
                <a:gd name="T31" fmla="*/ 94 h 326"/>
                <a:gd name="T32" fmla="*/ 46 w 49"/>
                <a:gd name="T33" fmla="*/ 130 h 326"/>
                <a:gd name="T34" fmla="*/ 28 w 49"/>
                <a:gd name="T35" fmla="*/ 166 h 326"/>
                <a:gd name="T36" fmla="*/ 12 w 49"/>
                <a:gd name="T37" fmla="*/ 196 h 326"/>
                <a:gd name="T38" fmla="*/ 29 w 49"/>
                <a:gd name="T39" fmla="*/ 225 h 326"/>
                <a:gd name="T40" fmla="*/ 49 w 49"/>
                <a:gd name="T41" fmla="*/ 260 h 326"/>
                <a:gd name="T42" fmla="*/ 30 w 49"/>
                <a:gd name="T43" fmla="*/ 296 h 326"/>
                <a:gd name="T44" fmla="*/ 14 w 49"/>
                <a:gd name="T45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326">
                  <a:moveTo>
                    <a:pt x="14" y="326"/>
                  </a:moveTo>
                  <a:cubicBezTo>
                    <a:pt x="5" y="326"/>
                    <a:pt x="5" y="326"/>
                    <a:pt x="5" y="326"/>
                  </a:cubicBezTo>
                  <a:cubicBezTo>
                    <a:pt x="5" y="308"/>
                    <a:pt x="15" y="298"/>
                    <a:pt x="24" y="290"/>
                  </a:cubicBezTo>
                  <a:cubicBezTo>
                    <a:pt x="32" y="282"/>
                    <a:pt x="40" y="275"/>
                    <a:pt x="40" y="260"/>
                  </a:cubicBezTo>
                  <a:cubicBezTo>
                    <a:pt x="39" y="246"/>
                    <a:pt x="32" y="239"/>
                    <a:pt x="23" y="231"/>
                  </a:cubicBezTo>
                  <a:cubicBezTo>
                    <a:pt x="14" y="223"/>
                    <a:pt x="3" y="214"/>
                    <a:pt x="3" y="196"/>
                  </a:cubicBezTo>
                  <a:cubicBezTo>
                    <a:pt x="3" y="177"/>
                    <a:pt x="13" y="168"/>
                    <a:pt x="22" y="160"/>
                  </a:cubicBezTo>
                  <a:cubicBezTo>
                    <a:pt x="30" y="151"/>
                    <a:pt x="38" y="144"/>
                    <a:pt x="37" y="130"/>
                  </a:cubicBezTo>
                  <a:cubicBezTo>
                    <a:pt x="37" y="116"/>
                    <a:pt x="29" y="109"/>
                    <a:pt x="20" y="101"/>
                  </a:cubicBezTo>
                  <a:cubicBezTo>
                    <a:pt x="11" y="93"/>
                    <a:pt x="1" y="84"/>
                    <a:pt x="1" y="66"/>
                  </a:cubicBezTo>
                  <a:cubicBezTo>
                    <a:pt x="0" y="47"/>
                    <a:pt x="10" y="38"/>
                    <a:pt x="19" y="29"/>
                  </a:cubicBezTo>
                  <a:cubicBezTo>
                    <a:pt x="28" y="21"/>
                    <a:pt x="35" y="14"/>
                    <a:pt x="3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8"/>
                    <a:pt x="34" y="27"/>
                    <a:pt x="25" y="36"/>
                  </a:cubicBezTo>
                  <a:cubicBezTo>
                    <a:pt x="17" y="44"/>
                    <a:pt x="9" y="51"/>
                    <a:pt x="9" y="65"/>
                  </a:cubicBezTo>
                  <a:cubicBezTo>
                    <a:pt x="10" y="80"/>
                    <a:pt x="17" y="86"/>
                    <a:pt x="26" y="94"/>
                  </a:cubicBezTo>
                  <a:cubicBezTo>
                    <a:pt x="36" y="102"/>
                    <a:pt x="46" y="112"/>
                    <a:pt x="46" y="130"/>
                  </a:cubicBezTo>
                  <a:cubicBezTo>
                    <a:pt x="47" y="148"/>
                    <a:pt x="37" y="158"/>
                    <a:pt x="28" y="166"/>
                  </a:cubicBezTo>
                  <a:cubicBezTo>
                    <a:pt x="19" y="174"/>
                    <a:pt x="12" y="181"/>
                    <a:pt x="12" y="196"/>
                  </a:cubicBezTo>
                  <a:cubicBezTo>
                    <a:pt x="12" y="210"/>
                    <a:pt x="20" y="217"/>
                    <a:pt x="29" y="225"/>
                  </a:cubicBezTo>
                  <a:cubicBezTo>
                    <a:pt x="38" y="233"/>
                    <a:pt x="48" y="242"/>
                    <a:pt x="49" y="260"/>
                  </a:cubicBezTo>
                  <a:cubicBezTo>
                    <a:pt x="49" y="278"/>
                    <a:pt x="39" y="288"/>
                    <a:pt x="30" y="296"/>
                  </a:cubicBezTo>
                  <a:cubicBezTo>
                    <a:pt x="21" y="304"/>
                    <a:pt x="14" y="312"/>
                    <a:pt x="14" y="3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" name="Freeform 573">
              <a:extLst>
                <a:ext uri="{FF2B5EF4-FFF2-40B4-BE49-F238E27FC236}">
                  <a16:creationId xmlns:a16="http://schemas.microsoft.com/office/drawing/2014/main" id="{15B6F590-4800-91B9-5B07-1C0E7321D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7164" y="3455059"/>
              <a:ext cx="1697619" cy="1839659"/>
            </a:xfrm>
            <a:custGeom>
              <a:avLst/>
              <a:gdLst>
                <a:gd name="T0" fmla="*/ 399 w 433"/>
                <a:gd name="T1" fmla="*/ 291 h 468"/>
                <a:gd name="T2" fmla="*/ 400 w 433"/>
                <a:gd name="T3" fmla="*/ 288 h 468"/>
                <a:gd name="T4" fmla="*/ 381 w 433"/>
                <a:gd name="T5" fmla="*/ 225 h 468"/>
                <a:gd name="T6" fmla="*/ 375 w 433"/>
                <a:gd name="T7" fmla="*/ 222 h 468"/>
                <a:gd name="T8" fmla="*/ 388 w 433"/>
                <a:gd name="T9" fmla="*/ 209 h 468"/>
                <a:gd name="T10" fmla="*/ 424 w 433"/>
                <a:gd name="T11" fmla="*/ 166 h 468"/>
                <a:gd name="T12" fmla="*/ 394 w 433"/>
                <a:gd name="T13" fmla="*/ 106 h 468"/>
                <a:gd name="T14" fmla="*/ 356 w 433"/>
                <a:gd name="T15" fmla="*/ 112 h 468"/>
                <a:gd name="T16" fmla="*/ 337 w 433"/>
                <a:gd name="T17" fmla="*/ 128 h 468"/>
                <a:gd name="T18" fmla="*/ 344 w 433"/>
                <a:gd name="T19" fmla="*/ 114 h 468"/>
                <a:gd name="T20" fmla="*/ 357 w 433"/>
                <a:gd name="T21" fmla="*/ 80 h 468"/>
                <a:gd name="T22" fmla="*/ 342 w 433"/>
                <a:gd name="T23" fmla="*/ 44 h 468"/>
                <a:gd name="T24" fmla="*/ 269 w 433"/>
                <a:gd name="T25" fmla="*/ 60 h 468"/>
                <a:gd name="T26" fmla="*/ 258 w 433"/>
                <a:gd name="T27" fmla="*/ 81 h 468"/>
                <a:gd name="T28" fmla="*/ 249 w 433"/>
                <a:gd name="T29" fmla="*/ 14 h 468"/>
                <a:gd name="T30" fmla="*/ 187 w 433"/>
                <a:gd name="T31" fmla="*/ 16 h 468"/>
                <a:gd name="T32" fmla="*/ 171 w 433"/>
                <a:gd name="T33" fmla="*/ 49 h 468"/>
                <a:gd name="T34" fmla="*/ 157 w 433"/>
                <a:gd name="T35" fmla="*/ 104 h 468"/>
                <a:gd name="T36" fmla="*/ 152 w 433"/>
                <a:gd name="T37" fmla="*/ 105 h 468"/>
                <a:gd name="T38" fmla="*/ 147 w 433"/>
                <a:gd name="T39" fmla="*/ 91 h 468"/>
                <a:gd name="T40" fmla="*/ 116 w 433"/>
                <a:gd name="T41" fmla="*/ 68 h 468"/>
                <a:gd name="T42" fmla="*/ 47 w 433"/>
                <a:gd name="T43" fmla="*/ 131 h 468"/>
                <a:gd name="T44" fmla="*/ 6 w 433"/>
                <a:gd name="T45" fmla="*/ 280 h 468"/>
                <a:gd name="T46" fmla="*/ 19 w 433"/>
                <a:gd name="T47" fmla="*/ 336 h 468"/>
                <a:gd name="T48" fmla="*/ 47 w 433"/>
                <a:gd name="T49" fmla="*/ 345 h 468"/>
                <a:gd name="T50" fmla="*/ 74 w 433"/>
                <a:gd name="T51" fmla="*/ 379 h 468"/>
                <a:gd name="T52" fmla="*/ 106 w 433"/>
                <a:gd name="T53" fmla="*/ 418 h 468"/>
                <a:gd name="T54" fmla="*/ 152 w 433"/>
                <a:gd name="T55" fmla="*/ 405 h 468"/>
                <a:gd name="T56" fmla="*/ 167 w 433"/>
                <a:gd name="T57" fmla="*/ 410 h 468"/>
                <a:gd name="T58" fmla="*/ 179 w 433"/>
                <a:gd name="T59" fmla="*/ 447 h 468"/>
                <a:gd name="T60" fmla="*/ 240 w 433"/>
                <a:gd name="T61" fmla="*/ 452 h 468"/>
                <a:gd name="T62" fmla="*/ 271 w 433"/>
                <a:gd name="T63" fmla="*/ 409 h 468"/>
                <a:gd name="T64" fmla="*/ 313 w 433"/>
                <a:gd name="T65" fmla="*/ 372 h 468"/>
                <a:gd name="T66" fmla="*/ 397 w 433"/>
                <a:gd name="T67" fmla="*/ 293 h 468"/>
                <a:gd name="T68" fmla="*/ 399 w 433"/>
                <a:gd name="T69" fmla="*/ 291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33" h="468">
                  <a:moveTo>
                    <a:pt x="399" y="291"/>
                  </a:moveTo>
                  <a:cubicBezTo>
                    <a:pt x="399" y="290"/>
                    <a:pt x="400" y="289"/>
                    <a:pt x="400" y="288"/>
                  </a:cubicBezTo>
                  <a:cubicBezTo>
                    <a:pt x="412" y="265"/>
                    <a:pt x="404" y="238"/>
                    <a:pt x="381" y="225"/>
                  </a:cubicBezTo>
                  <a:cubicBezTo>
                    <a:pt x="379" y="224"/>
                    <a:pt x="377" y="223"/>
                    <a:pt x="375" y="222"/>
                  </a:cubicBezTo>
                  <a:cubicBezTo>
                    <a:pt x="379" y="218"/>
                    <a:pt x="383" y="213"/>
                    <a:pt x="388" y="209"/>
                  </a:cubicBezTo>
                  <a:cubicBezTo>
                    <a:pt x="400" y="196"/>
                    <a:pt x="418" y="184"/>
                    <a:pt x="424" y="166"/>
                  </a:cubicBezTo>
                  <a:cubicBezTo>
                    <a:pt x="433" y="142"/>
                    <a:pt x="418" y="114"/>
                    <a:pt x="394" y="106"/>
                  </a:cubicBezTo>
                  <a:cubicBezTo>
                    <a:pt x="381" y="101"/>
                    <a:pt x="367" y="104"/>
                    <a:pt x="356" y="112"/>
                  </a:cubicBezTo>
                  <a:cubicBezTo>
                    <a:pt x="350" y="116"/>
                    <a:pt x="343" y="122"/>
                    <a:pt x="337" y="128"/>
                  </a:cubicBezTo>
                  <a:cubicBezTo>
                    <a:pt x="340" y="123"/>
                    <a:pt x="342" y="119"/>
                    <a:pt x="344" y="114"/>
                  </a:cubicBezTo>
                  <a:cubicBezTo>
                    <a:pt x="349" y="103"/>
                    <a:pt x="356" y="92"/>
                    <a:pt x="357" y="80"/>
                  </a:cubicBezTo>
                  <a:cubicBezTo>
                    <a:pt x="359" y="66"/>
                    <a:pt x="353" y="53"/>
                    <a:pt x="342" y="44"/>
                  </a:cubicBezTo>
                  <a:cubicBezTo>
                    <a:pt x="318" y="26"/>
                    <a:pt x="282" y="34"/>
                    <a:pt x="269" y="60"/>
                  </a:cubicBezTo>
                  <a:cubicBezTo>
                    <a:pt x="265" y="67"/>
                    <a:pt x="262" y="74"/>
                    <a:pt x="258" y="81"/>
                  </a:cubicBezTo>
                  <a:cubicBezTo>
                    <a:pt x="264" y="58"/>
                    <a:pt x="269" y="30"/>
                    <a:pt x="249" y="14"/>
                  </a:cubicBezTo>
                  <a:cubicBezTo>
                    <a:pt x="231" y="0"/>
                    <a:pt x="203" y="2"/>
                    <a:pt x="187" y="16"/>
                  </a:cubicBezTo>
                  <a:cubicBezTo>
                    <a:pt x="177" y="25"/>
                    <a:pt x="173" y="36"/>
                    <a:pt x="171" y="49"/>
                  </a:cubicBezTo>
                  <a:cubicBezTo>
                    <a:pt x="167" y="68"/>
                    <a:pt x="163" y="86"/>
                    <a:pt x="157" y="104"/>
                  </a:cubicBezTo>
                  <a:cubicBezTo>
                    <a:pt x="155" y="104"/>
                    <a:pt x="153" y="104"/>
                    <a:pt x="152" y="105"/>
                  </a:cubicBezTo>
                  <a:cubicBezTo>
                    <a:pt x="151" y="101"/>
                    <a:pt x="150" y="96"/>
                    <a:pt x="147" y="91"/>
                  </a:cubicBezTo>
                  <a:cubicBezTo>
                    <a:pt x="141" y="79"/>
                    <a:pt x="129" y="71"/>
                    <a:pt x="116" y="68"/>
                  </a:cubicBezTo>
                  <a:cubicBezTo>
                    <a:pt x="74" y="59"/>
                    <a:pt x="60" y="99"/>
                    <a:pt x="47" y="131"/>
                  </a:cubicBezTo>
                  <a:cubicBezTo>
                    <a:pt x="28" y="179"/>
                    <a:pt x="15" y="229"/>
                    <a:pt x="6" y="280"/>
                  </a:cubicBezTo>
                  <a:cubicBezTo>
                    <a:pt x="2" y="301"/>
                    <a:pt x="0" y="322"/>
                    <a:pt x="19" y="336"/>
                  </a:cubicBezTo>
                  <a:cubicBezTo>
                    <a:pt x="27" y="342"/>
                    <a:pt x="37" y="345"/>
                    <a:pt x="47" y="345"/>
                  </a:cubicBezTo>
                  <a:cubicBezTo>
                    <a:pt x="49" y="360"/>
                    <a:pt x="59" y="373"/>
                    <a:pt x="74" y="379"/>
                  </a:cubicBezTo>
                  <a:cubicBezTo>
                    <a:pt x="77" y="396"/>
                    <a:pt x="89" y="411"/>
                    <a:pt x="106" y="418"/>
                  </a:cubicBezTo>
                  <a:cubicBezTo>
                    <a:pt x="124" y="425"/>
                    <a:pt x="140" y="418"/>
                    <a:pt x="152" y="405"/>
                  </a:cubicBezTo>
                  <a:cubicBezTo>
                    <a:pt x="156" y="408"/>
                    <a:pt x="161" y="410"/>
                    <a:pt x="167" y="410"/>
                  </a:cubicBezTo>
                  <a:cubicBezTo>
                    <a:pt x="165" y="423"/>
                    <a:pt x="168" y="435"/>
                    <a:pt x="179" y="447"/>
                  </a:cubicBezTo>
                  <a:cubicBezTo>
                    <a:pt x="195" y="463"/>
                    <a:pt x="222" y="468"/>
                    <a:pt x="240" y="452"/>
                  </a:cubicBezTo>
                  <a:cubicBezTo>
                    <a:pt x="253" y="440"/>
                    <a:pt x="259" y="422"/>
                    <a:pt x="271" y="409"/>
                  </a:cubicBezTo>
                  <a:cubicBezTo>
                    <a:pt x="283" y="395"/>
                    <a:pt x="298" y="384"/>
                    <a:pt x="313" y="372"/>
                  </a:cubicBezTo>
                  <a:cubicBezTo>
                    <a:pt x="344" y="348"/>
                    <a:pt x="375" y="325"/>
                    <a:pt x="397" y="293"/>
                  </a:cubicBezTo>
                  <a:cubicBezTo>
                    <a:pt x="398" y="292"/>
                    <a:pt x="398" y="291"/>
                    <a:pt x="399" y="2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2F3C0EC-3DB7-9989-B342-0154F02C3E88}"/>
                </a:ext>
              </a:extLst>
            </p:cNvPr>
            <p:cNvGrpSpPr/>
            <p:nvPr/>
          </p:nvGrpSpPr>
          <p:grpSpPr>
            <a:xfrm>
              <a:off x="749833" y="2108155"/>
              <a:ext cx="1805295" cy="2164979"/>
              <a:chOff x="77061" y="4927649"/>
              <a:chExt cx="1740475" cy="2087244"/>
            </a:xfrm>
            <a:solidFill>
              <a:schemeClr val="bg1"/>
            </a:solidFill>
          </p:grpSpPr>
          <p:sp>
            <p:nvSpPr>
              <p:cNvPr id="119" name="Freeform 580">
                <a:extLst>
                  <a:ext uri="{FF2B5EF4-FFF2-40B4-BE49-F238E27FC236}">
                    <a16:creationId xmlns:a16="http://schemas.microsoft.com/office/drawing/2014/main" id="{E7EA2792-D911-6505-48A3-1DF58767D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61" y="4927649"/>
                <a:ext cx="1740475" cy="2087244"/>
              </a:xfrm>
              <a:custGeom>
                <a:avLst/>
                <a:gdLst>
                  <a:gd name="T0" fmla="*/ 18 w 460"/>
                  <a:gd name="T1" fmla="*/ 413 h 551"/>
                  <a:gd name="T2" fmla="*/ 17 w 460"/>
                  <a:gd name="T3" fmla="*/ 376 h 551"/>
                  <a:gd name="T4" fmla="*/ 28 w 460"/>
                  <a:gd name="T5" fmla="*/ 340 h 551"/>
                  <a:gd name="T6" fmla="*/ 16 w 460"/>
                  <a:gd name="T7" fmla="*/ 238 h 551"/>
                  <a:gd name="T8" fmla="*/ 17 w 460"/>
                  <a:gd name="T9" fmla="*/ 137 h 551"/>
                  <a:gd name="T10" fmla="*/ 66 w 460"/>
                  <a:gd name="T11" fmla="*/ 228 h 551"/>
                  <a:gd name="T12" fmla="*/ 68 w 460"/>
                  <a:gd name="T13" fmla="*/ 336 h 551"/>
                  <a:gd name="T14" fmla="*/ 84 w 460"/>
                  <a:gd name="T15" fmla="*/ 442 h 551"/>
                  <a:gd name="T16" fmla="*/ 129 w 460"/>
                  <a:gd name="T17" fmla="*/ 501 h 551"/>
                  <a:gd name="T18" fmla="*/ 140 w 460"/>
                  <a:gd name="T19" fmla="*/ 458 h 551"/>
                  <a:gd name="T20" fmla="*/ 107 w 460"/>
                  <a:gd name="T21" fmla="*/ 376 h 551"/>
                  <a:gd name="T22" fmla="*/ 121 w 460"/>
                  <a:gd name="T23" fmla="*/ 325 h 551"/>
                  <a:gd name="T24" fmla="*/ 107 w 460"/>
                  <a:gd name="T25" fmla="*/ 288 h 551"/>
                  <a:gd name="T26" fmla="*/ 90 w 460"/>
                  <a:gd name="T27" fmla="*/ 232 h 551"/>
                  <a:gd name="T28" fmla="*/ 132 w 460"/>
                  <a:gd name="T29" fmla="*/ 284 h 551"/>
                  <a:gd name="T30" fmla="*/ 152 w 460"/>
                  <a:gd name="T31" fmla="*/ 348 h 551"/>
                  <a:gd name="T32" fmla="*/ 142 w 460"/>
                  <a:gd name="T33" fmla="*/ 378 h 551"/>
                  <a:gd name="T34" fmla="*/ 157 w 460"/>
                  <a:gd name="T35" fmla="*/ 413 h 551"/>
                  <a:gd name="T36" fmla="*/ 158 w 460"/>
                  <a:gd name="T37" fmla="*/ 467 h 551"/>
                  <a:gd name="T38" fmla="*/ 150 w 460"/>
                  <a:gd name="T39" fmla="*/ 504 h 551"/>
                  <a:gd name="T40" fmla="*/ 189 w 460"/>
                  <a:gd name="T41" fmla="*/ 423 h 551"/>
                  <a:gd name="T42" fmla="*/ 178 w 460"/>
                  <a:gd name="T43" fmla="*/ 315 h 551"/>
                  <a:gd name="T44" fmla="*/ 155 w 460"/>
                  <a:gd name="T45" fmla="*/ 250 h 551"/>
                  <a:gd name="T46" fmla="*/ 166 w 460"/>
                  <a:gd name="T47" fmla="*/ 212 h 551"/>
                  <a:gd name="T48" fmla="*/ 141 w 460"/>
                  <a:gd name="T49" fmla="*/ 159 h 551"/>
                  <a:gd name="T50" fmla="*/ 96 w 460"/>
                  <a:gd name="T51" fmla="*/ 117 h 551"/>
                  <a:gd name="T52" fmla="*/ 100 w 460"/>
                  <a:gd name="T53" fmla="*/ 0 h 551"/>
                  <a:gd name="T54" fmla="*/ 125 w 460"/>
                  <a:gd name="T55" fmla="*/ 97 h 551"/>
                  <a:gd name="T56" fmla="*/ 169 w 460"/>
                  <a:gd name="T57" fmla="*/ 128 h 551"/>
                  <a:gd name="T58" fmla="*/ 199 w 460"/>
                  <a:gd name="T59" fmla="*/ 204 h 551"/>
                  <a:gd name="T60" fmla="*/ 191 w 460"/>
                  <a:gd name="T61" fmla="*/ 255 h 551"/>
                  <a:gd name="T62" fmla="*/ 236 w 460"/>
                  <a:gd name="T63" fmla="*/ 347 h 551"/>
                  <a:gd name="T64" fmla="*/ 216 w 460"/>
                  <a:gd name="T65" fmla="*/ 430 h 551"/>
                  <a:gd name="T66" fmla="*/ 201 w 460"/>
                  <a:gd name="T67" fmla="*/ 462 h 551"/>
                  <a:gd name="T68" fmla="*/ 215 w 460"/>
                  <a:gd name="T69" fmla="*/ 491 h 551"/>
                  <a:gd name="T70" fmla="*/ 243 w 460"/>
                  <a:gd name="T71" fmla="*/ 483 h 551"/>
                  <a:gd name="T72" fmla="*/ 277 w 460"/>
                  <a:gd name="T73" fmla="*/ 357 h 551"/>
                  <a:gd name="T74" fmla="*/ 258 w 460"/>
                  <a:gd name="T75" fmla="*/ 303 h 551"/>
                  <a:gd name="T76" fmla="*/ 286 w 460"/>
                  <a:gd name="T77" fmla="*/ 219 h 551"/>
                  <a:gd name="T78" fmla="*/ 239 w 460"/>
                  <a:gd name="T79" fmla="*/ 168 h 551"/>
                  <a:gd name="T80" fmla="*/ 252 w 460"/>
                  <a:gd name="T81" fmla="*/ 126 h 551"/>
                  <a:gd name="T82" fmla="*/ 281 w 460"/>
                  <a:gd name="T83" fmla="*/ 89 h 551"/>
                  <a:gd name="T84" fmla="*/ 271 w 460"/>
                  <a:gd name="T85" fmla="*/ 49 h 551"/>
                  <a:gd name="T86" fmla="*/ 312 w 460"/>
                  <a:gd name="T87" fmla="*/ 110 h 551"/>
                  <a:gd name="T88" fmla="*/ 295 w 460"/>
                  <a:gd name="T89" fmla="*/ 157 h 551"/>
                  <a:gd name="T90" fmla="*/ 339 w 460"/>
                  <a:gd name="T91" fmla="*/ 207 h 551"/>
                  <a:gd name="T92" fmla="*/ 328 w 460"/>
                  <a:gd name="T93" fmla="*/ 276 h 551"/>
                  <a:gd name="T94" fmla="*/ 319 w 460"/>
                  <a:gd name="T95" fmla="*/ 303 h 551"/>
                  <a:gd name="T96" fmla="*/ 340 w 460"/>
                  <a:gd name="T97" fmla="*/ 345 h 551"/>
                  <a:gd name="T98" fmla="*/ 335 w 460"/>
                  <a:gd name="T99" fmla="*/ 429 h 551"/>
                  <a:gd name="T100" fmla="*/ 274 w 460"/>
                  <a:gd name="T101" fmla="*/ 492 h 551"/>
                  <a:gd name="T102" fmla="*/ 373 w 460"/>
                  <a:gd name="T103" fmla="*/ 457 h 551"/>
                  <a:gd name="T104" fmla="*/ 400 w 460"/>
                  <a:gd name="T105" fmla="*/ 362 h 551"/>
                  <a:gd name="T106" fmla="*/ 380 w 460"/>
                  <a:gd name="T107" fmla="*/ 304 h 551"/>
                  <a:gd name="T108" fmla="*/ 412 w 460"/>
                  <a:gd name="T109" fmla="*/ 271 h 551"/>
                  <a:gd name="T110" fmla="*/ 416 w 460"/>
                  <a:gd name="T111" fmla="*/ 198 h 551"/>
                  <a:gd name="T112" fmla="*/ 445 w 460"/>
                  <a:gd name="T113" fmla="*/ 237 h 551"/>
                  <a:gd name="T114" fmla="*/ 447 w 460"/>
                  <a:gd name="T115" fmla="*/ 286 h 551"/>
                  <a:gd name="T116" fmla="*/ 434 w 460"/>
                  <a:gd name="T117" fmla="*/ 307 h 551"/>
                  <a:gd name="T118" fmla="*/ 450 w 460"/>
                  <a:gd name="T119" fmla="*/ 431 h 551"/>
                  <a:gd name="T120" fmla="*/ 257 w 460"/>
                  <a:gd name="T121" fmla="*/ 543 h 551"/>
                  <a:gd name="T122" fmla="*/ 126 w 460"/>
                  <a:gd name="T123" fmla="*/ 532 h 551"/>
                  <a:gd name="T124" fmla="*/ 18 w 460"/>
                  <a:gd name="T125" fmla="*/ 413 h 5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60" h="551">
                    <a:moveTo>
                      <a:pt x="18" y="413"/>
                    </a:moveTo>
                    <a:cubicBezTo>
                      <a:pt x="16" y="401"/>
                      <a:pt x="15" y="389"/>
                      <a:pt x="17" y="376"/>
                    </a:cubicBezTo>
                    <a:cubicBezTo>
                      <a:pt x="19" y="364"/>
                      <a:pt x="25" y="352"/>
                      <a:pt x="28" y="340"/>
                    </a:cubicBezTo>
                    <a:cubicBezTo>
                      <a:pt x="36" y="307"/>
                      <a:pt x="25" y="272"/>
                      <a:pt x="16" y="238"/>
                    </a:cubicBezTo>
                    <a:cubicBezTo>
                      <a:pt x="7" y="205"/>
                      <a:pt x="0" y="167"/>
                      <a:pt x="17" y="137"/>
                    </a:cubicBezTo>
                    <a:cubicBezTo>
                      <a:pt x="17" y="173"/>
                      <a:pt x="52" y="195"/>
                      <a:pt x="66" y="228"/>
                    </a:cubicBezTo>
                    <a:cubicBezTo>
                      <a:pt x="81" y="262"/>
                      <a:pt x="74" y="300"/>
                      <a:pt x="68" y="336"/>
                    </a:cubicBezTo>
                    <a:cubicBezTo>
                      <a:pt x="63" y="373"/>
                      <a:pt x="61" y="413"/>
                      <a:pt x="84" y="442"/>
                    </a:cubicBezTo>
                    <a:cubicBezTo>
                      <a:pt x="100" y="461"/>
                      <a:pt x="128" y="475"/>
                      <a:pt x="129" y="501"/>
                    </a:cubicBezTo>
                    <a:cubicBezTo>
                      <a:pt x="129" y="485"/>
                      <a:pt x="140" y="474"/>
                      <a:pt x="140" y="458"/>
                    </a:cubicBezTo>
                    <a:cubicBezTo>
                      <a:pt x="139" y="428"/>
                      <a:pt x="106" y="406"/>
                      <a:pt x="107" y="376"/>
                    </a:cubicBezTo>
                    <a:cubicBezTo>
                      <a:pt x="108" y="358"/>
                      <a:pt x="121" y="343"/>
                      <a:pt x="121" y="325"/>
                    </a:cubicBezTo>
                    <a:cubicBezTo>
                      <a:pt x="120" y="312"/>
                      <a:pt x="113" y="300"/>
                      <a:pt x="107" y="288"/>
                    </a:cubicBezTo>
                    <a:cubicBezTo>
                      <a:pt x="97" y="271"/>
                      <a:pt x="92" y="252"/>
                      <a:pt x="90" y="232"/>
                    </a:cubicBezTo>
                    <a:cubicBezTo>
                      <a:pt x="100" y="253"/>
                      <a:pt x="116" y="266"/>
                      <a:pt x="132" y="284"/>
                    </a:cubicBezTo>
                    <a:cubicBezTo>
                      <a:pt x="147" y="302"/>
                      <a:pt x="159" y="326"/>
                      <a:pt x="152" y="348"/>
                    </a:cubicBezTo>
                    <a:cubicBezTo>
                      <a:pt x="149" y="358"/>
                      <a:pt x="142" y="367"/>
                      <a:pt x="142" y="378"/>
                    </a:cubicBezTo>
                    <a:cubicBezTo>
                      <a:pt x="142" y="391"/>
                      <a:pt x="151" y="401"/>
                      <a:pt x="157" y="413"/>
                    </a:cubicBezTo>
                    <a:cubicBezTo>
                      <a:pt x="166" y="430"/>
                      <a:pt x="166" y="450"/>
                      <a:pt x="158" y="467"/>
                    </a:cubicBezTo>
                    <a:cubicBezTo>
                      <a:pt x="153" y="479"/>
                      <a:pt x="144" y="492"/>
                      <a:pt x="150" y="504"/>
                    </a:cubicBezTo>
                    <a:cubicBezTo>
                      <a:pt x="174" y="486"/>
                      <a:pt x="187" y="453"/>
                      <a:pt x="189" y="423"/>
                    </a:cubicBezTo>
                    <a:cubicBezTo>
                      <a:pt x="191" y="386"/>
                      <a:pt x="193" y="348"/>
                      <a:pt x="178" y="315"/>
                    </a:cubicBezTo>
                    <a:cubicBezTo>
                      <a:pt x="169" y="294"/>
                      <a:pt x="152" y="274"/>
                      <a:pt x="155" y="250"/>
                    </a:cubicBezTo>
                    <a:cubicBezTo>
                      <a:pt x="156" y="237"/>
                      <a:pt x="164" y="225"/>
                      <a:pt x="166" y="212"/>
                    </a:cubicBezTo>
                    <a:cubicBezTo>
                      <a:pt x="168" y="192"/>
                      <a:pt x="156" y="173"/>
                      <a:pt x="141" y="159"/>
                    </a:cubicBezTo>
                    <a:cubicBezTo>
                      <a:pt x="127" y="145"/>
                      <a:pt x="109" y="133"/>
                      <a:pt x="96" y="117"/>
                    </a:cubicBezTo>
                    <a:cubicBezTo>
                      <a:pt x="70" y="84"/>
                      <a:pt x="72" y="32"/>
                      <a:pt x="100" y="0"/>
                    </a:cubicBezTo>
                    <a:cubicBezTo>
                      <a:pt x="101" y="36"/>
                      <a:pt x="99" y="72"/>
                      <a:pt x="125" y="97"/>
                    </a:cubicBezTo>
                    <a:cubicBezTo>
                      <a:pt x="138" y="110"/>
                      <a:pt x="155" y="116"/>
                      <a:pt x="169" y="128"/>
                    </a:cubicBezTo>
                    <a:cubicBezTo>
                      <a:pt x="191" y="146"/>
                      <a:pt x="203" y="176"/>
                      <a:pt x="199" y="204"/>
                    </a:cubicBezTo>
                    <a:cubicBezTo>
                      <a:pt x="197" y="221"/>
                      <a:pt x="190" y="238"/>
                      <a:pt x="191" y="255"/>
                    </a:cubicBezTo>
                    <a:cubicBezTo>
                      <a:pt x="193" y="290"/>
                      <a:pt x="227" y="314"/>
                      <a:pt x="236" y="347"/>
                    </a:cubicBezTo>
                    <a:cubicBezTo>
                      <a:pt x="243" y="376"/>
                      <a:pt x="231" y="405"/>
                      <a:pt x="216" y="430"/>
                    </a:cubicBezTo>
                    <a:cubicBezTo>
                      <a:pt x="210" y="440"/>
                      <a:pt x="203" y="450"/>
                      <a:pt x="201" y="462"/>
                    </a:cubicBezTo>
                    <a:cubicBezTo>
                      <a:pt x="199" y="473"/>
                      <a:pt x="204" y="487"/>
                      <a:pt x="215" y="491"/>
                    </a:cubicBezTo>
                    <a:cubicBezTo>
                      <a:pt x="225" y="494"/>
                      <a:pt x="235" y="489"/>
                      <a:pt x="243" y="483"/>
                    </a:cubicBezTo>
                    <a:cubicBezTo>
                      <a:pt x="281" y="456"/>
                      <a:pt x="296" y="400"/>
                      <a:pt x="277" y="357"/>
                    </a:cubicBezTo>
                    <a:cubicBezTo>
                      <a:pt x="270" y="339"/>
                      <a:pt x="257" y="322"/>
                      <a:pt x="258" y="303"/>
                    </a:cubicBezTo>
                    <a:cubicBezTo>
                      <a:pt x="260" y="273"/>
                      <a:pt x="296" y="247"/>
                      <a:pt x="286" y="219"/>
                    </a:cubicBezTo>
                    <a:cubicBezTo>
                      <a:pt x="278" y="197"/>
                      <a:pt x="246" y="190"/>
                      <a:pt x="239" y="168"/>
                    </a:cubicBezTo>
                    <a:cubicBezTo>
                      <a:pt x="234" y="153"/>
                      <a:pt x="242" y="137"/>
                      <a:pt x="252" y="126"/>
                    </a:cubicBezTo>
                    <a:cubicBezTo>
                      <a:pt x="262" y="114"/>
                      <a:pt x="275" y="103"/>
                      <a:pt x="281" y="89"/>
                    </a:cubicBezTo>
                    <a:cubicBezTo>
                      <a:pt x="288" y="75"/>
                      <a:pt x="275" y="51"/>
                      <a:pt x="271" y="49"/>
                    </a:cubicBezTo>
                    <a:cubicBezTo>
                      <a:pt x="294" y="64"/>
                      <a:pt x="318" y="83"/>
                      <a:pt x="312" y="110"/>
                    </a:cubicBezTo>
                    <a:cubicBezTo>
                      <a:pt x="308" y="127"/>
                      <a:pt x="293" y="140"/>
                      <a:pt x="295" y="157"/>
                    </a:cubicBezTo>
                    <a:cubicBezTo>
                      <a:pt x="297" y="180"/>
                      <a:pt x="327" y="188"/>
                      <a:pt x="339" y="207"/>
                    </a:cubicBezTo>
                    <a:cubicBezTo>
                      <a:pt x="352" y="228"/>
                      <a:pt x="341" y="255"/>
                      <a:pt x="328" y="276"/>
                    </a:cubicBezTo>
                    <a:cubicBezTo>
                      <a:pt x="324" y="284"/>
                      <a:pt x="319" y="293"/>
                      <a:pt x="319" y="303"/>
                    </a:cubicBezTo>
                    <a:cubicBezTo>
                      <a:pt x="319" y="319"/>
                      <a:pt x="332" y="331"/>
                      <a:pt x="340" y="345"/>
                    </a:cubicBezTo>
                    <a:cubicBezTo>
                      <a:pt x="354" y="370"/>
                      <a:pt x="350" y="403"/>
                      <a:pt x="335" y="429"/>
                    </a:cubicBezTo>
                    <a:cubicBezTo>
                      <a:pt x="321" y="455"/>
                      <a:pt x="298" y="474"/>
                      <a:pt x="274" y="492"/>
                    </a:cubicBezTo>
                    <a:cubicBezTo>
                      <a:pt x="310" y="488"/>
                      <a:pt x="347" y="480"/>
                      <a:pt x="373" y="457"/>
                    </a:cubicBezTo>
                    <a:cubicBezTo>
                      <a:pt x="400" y="434"/>
                      <a:pt x="415" y="394"/>
                      <a:pt x="400" y="362"/>
                    </a:cubicBezTo>
                    <a:cubicBezTo>
                      <a:pt x="392" y="343"/>
                      <a:pt x="373" y="324"/>
                      <a:pt x="380" y="304"/>
                    </a:cubicBezTo>
                    <a:cubicBezTo>
                      <a:pt x="385" y="289"/>
                      <a:pt x="401" y="282"/>
                      <a:pt x="412" y="271"/>
                    </a:cubicBezTo>
                    <a:cubicBezTo>
                      <a:pt x="431" y="252"/>
                      <a:pt x="433" y="219"/>
                      <a:pt x="416" y="198"/>
                    </a:cubicBezTo>
                    <a:cubicBezTo>
                      <a:pt x="427" y="210"/>
                      <a:pt x="438" y="222"/>
                      <a:pt x="445" y="237"/>
                    </a:cubicBezTo>
                    <a:cubicBezTo>
                      <a:pt x="452" y="252"/>
                      <a:pt x="454" y="271"/>
                      <a:pt x="447" y="286"/>
                    </a:cubicBezTo>
                    <a:cubicBezTo>
                      <a:pt x="443" y="293"/>
                      <a:pt x="437" y="299"/>
                      <a:pt x="434" y="307"/>
                    </a:cubicBezTo>
                    <a:cubicBezTo>
                      <a:pt x="415" y="345"/>
                      <a:pt x="460" y="389"/>
                      <a:pt x="450" y="431"/>
                    </a:cubicBezTo>
                    <a:cubicBezTo>
                      <a:pt x="433" y="505"/>
                      <a:pt x="327" y="532"/>
                      <a:pt x="257" y="543"/>
                    </a:cubicBezTo>
                    <a:cubicBezTo>
                      <a:pt x="213" y="551"/>
                      <a:pt x="167" y="548"/>
                      <a:pt x="126" y="532"/>
                    </a:cubicBezTo>
                    <a:cubicBezTo>
                      <a:pt x="80" y="514"/>
                      <a:pt x="31" y="480"/>
                      <a:pt x="18" y="4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0" name="Freeform 581">
                <a:extLst>
                  <a:ext uri="{FF2B5EF4-FFF2-40B4-BE49-F238E27FC236}">
                    <a16:creationId xmlns:a16="http://schemas.microsoft.com/office/drawing/2014/main" id="{518A5AB8-F1BC-294C-E60F-0B8E8868A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40" y="5137477"/>
                <a:ext cx="479294" cy="1495306"/>
              </a:xfrm>
              <a:custGeom>
                <a:avLst/>
                <a:gdLst>
                  <a:gd name="T0" fmla="*/ 0 w 127"/>
                  <a:gd name="T1" fmla="*/ 0 h 395"/>
                  <a:gd name="T2" fmla="*/ 49 w 127"/>
                  <a:gd name="T3" fmla="*/ 78 h 395"/>
                  <a:gd name="T4" fmla="*/ 65 w 127"/>
                  <a:gd name="T5" fmla="*/ 88 h 395"/>
                  <a:gd name="T6" fmla="*/ 85 w 127"/>
                  <a:gd name="T7" fmla="*/ 114 h 395"/>
                  <a:gd name="T8" fmla="*/ 88 w 127"/>
                  <a:gd name="T9" fmla="*/ 136 h 395"/>
                  <a:gd name="T10" fmla="*/ 80 w 127"/>
                  <a:gd name="T11" fmla="*/ 204 h 395"/>
                  <a:gd name="T12" fmla="*/ 81 w 127"/>
                  <a:gd name="T13" fmla="*/ 218 h 395"/>
                  <a:gd name="T14" fmla="*/ 106 w 127"/>
                  <a:gd name="T15" fmla="*/ 273 h 395"/>
                  <a:gd name="T16" fmla="*/ 126 w 127"/>
                  <a:gd name="T17" fmla="*/ 328 h 395"/>
                  <a:gd name="T18" fmla="*/ 125 w 127"/>
                  <a:gd name="T19" fmla="*/ 336 h 395"/>
                  <a:gd name="T20" fmla="*/ 98 w 127"/>
                  <a:gd name="T21" fmla="*/ 394 h 395"/>
                  <a:gd name="T22" fmla="*/ 98 w 127"/>
                  <a:gd name="T23" fmla="*/ 395 h 395"/>
                  <a:gd name="T24" fmla="*/ 126 w 127"/>
                  <a:gd name="T25" fmla="*/ 336 h 395"/>
                  <a:gd name="T26" fmla="*/ 127 w 127"/>
                  <a:gd name="T27" fmla="*/ 328 h 395"/>
                  <a:gd name="T28" fmla="*/ 107 w 127"/>
                  <a:gd name="T29" fmla="*/ 273 h 395"/>
                  <a:gd name="T30" fmla="*/ 82 w 127"/>
                  <a:gd name="T31" fmla="*/ 218 h 395"/>
                  <a:gd name="T32" fmla="*/ 81 w 127"/>
                  <a:gd name="T33" fmla="*/ 204 h 395"/>
                  <a:gd name="T34" fmla="*/ 89 w 127"/>
                  <a:gd name="T35" fmla="*/ 136 h 395"/>
                  <a:gd name="T36" fmla="*/ 86 w 127"/>
                  <a:gd name="T37" fmla="*/ 113 h 395"/>
                  <a:gd name="T38" fmla="*/ 66 w 127"/>
                  <a:gd name="T39" fmla="*/ 87 h 395"/>
                  <a:gd name="T40" fmla="*/ 49 w 127"/>
                  <a:gd name="T41" fmla="*/ 77 h 395"/>
                  <a:gd name="T42" fmla="*/ 1 w 127"/>
                  <a:gd name="T43" fmla="*/ 0 h 395"/>
                  <a:gd name="T44" fmla="*/ 0 w 127"/>
                  <a:gd name="T45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395">
                    <a:moveTo>
                      <a:pt x="0" y="0"/>
                    </a:moveTo>
                    <a:cubicBezTo>
                      <a:pt x="3" y="32"/>
                      <a:pt x="21" y="62"/>
                      <a:pt x="49" y="78"/>
                    </a:cubicBezTo>
                    <a:cubicBezTo>
                      <a:pt x="54" y="81"/>
                      <a:pt x="60" y="84"/>
                      <a:pt x="65" y="88"/>
                    </a:cubicBezTo>
                    <a:cubicBezTo>
                      <a:pt x="74" y="94"/>
                      <a:pt x="81" y="103"/>
                      <a:pt x="85" y="114"/>
                    </a:cubicBezTo>
                    <a:cubicBezTo>
                      <a:pt x="87" y="121"/>
                      <a:pt x="88" y="128"/>
                      <a:pt x="88" y="136"/>
                    </a:cubicBezTo>
                    <a:cubicBezTo>
                      <a:pt x="88" y="158"/>
                      <a:pt x="80" y="181"/>
                      <a:pt x="80" y="204"/>
                    </a:cubicBezTo>
                    <a:cubicBezTo>
                      <a:pt x="80" y="209"/>
                      <a:pt x="80" y="213"/>
                      <a:pt x="81" y="218"/>
                    </a:cubicBezTo>
                    <a:cubicBezTo>
                      <a:pt x="84" y="238"/>
                      <a:pt x="96" y="256"/>
                      <a:pt x="106" y="273"/>
                    </a:cubicBezTo>
                    <a:cubicBezTo>
                      <a:pt x="116" y="291"/>
                      <a:pt x="126" y="309"/>
                      <a:pt x="126" y="328"/>
                    </a:cubicBezTo>
                    <a:cubicBezTo>
                      <a:pt x="126" y="330"/>
                      <a:pt x="125" y="333"/>
                      <a:pt x="125" y="336"/>
                    </a:cubicBezTo>
                    <a:cubicBezTo>
                      <a:pt x="122" y="357"/>
                      <a:pt x="107" y="375"/>
                      <a:pt x="98" y="394"/>
                    </a:cubicBezTo>
                    <a:cubicBezTo>
                      <a:pt x="98" y="395"/>
                      <a:pt x="98" y="395"/>
                      <a:pt x="98" y="395"/>
                    </a:cubicBezTo>
                    <a:cubicBezTo>
                      <a:pt x="108" y="375"/>
                      <a:pt x="123" y="358"/>
                      <a:pt x="126" y="336"/>
                    </a:cubicBezTo>
                    <a:cubicBezTo>
                      <a:pt x="126" y="333"/>
                      <a:pt x="127" y="330"/>
                      <a:pt x="127" y="328"/>
                    </a:cubicBezTo>
                    <a:cubicBezTo>
                      <a:pt x="127" y="308"/>
                      <a:pt x="117" y="291"/>
                      <a:pt x="107" y="273"/>
                    </a:cubicBezTo>
                    <a:cubicBezTo>
                      <a:pt x="96" y="255"/>
                      <a:pt x="85" y="237"/>
                      <a:pt x="82" y="218"/>
                    </a:cubicBezTo>
                    <a:cubicBezTo>
                      <a:pt x="81" y="213"/>
                      <a:pt x="81" y="209"/>
                      <a:pt x="81" y="204"/>
                    </a:cubicBezTo>
                    <a:cubicBezTo>
                      <a:pt x="81" y="182"/>
                      <a:pt x="89" y="158"/>
                      <a:pt x="89" y="136"/>
                    </a:cubicBezTo>
                    <a:cubicBezTo>
                      <a:pt x="89" y="128"/>
                      <a:pt x="88" y="121"/>
                      <a:pt x="86" y="113"/>
                    </a:cubicBezTo>
                    <a:cubicBezTo>
                      <a:pt x="82" y="103"/>
                      <a:pt x="75" y="93"/>
                      <a:pt x="66" y="87"/>
                    </a:cubicBezTo>
                    <a:cubicBezTo>
                      <a:pt x="61" y="83"/>
                      <a:pt x="55" y="80"/>
                      <a:pt x="49" y="77"/>
                    </a:cubicBezTo>
                    <a:cubicBezTo>
                      <a:pt x="22" y="61"/>
                      <a:pt x="3" y="31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21" name="Freeform 582">
                <a:extLst>
                  <a:ext uri="{FF2B5EF4-FFF2-40B4-BE49-F238E27FC236}">
                    <a16:creationId xmlns:a16="http://schemas.microsoft.com/office/drawing/2014/main" id="{0994F8EC-929D-2AA8-1BCF-618C63EA6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719" y="5996671"/>
                <a:ext cx="132523" cy="636113"/>
              </a:xfrm>
              <a:custGeom>
                <a:avLst/>
                <a:gdLst>
                  <a:gd name="T0" fmla="*/ 0 w 35"/>
                  <a:gd name="T1" fmla="*/ 0 h 168"/>
                  <a:gd name="T2" fmla="*/ 23 w 35"/>
                  <a:gd name="T3" fmla="*/ 51 h 168"/>
                  <a:gd name="T4" fmla="*/ 23 w 35"/>
                  <a:gd name="T5" fmla="*/ 51 h 168"/>
                  <a:gd name="T6" fmla="*/ 10 w 35"/>
                  <a:gd name="T7" fmla="*/ 107 h 168"/>
                  <a:gd name="T8" fmla="*/ 13 w 35"/>
                  <a:gd name="T9" fmla="*/ 119 h 168"/>
                  <a:gd name="T10" fmla="*/ 28 w 35"/>
                  <a:gd name="T11" fmla="*/ 142 h 168"/>
                  <a:gd name="T12" fmla="*/ 34 w 35"/>
                  <a:gd name="T13" fmla="*/ 159 h 168"/>
                  <a:gd name="T14" fmla="*/ 31 w 35"/>
                  <a:gd name="T15" fmla="*/ 167 h 168"/>
                  <a:gd name="T16" fmla="*/ 32 w 35"/>
                  <a:gd name="T17" fmla="*/ 168 h 168"/>
                  <a:gd name="T18" fmla="*/ 35 w 35"/>
                  <a:gd name="T19" fmla="*/ 159 h 168"/>
                  <a:gd name="T20" fmla="*/ 29 w 35"/>
                  <a:gd name="T21" fmla="*/ 141 h 168"/>
                  <a:gd name="T22" fmla="*/ 14 w 35"/>
                  <a:gd name="T23" fmla="*/ 119 h 168"/>
                  <a:gd name="T24" fmla="*/ 11 w 35"/>
                  <a:gd name="T25" fmla="*/ 107 h 168"/>
                  <a:gd name="T26" fmla="*/ 24 w 35"/>
                  <a:gd name="T27" fmla="*/ 51 h 168"/>
                  <a:gd name="T28" fmla="*/ 24 w 35"/>
                  <a:gd name="T29" fmla="*/ 51 h 168"/>
                  <a:gd name="T30" fmla="*/ 1 w 35"/>
                  <a:gd name="T31" fmla="*/ 0 h 168"/>
                  <a:gd name="T32" fmla="*/ 0 w 35"/>
                  <a:gd name="T33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168">
                    <a:moveTo>
                      <a:pt x="0" y="0"/>
                    </a:moveTo>
                    <a:cubicBezTo>
                      <a:pt x="11" y="16"/>
                      <a:pt x="23" y="32"/>
                      <a:pt x="23" y="51"/>
                    </a:cubicBezTo>
                    <a:cubicBezTo>
                      <a:pt x="23" y="51"/>
                      <a:pt x="23" y="51"/>
                      <a:pt x="23" y="51"/>
                    </a:cubicBezTo>
                    <a:cubicBezTo>
                      <a:pt x="23" y="70"/>
                      <a:pt x="11" y="89"/>
                      <a:pt x="10" y="107"/>
                    </a:cubicBezTo>
                    <a:cubicBezTo>
                      <a:pt x="10" y="111"/>
                      <a:pt x="11" y="115"/>
                      <a:pt x="13" y="119"/>
                    </a:cubicBezTo>
                    <a:cubicBezTo>
                      <a:pt x="16" y="128"/>
                      <a:pt x="23" y="134"/>
                      <a:pt x="28" y="142"/>
                    </a:cubicBezTo>
                    <a:cubicBezTo>
                      <a:pt x="31" y="147"/>
                      <a:pt x="34" y="153"/>
                      <a:pt x="34" y="159"/>
                    </a:cubicBezTo>
                    <a:cubicBezTo>
                      <a:pt x="34" y="162"/>
                      <a:pt x="33" y="164"/>
                      <a:pt x="31" y="167"/>
                    </a:cubicBezTo>
                    <a:cubicBezTo>
                      <a:pt x="32" y="168"/>
                      <a:pt x="32" y="168"/>
                      <a:pt x="32" y="168"/>
                    </a:cubicBezTo>
                    <a:cubicBezTo>
                      <a:pt x="34" y="165"/>
                      <a:pt x="35" y="162"/>
                      <a:pt x="35" y="159"/>
                    </a:cubicBezTo>
                    <a:cubicBezTo>
                      <a:pt x="35" y="153"/>
                      <a:pt x="32" y="146"/>
                      <a:pt x="29" y="141"/>
                    </a:cubicBezTo>
                    <a:cubicBezTo>
                      <a:pt x="24" y="134"/>
                      <a:pt x="17" y="127"/>
                      <a:pt x="14" y="119"/>
                    </a:cubicBezTo>
                    <a:cubicBezTo>
                      <a:pt x="12" y="115"/>
                      <a:pt x="11" y="111"/>
                      <a:pt x="11" y="107"/>
                    </a:cubicBezTo>
                    <a:cubicBezTo>
                      <a:pt x="11" y="89"/>
                      <a:pt x="24" y="71"/>
                      <a:pt x="24" y="51"/>
                    </a:cubicBezTo>
                    <a:cubicBezTo>
                      <a:pt x="24" y="51"/>
                      <a:pt x="24" y="51"/>
                      <a:pt x="24" y="51"/>
                    </a:cubicBezTo>
                    <a:cubicBezTo>
                      <a:pt x="24" y="32"/>
                      <a:pt x="12" y="15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241F61-8C07-141A-6E2B-7DEE1291CB29}"/>
                </a:ext>
              </a:extLst>
            </p:cNvPr>
            <p:cNvGrpSpPr/>
            <p:nvPr/>
          </p:nvGrpSpPr>
          <p:grpSpPr>
            <a:xfrm>
              <a:off x="1785357" y="577778"/>
              <a:ext cx="2304728" cy="3541858"/>
              <a:chOff x="1075404" y="3452221"/>
              <a:chExt cx="2221976" cy="3414686"/>
            </a:xfrm>
            <a:solidFill>
              <a:schemeClr val="bg1"/>
            </a:solidFill>
          </p:grpSpPr>
          <p:sp>
            <p:nvSpPr>
              <p:cNvPr id="96" name="Freeform 574">
                <a:extLst>
                  <a:ext uri="{FF2B5EF4-FFF2-40B4-BE49-F238E27FC236}">
                    <a16:creationId xmlns:a16="http://schemas.microsoft.com/office/drawing/2014/main" id="{E2495694-C751-95DB-DE26-AB4829978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409" y="4196561"/>
                <a:ext cx="256212" cy="1727222"/>
              </a:xfrm>
              <a:custGeom>
                <a:avLst/>
                <a:gdLst>
                  <a:gd name="T0" fmla="*/ 20 w 68"/>
                  <a:gd name="T1" fmla="*/ 456 h 456"/>
                  <a:gd name="T2" fmla="*/ 7 w 68"/>
                  <a:gd name="T3" fmla="*/ 456 h 456"/>
                  <a:gd name="T4" fmla="*/ 33 w 68"/>
                  <a:gd name="T5" fmla="*/ 405 h 456"/>
                  <a:gd name="T6" fmla="*/ 55 w 68"/>
                  <a:gd name="T7" fmla="*/ 364 h 456"/>
                  <a:gd name="T8" fmla="*/ 32 w 68"/>
                  <a:gd name="T9" fmla="*/ 324 h 456"/>
                  <a:gd name="T10" fmla="*/ 4 w 68"/>
                  <a:gd name="T11" fmla="*/ 274 h 456"/>
                  <a:gd name="T12" fmla="*/ 30 w 68"/>
                  <a:gd name="T13" fmla="*/ 223 h 456"/>
                  <a:gd name="T14" fmla="*/ 52 w 68"/>
                  <a:gd name="T15" fmla="*/ 182 h 456"/>
                  <a:gd name="T16" fmla="*/ 29 w 68"/>
                  <a:gd name="T17" fmla="*/ 142 h 456"/>
                  <a:gd name="T18" fmla="*/ 1 w 68"/>
                  <a:gd name="T19" fmla="*/ 92 h 456"/>
                  <a:gd name="T20" fmla="*/ 27 w 68"/>
                  <a:gd name="T21" fmla="*/ 41 h 456"/>
                  <a:gd name="T22" fmla="*/ 49 w 68"/>
                  <a:gd name="T23" fmla="*/ 0 h 456"/>
                  <a:gd name="T24" fmla="*/ 61 w 68"/>
                  <a:gd name="T25" fmla="*/ 0 h 456"/>
                  <a:gd name="T26" fmla="*/ 35 w 68"/>
                  <a:gd name="T27" fmla="*/ 50 h 456"/>
                  <a:gd name="T28" fmla="*/ 13 w 68"/>
                  <a:gd name="T29" fmla="*/ 92 h 456"/>
                  <a:gd name="T30" fmla="*/ 37 w 68"/>
                  <a:gd name="T31" fmla="*/ 132 h 456"/>
                  <a:gd name="T32" fmla="*/ 65 w 68"/>
                  <a:gd name="T33" fmla="*/ 182 h 456"/>
                  <a:gd name="T34" fmla="*/ 39 w 68"/>
                  <a:gd name="T35" fmla="*/ 232 h 456"/>
                  <a:gd name="T36" fmla="*/ 16 w 68"/>
                  <a:gd name="T37" fmla="*/ 274 h 456"/>
                  <a:gd name="T38" fmla="*/ 40 w 68"/>
                  <a:gd name="T39" fmla="*/ 314 h 456"/>
                  <a:gd name="T40" fmla="*/ 68 w 68"/>
                  <a:gd name="T41" fmla="*/ 364 h 456"/>
                  <a:gd name="T42" fmla="*/ 42 w 68"/>
                  <a:gd name="T43" fmla="*/ 414 h 456"/>
                  <a:gd name="T44" fmla="*/ 20 w 68"/>
                  <a:gd name="T45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456">
                    <a:moveTo>
                      <a:pt x="20" y="456"/>
                    </a:moveTo>
                    <a:cubicBezTo>
                      <a:pt x="7" y="456"/>
                      <a:pt x="7" y="456"/>
                      <a:pt x="7" y="456"/>
                    </a:cubicBezTo>
                    <a:cubicBezTo>
                      <a:pt x="7" y="430"/>
                      <a:pt x="21" y="417"/>
                      <a:pt x="33" y="405"/>
                    </a:cubicBezTo>
                    <a:cubicBezTo>
                      <a:pt x="45" y="394"/>
                      <a:pt x="56" y="384"/>
                      <a:pt x="55" y="364"/>
                    </a:cubicBezTo>
                    <a:cubicBezTo>
                      <a:pt x="55" y="344"/>
                      <a:pt x="44" y="335"/>
                      <a:pt x="32" y="324"/>
                    </a:cubicBezTo>
                    <a:cubicBezTo>
                      <a:pt x="19" y="312"/>
                      <a:pt x="4" y="299"/>
                      <a:pt x="4" y="274"/>
                    </a:cubicBezTo>
                    <a:cubicBezTo>
                      <a:pt x="4" y="248"/>
                      <a:pt x="18" y="235"/>
                      <a:pt x="30" y="223"/>
                    </a:cubicBezTo>
                    <a:cubicBezTo>
                      <a:pt x="42" y="212"/>
                      <a:pt x="53" y="202"/>
                      <a:pt x="52" y="182"/>
                    </a:cubicBezTo>
                    <a:cubicBezTo>
                      <a:pt x="52" y="162"/>
                      <a:pt x="41" y="153"/>
                      <a:pt x="29" y="142"/>
                    </a:cubicBezTo>
                    <a:cubicBezTo>
                      <a:pt x="16" y="130"/>
                      <a:pt x="1" y="117"/>
                      <a:pt x="1" y="92"/>
                    </a:cubicBezTo>
                    <a:cubicBezTo>
                      <a:pt x="0" y="66"/>
                      <a:pt x="14" y="53"/>
                      <a:pt x="27" y="41"/>
                    </a:cubicBezTo>
                    <a:cubicBezTo>
                      <a:pt x="39" y="30"/>
                      <a:pt x="49" y="20"/>
                      <a:pt x="4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25"/>
                      <a:pt x="48" y="39"/>
                      <a:pt x="35" y="50"/>
                    </a:cubicBezTo>
                    <a:cubicBezTo>
                      <a:pt x="23" y="62"/>
                      <a:pt x="13" y="72"/>
                      <a:pt x="13" y="92"/>
                    </a:cubicBezTo>
                    <a:cubicBezTo>
                      <a:pt x="14" y="112"/>
                      <a:pt x="24" y="121"/>
                      <a:pt x="37" y="132"/>
                    </a:cubicBezTo>
                    <a:cubicBezTo>
                      <a:pt x="50" y="144"/>
                      <a:pt x="64" y="156"/>
                      <a:pt x="65" y="182"/>
                    </a:cubicBezTo>
                    <a:cubicBezTo>
                      <a:pt x="65" y="207"/>
                      <a:pt x="51" y="221"/>
                      <a:pt x="39" y="232"/>
                    </a:cubicBezTo>
                    <a:cubicBezTo>
                      <a:pt x="27" y="244"/>
                      <a:pt x="16" y="254"/>
                      <a:pt x="16" y="274"/>
                    </a:cubicBezTo>
                    <a:cubicBezTo>
                      <a:pt x="17" y="294"/>
                      <a:pt x="28" y="303"/>
                      <a:pt x="40" y="314"/>
                    </a:cubicBezTo>
                    <a:cubicBezTo>
                      <a:pt x="53" y="325"/>
                      <a:pt x="67" y="338"/>
                      <a:pt x="68" y="364"/>
                    </a:cubicBezTo>
                    <a:cubicBezTo>
                      <a:pt x="68" y="389"/>
                      <a:pt x="54" y="403"/>
                      <a:pt x="42" y="414"/>
                    </a:cubicBezTo>
                    <a:cubicBezTo>
                      <a:pt x="30" y="426"/>
                      <a:pt x="19" y="436"/>
                      <a:pt x="20" y="4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97" name="Freeform 575">
                <a:extLst>
                  <a:ext uri="{FF2B5EF4-FFF2-40B4-BE49-F238E27FC236}">
                    <a16:creationId xmlns:a16="http://schemas.microsoft.com/office/drawing/2014/main" id="{F104D99C-9C12-3847-B775-07E87A7E0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1168" y="4397555"/>
                <a:ext cx="256212" cy="1727222"/>
              </a:xfrm>
              <a:custGeom>
                <a:avLst/>
                <a:gdLst>
                  <a:gd name="T0" fmla="*/ 20 w 68"/>
                  <a:gd name="T1" fmla="*/ 456 h 456"/>
                  <a:gd name="T2" fmla="*/ 7 w 68"/>
                  <a:gd name="T3" fmla="*/ 456 h 456"/>
                  <a:gd name="T4" fmla="*/ 33 w 68"/>
                  <a:gd name="T5" fmla="*/ 406 h 456"/>
                  <a:gd name="T6" fmla="*/ 55 w 68"/>
                  <a:gd name="T7" fmla="*/ 364 h 456"/>
                  <a:gd name="T8" fmla="*/ 32 w 68"/>
                  <a:gd name="T9" fmla="*/ 324 h 456"/>
                  <a:gd name="T10" fmla="*/ 4 w 68"/>
                  <a:gd name="T11" fmla="*/ 274 h 456"/>
                  <a:gd name="T12" fmla="*/ 30 w 68"/>
                  <a:gd name="T13" fmla="*/ 224 h 456"/>
                  <a:gd name="T14" fmla="*/ 52 w 68"/>
                  <a:gd name="T15" fmla="*/ 182 h 456"/>
                  <a:gd name="T16" fmla="*/ 28 w 68"/>
                  <a:gd name="T17" fmla="*/ 142 h 456"/>
                  <a:gd name="T18" fmla="*/ 1 w 68"/>
                  <a:gd name="T19" fmla="*/ 92 h 456"/>
                  <a:gd name="T20" fmla="*/ 27 w 68"/>
                  <a:gd name="T21" fmla="*/ 42 h 456"/>
                  <a:gd name="T22" fmla="*/ 49 w 68"/>
                  <a:gd name="T23" fmla="*/ 0 h 456"/>
                  <a:gd name="T24" fmla="*/ 61 w 68"/>
                  <a:gd name="T25" fmla="*/ 0 h 456"/>
                  <a:gd name="T26" fmla="*/ 35 w 68"/>
                  <a:gd name="T27" fmla="*/ 51 h 456"/>
                  <a:gd name="T28" fmla="*/ 13 w 68"/>
                  <a:gd name="T29" fmla="*/ 92 h 456"/>
                  <a:gd name="T30" fmla="*/ 37 w 68"/>
                  <a:gd name="T31" fmla="*/ 132 h 456"/>
                  <a:gd name="T32" fmla="*/ 64 w 68"/>
                  <a:gd name="T33" fmla="*/ 182 h 456"/>
                  <a:gd name="T34" fmla="*/ 38 w 68"/>
                  <a:gd name="T35" fmla="*/ 233 h 456"/>
                  <a:gd name="T36" fmla="*/ 16 w 68"/>
                  <a:gd name="T37" fmla="*/ 274 h 456"/>
                  <a:gd name="T38" fmla="*/ 40 w 68"/>
                  <a:gd name="T39" fmla="*/ 314 h 456"/>
                  <a:gd name="T40" fmla="*/ 68 w 68"/>
                  <a:gd name="T41" fmla="*/ 364 h 456"/>
                  <a:gd name="T42" fmla="*/ 42 w 68"/>
                  <a:gd name="T43" fmla="*/ 415 h 456"/>
                  <a:gd name="T44" fmla="*/ 20 w 68"/>
                  <a:gd name="T45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456">
                    <a:moveTo>
                      <a:pt x="20" y="456"/>
                    </a:moveTo>
                    <a:cubicBezTo>
                      <a:pt x="7" y="456"/>
                      <a:pt x="7" y="456"/>
                      <a:pt x="7" y="456"/>
                    </a:cubicBezTo>
                    <a:cubicBezTo>
                      <a:pt x="7" y="431"/>
                      <a:pt x="21" y="417"/>
                      <a:pt x="33" y="406"/>
                    </a:cubicBezTo>
                    <a:cubicBezTo>
                      <a:pt x="45" y="394"/>
                      <a:pt x="56" y="384"/>
                      <a:pt x="55" y="364"/>
                    </a:cubicBezTo>
                    <a:cubicBezTo>
                      <a:pt x="55" y="344"/>
                      <a:pt x="44" y="335"/>
                      <a:pt x="32" y="324"/>
                    </a:cubicBezTo>
                    <a:cubicBezTo>
                      <a:pt x="19" y="312"/>
                      <a:pt x="4" y="300"/>
                      <a:pt x="4" y="274"/>
                    </a:cubicBezTo>
                    <a:cubicBezTo>
                      <a:pt x="3" y="249"/>
                      <a:pt x="17" y="235"/>
                      <a:pt x="30" y="224"/>
                    </a:cubicBezTo>
                    <a:cubicBezTo>
                      <a:pt x="42" y="212"/>
                      <a:pt x="52" y="202"/>
                      <a:pt x="52" y="182"/>
                    </a:cubicBezTo>
                    <a:cubicBezTo>
                      <a:pt x="52" y="162"/>
                      <a:pt x="41" y="153"/>
                      <a:pt x="28" y="142"/>
                    </a:cubicBezTo>
                    <a:cubicBezTo>
                      <a:pt x="16" y="131"/>
                      <a:pt x="1" y="118"/>
                      <a:pt x="1" y="92"/>
                    </a:cubicBezTo>
                    <a:cubicBezTo>
                      <a:pt x="0" y="67"/>
                      <a:pt x="14" y="53"/>
                      <a:pt x="27" y="42"/>
                    </a:cubicBezTo>
                    <a:cubicBezTo>
                      <a:pt x="39" y="30"/>
                      <a:pt x="49" y="20"/>
                      <a:pt x="4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26"/>
                      <a:pt x="48" y="39"/>
                      <a:pt x="35" y="51"/>
                    </a:cubicBezTo>
                    <a:cubicBezTo>
                      <a:pt x="23" y="62"/>
                      <a:pt x="13" y="72"/>
                      <a:pt x="13" y="92"/>
                    </a:cubicBezTo>
                    <a:cubicBezTo>
                      <a:pt x="13" y="112"/>
                      <a:pt x="24" y="121"/>
                      <a:pt x="37" y="132"/>
                    </a:cubicBezTo>
                    <a:cubicBezTo>
                      <a:pt x="49" y="144"/>
                      <a:pt x="64" y="157"/>
                      <a:pt x="64" y="182"/>
                    </a:cubicBezTo>
                    <a:cubicBezTo>
                      <a:pt x="65" y="208"/>
                      <a:pt x="51" y="221"/>
                      <a:pt x="38" y="233"/>
                    </a:cubicBezTo>
                    <a:cubicBezTo>
                      <a:pt x="26" y="244"/>
                      <a:pt x="16" y="254"/>
                      <a:pt x="16" y="274"/>
                    </a:cubicBezTo>
                    <a:cubicBezTo>
                      <a:pt x="17" y="294"/>
                      <a:pt x="27" y="303"/>
                      <a:pt x="40" y="314"/>
                    </a:cubicBezTo>
                    <a:cubicBezTo>
                      <a:pt x="53" y="326"/>
                      <a:pt x="67" y="339"/>
                      <a:pt x="68" y="364"/>
                    </a:cubicBezTo>
                    <a:cubicBezTo>
                      <a:pt x="68" y="390"/>
                      <a:pt x="54" y="403"/>
                      <a:pt x="42" y="415"/>
                    </a:cubicBezTo>
                    <a:cubicBezTo>
                      <a:pt x="30" y="426"/>
                      <a:pt x="19" y="436"/>
                      <a:pt x="20" y="4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98" name="Freeform 576">
                <a:extLst>
                  <a:ext uri="{FF2B5EF4-FFF2-40B4-BE49-F238E27FC236}">
                    <a16:creationId xmlns:a16="http://schemas.microsoft.com/office/drawing/2014/main" id="{096E5312-B541-61D1-18C3-4477A8CB9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8987" y="4704567"/>
                <a:ext cx="258421" cy="1727222"/>
              </a:xfrm>
              <a:custGeom>
                <a:avLst/>
                <a:gdLst>
                  <a:gd name="T0" fmla="*/ 20 w 68"/>
                  <a:gd name="T1" fmla="*/ 455 h 456"/>
                  <a:gd name="T2" fmla="*/ 7 w 68"/>
                  <a:gd name="T3" fmla="*/ 456 h 456"/>
                  <a:gd name="T4" fmla="*/ 33 w 68"/>
                  <a:gd name="T5" fmla="*/ 405 h 456"/>
                  <a:gd name="T6" fmla="*/ 55 w 68"/>
                  <a:gd name="T7" fmla="*/ 364 h 456"/>
                  <a:gd name="T8" fmla="*/ 32 w 68"/>
                  <a:gd name="T9" fmla="*/ 323 h 456"/>
                  <a:gd name="T10" fmla="*/ 4 w 68"/>
                  <a:gd name="T11" fmla="*/ 274 h 456"/>
                  <a:gd name="T12" fmla="*/ 30 w 68"/>
                  <a:gd name="T13" fmla="*/ 223 h 456"/>
                  <a:gd name="T14" fmla="*/ 52 w 68"/>
                  <a:gd name="T15" fmla="*/ 182 h 456"/>
                  <a:gd name="T16" fmla="*/ 28 w 68"/>
                  <a:gd name="T17" fmla="*/ 141 h 456"/>
                  <a:gd name="T18" fmla="*/ 1 w 68"/>
                  <a:gd name="T19" fmla="*/ 92 h 456"/>
                  <a:gd name="T20" fmla="*/ 27 w 68"/>
                  <a:gd name="T21" fmla="*/ 41 h 456"/>
                  <a:gd name="T22" fmla="*/ 49 w 68"/>
                  <a:gd name="T23" fmla="*/ 0 h 456"/>
                  <a:gd name="T24" fmla="*/ 61 w 68"/>
                  <a:gd name="T25" fmla="*/ 0 h 456"/>
                  <a:gd name="T26" fmla="*/ 35 w 68"/>
                  <a:gd name="T27" fmla="*/ 50 h 456"/>
                  <a:gd name="T28" fmla="*/ 13 w 68"/>
                  <a:gd name="T29" fmla="*/ 91 h 456"/>
                  <a:gd name="T30" fmla="*/ 37 w 68"/>
                  <a:gd name="T31" fmla="*/ 132 h 456"/>
                  <a:gd name="T32" fmla="*/ 64 w 68"/>
                  <a:gd name="T33" fmla="*/ 182 h 456"/>
                  <a:gd name="T34" fmla="*/ 38 w 68"/>
                  <a:gd name="T35" fmla="*/ 232 h 456"/>
                  <a:gd name="T36" fmla="*/ 16 w 68"/>
                  <a:gd name="T37" fmla="*/ 273 h 456"/>
                  <a:gd name="T38" fmla="*/ 40 w 68"/>
                  <a:gd name="T39" fmla="*/ 314 h 456"/>
                  <a:gd name="T40" fmla="*/ 68 w 68"/>
                  <a:gd name="T41" fmla="*/ 363 h 456"/>
                  <a:gd name="T42" fmla="*/ 42 w 68"/>
                  <a:gd name="T43" fmla="*/ 414 h 456"/>
                  <a:gd name="T44" fmla="*/ 20 w 68"/>
                  <a:gd name="T45" fmla="*/ 455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456">
                    <a:moveTo>
                      <a:pt x="20" y="455"/>
                    </a:moveTo>
                    <a:cubicBezTo>
                      <a:pt x="7" y="456"/>
                      <a:pt x="7" y="456"/>
                      <a:pt x="7" y="456"/>
                    </a:cubicBezTo>
                    <a:cubicBezTo>
                      <a:pt x="7" y="430"/>
                      <a:pt x="21" y="417"/>
                      <a:pt x="33" y="405"/>
                    </a:cubicBezTo>
                    <a:cubicBezTo>
                      <a:pt x="45" y="394"/>
                      <a:pt x="56" y="384"/>
                      <a:pt x="55" y="364"/>
                    </a:cubicBezTo>
                    <a:cubicBezTo>
                      <a:pt x="55" y="344"/>
                      <a:pt x="44" y="334"/>
                      <a:pt x="32" y="323"/>
                    </a:cubicBezTo>
                    <a:cubicBezTo>
                      <a:pt x="19" y="312"/>
                      <a:pt x="4" y="299"/>
                      <a:pt x="4" y="274"/>
                    </a:cubicBezTo>
                    <a:cubicBezTo>
                      <a:pt x="3" y="248"/>
                      <a:pt x="17" y="235"/>
                      <a:pt x="30" y="223"/>
                    </a:cubicBezTo>
                    <a:cubicBezTo>
                      <a:pt x="42" y="212"/>
                      <a:pt x="52" y="202"/>
                      <a:pt x="52" y="182"/>
                    </a:cubicBezTo>
                    <a:cubicBezTo>
                      <a:pt x="52" y="162"/>
                      <a:pt x="41" y="152"/>
                      <a:pt x="28" y="141"/>
                    </a:cubicBezTo>
                    <a:cubicBezTo>
                      <a:pt x="16" y="130"/>
                      <a:pt x="1" y="117"/>
                      <a:pt x="1" y="92"/>
                    </a:cubicBezTo>
                    <a:cubicBezTo>
                      <a:pt x="0" y="66"/>
                      <a:pt x="14" y="53"/>
                      <a:pt x="27" y="41"/>
                    </a:cubicBezTo>
                    <a:cubicBezTo>
                      <a:pt x="39" y="30"/>
                      <a:pt x="49" y="20"/>
                      <a:pt x="4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25"/>
                      <a:pt x="48" y="38"/>
                      <a:pt x="35" y="50"/>
                    </a:cubicBezTo>
                    <a:cubicBezTo>
                      <a:pt x="23" y="62"/>
                      <a:pt x="13" y="71"/>
                      <a:pt x="13" y="91"/>
                    </a:cubicBezTo>
                    <a:cubicBezTo>
                      <a:pt x="13" y="111"/>
                      <a:pt x="24" y="121"/>
                      <a:pt x="37" y="132"/>
                    </a:cubicBezTo>
                    <a:cubicBezTo>
                      <a:pt x="49" y="143"/>
                      <a:pt x="64" y="156"/>
                      <a:pt x="64" y="182"/>
                    </a:cubicBezTo>
                    <a:cubicBezTo>
                      <a:pt x="65" y="207"/>
                      <a:pt x="51" y="220"/>
                      <a:pt x="38" y="232"/>
                    </a:cubicBezTo>
                    <a:cubicBezTo>
                      <a:pt x="26" y="244"/>
                      <a:pt x="16" y="253"/>
                      <a:pt x="16" y="273"/>
                    </a:cubicBezTo>
                    <a:cubicBezTo>
                      <a:pt x="17" y="293"/>
                      <a:pt x="27" y="303"/>
                      <a:pt x="40" y="314"/>
                    </a:cubicBezTo>
                    <a:cubicBezTo>
                      <a:pt x="53" y="325"/>
                      <a:pt x="67" y="338"/>
                      <a:pt x="68" y="363"/>
                    </a:cubicBezTo>
                    <a:cubicBezTo>
                      <a:pt x="68" y="389"/>
                      <a:pt x="54" y="402"/>
                      <a:pt x="42" y="414"/>
                    </a:cubicBezTo>
                    <a:cubicBezTo>
                      <a:pt x="30" y="426"/>
                      <a:pt x="19" y="435"/>
                      <a:pt x="20" y="45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99" name="Freeform 583">
                <a:extLst>
                  <a:ext uri="{FF2B5EF4-FFF2-40B4-BE49-F238E27FC236}">
                    <a16:creationId xmlns:a16="http://schemas.microsoft.com/office/drawing/2014/main" id="{2E6DA2EA-DE3D-83AB-2990-59D3E414E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404" y="5272210"/>
                <a:ext cx="192159" cy="1356157"/>
              </a:xfrm>
              <a:custGeom>
                <a:avLst/>
                <a:gdLst>
                  <a:gd name="T0" fmla="*/ 29 w 51"/>
                  <a:gd name="T1" fmla="*/ 0 h 358"/>
                  <a:gd name="T2" fmla="*/ 29 w 51"/>
                  <a:gd name="T3" fmla="*/ 3 h 358"/>
                  <a:gd name="T4" fmla="*/ 15 w 51"/>
                  <a:gd name="T5" fmla="*/ 33 h 358"/>
                  <a:gd name="T6" fmla="*/ 0 w 51"/>
                  <a:gd name="T7" fmla="*/ 64 h 358"/>
                  <a:gd name="T8" fmla="*/ 0 w 51"/>
                  <a:gd name="T9" fmla="*/ 64 h 358"/>
                  <a:gd name="T10" fmla="*/ 23 w 51"/>
                  <a:gd name="T11" fmla="*/ 100 h 358"/>
                  <a:gd name="T12" fmla="*/ 48 w 51"/>
                  <a:gd name="T13" fmla="*/ 134 h 358"/>
                  <a:gd name="T14" fmla="*/ 48 w 51"/>
                  <a:gd name="T15" fmla="*/ 139 h 358"/>
                  <a:gd name="T16" fmla="*/ 35 w 51"/>
                  <a:gd name="T17" fmla="*/ 171 h 358"/>
                  <a:gd name="T18" fmla="*/ 17 w 51"/>
                  <a:gd name="T19" fmla="*/ 204 h 358"/>
                  <a:gd name="T20" fmla="*/ 16 w 51"/>
                  <a:gd name="T21" fmla="*/ 213 h 358"/>
                  <a:gd name="T22" fmla="*/ 49 w 51"/>
                  <a:gd name="T23" fmla="*/ 295 h 358"/>
                  <a:gd name="T24" fmla="*/ 50 w 51"/>
                  <a:gd name="T25" fmla="*/ 305 h 358"/>
                  <a:gd name="T26" fmla="*/ 20 w 51"/>
                  <a:gd name="T27" fmla="*/ 357 h 358"/>
                  <a:gd name="T28" fmla="*/ 20 w 51"/>
                  <a:gd name="T29" fmla="*/ 358 h 358"/>
                  <a:gd name="T30" fmla="*/ 51 w 51"/>
                  <a:gd name="T31" fmla="*/ 305 h 358"/>
                  <a:gd name="T32" fmla="*/ 50 w 51"/>
                  <a:gd name="T33" fmla="*/ 295 h 358"/>
                  <a:gd name="T34" fmla="*/ 17 w 51"/>
                  <a:gd name="T35" fmla="*/ 213 h 358"/>
                  <a:gd name="T36" fmla="*/ 18 w 51"/>
                  <a:gd name="T37" fmla="*/ 204 h 358"/>
                  <a:gd name="T38" fmla="*/ 35 w 51"/>
                  <a:gd name="T39" fmla="*/ 172 h 358"/>
                  <a:gd name="T40" fmla="*/ 49 w 51"/>
                  <a:gd name="T41" fmla="*/ 139 h 358"/>
                  <a:gd name="T42" fmla="*/ 49 w 51"/>
                  <a:gd name="T43" fmla="*/ 134 h 358"/>
                  <a:gd name="T44" fmla="*/ 23 w 51"/>
                  <a:gd name="T45" fmla="*/ 99 h 358"/>
                  <a:gd name="T46" fmla="*/ 1 w 51"/>
                  <a:gd name="T47" fmla="*/ 64 h 358"/>
                  <a:gd name="T48" fmla="*/ 1 w 51"/>
                  <a:gd name="T49" fmla="*/ 64 h 358"/>
                  <a:gd name="T50" fmla="*/ 16 w 51"/>
                  <a:gd name="T51" fmla="*/ 34 h 358"/>
                  <a:gd name="T52" fmla="*/ 30 w 51"/>
                  <a:gd name="T53" fmla="*/ 3 h 358"/>
                  <a:gd name="T54" fmla="*/ 30 w 51"/>
                  <a:gd name="T55" fmla="*/ 0 h 358"/>
                  <a:gd name="T56" fmla="*/ 29 w 51"/>
                  <a:gd name="T57" fmla="*/ 0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1" h="358">
                    <a:moveTo>
                      <a:pt x="29" y="0"/>
                    </a:moveTo>
                    <a:cubicBezTo>
                      <a:pt x="29" y="1"/>
                      <a:pt x="29" y="2"/>
                      <a:pt x="29" y="3"/>
                    </a:cubicBezTo>
                    <a:cubicBezTo>
                      <a:pt x="29" y="14"/>
                      <a:pt x="22" y="24"/>
                      <a:pt x="15" y="33"/>
                    </a:cubicBezTo>
                    <a:cubicBezTo>
                      <a:pt x="8" y="43"/>
                      <a:pt x="1" y="53"/>
                      <a:pt x="0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9"/>
                      <a:pt x="11" y="89"/>
                      <a:pt x="23" y="100"/>
                    </a:cubicBezTo>
                    <a:cubicBezTo>
                      <a:pt x="34" y="110"/>
                      <a:pt x="46" y="120"/>
                      <a:pt x="48" y="134"/>
                    </a:cubicBezTo>
                    <a:cubicBezTo>
                      <a:pt x="48" y="136"/>
                      <a:pt x="48" y="137"/>
                      <a:pt x="48" y="139"/>
                    </a:cubicBezTo>
                    <a:cubicBezTo>
                      <a:pt x="48" y="150"/>
                      <a:pt x="42" y="161"/>
                      <a:pt x="35" y="171"/>
                    </a:cubicBezTo>
                    <a:cubicBezTo>
                      <a:pt x="27" y="181"/>
                      <a:pt x="20" y="192"/>
                      <a:pt x="17" y="204"/>
                    </a:cubicBezTo>
                    <a:cubicBezTo>
                      <a:pt x="17" y="207"/>
                      <a:pt x="16" y="210"/>
                      <a:pt x="16" y="213"/>
                    </a:cubicBezTo>
                    <a:cubicBezTo>
                      <a:pt x="16" y="241"/>
                      <a:pt x="43" y="266"/>
                      <a:pt x="49" y="295"/>
                    </a:cubicBezTo>
                    <a:cubicBezTo>
                      <a:pt x="49" y="298"/>
                      <a:pt x="50" y="302"/>
                      <a:pt x="50" y="305"/>
                    </a:cubicBezTo>
                    <a:cubicBezTo>
                      <a:pt x="50" y="326"/>
                      <a:pt x="38" y="347"/>
                      <a:pt x="20" y="357"/>
                    </a:cubicBezTo>
                    <a:cubicBezTo>
                      <a:pt x="20" y="358"/>
                      <a:pt x="20" y="358"/>
                      <a:pt x="20" y="358"/>
                    </a:cubicBezTo>
                    <a:cubicBezTo>
                      <a:pt x="39" y="347"/>
                      <a:pt x="51" y="326"/>
                      <a:pt x="51" y="305"/>
                    </a:cubicBezTo>
                    <a:cubicBezTo>
                      <a:pt x="51" y="302"/>
                      <a:pt x="50" y="298"/>
                      <a:pt x="50" y="295"/>
                    </a:cubicBezTo>
                    <a:cubicBezTo>
                      <a:pt x="44" y="265"/>
                      <a:pt x="17" y="241"/>
                      <a:pt x="17" y="213"/>
                    </a:cubicBezTo>
                    <a:cubicBezTo>
                      <a:pt x="17" y="210"/>
                      <a:pt x="18" y="207"/>
                      <a:pt x="18" y="204"/>
                    </a:cubicBezTo>
                    <a:cubicBezTo>
                      <a:pt x="21" y="192"/>
                      <a:pt x="28" y="182"/>
                      <a:pt x="35" y="172"/>
                    </a:cubicBezTo>
                    <a:cubicBezTo>
                      <a:pt x="43" y="161"/>
                      <a:pt x="49" y="151"/>
                      <a:pt x="49" y="139"/>
                    </a:cubicBezTo>
                    <a:cubicBezTo>
                      <a:pt x="49" y="137"/>
                      <a:pt x="49" y="136"/>
                      <a:pt x="49" y="134"/>
                    </a:cubicBezTo>
                    <a:cubicBezTo>
                      <a:pt x="46" y="119"/>
                      <a:pt x="34" y="109"/>
                      <a:pt x="23" y="99"/>
                    </a:cubicBezTo>
                    <a:cubicBezTo>
                      <a:pt x="12" y="89"/>
                      <a:pt x="1" y="79"/>
                      <a:pt x="1" y="64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1" y="53"/>
                      <a:pt x="9" y="43"/>
                      <a:pt x="16" y="34"/>
                    </a:cubicBezTo>
                    <a:cubicBezTo>
                      <a:pt x="23" y="24"/>
                      <a:pt x="30" y="15"/>
                      <a:pt x="30" y="3"/>
                    </a:cubicBezTo>
                    <a:cubicBezTo>
                      <a:pt x="30" y="2"/>
                      <a:pt x="30" y="1"/>
                      <a:pt x="30" y="0"/>
                    </a:cubicBezTo>
                    <a:cubicBezTo>
                      <a:pt x="29" y="0"/>
                      <a:pt x="29" y="0"/>
                      <a:pt x="2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0" name="Freeform 584">
                <a:extLst>
                  <a:ext uri="{FF2B5EF4-FFF2-40B4-BE49-F238E27FC236}">
                    <a16:creationId xmlns:a16="http://schemas.microsoft.com/office/drawing/2014/main" id="{9FBFE0C3-22DF-81FE-AFE9-55F50E8C3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320" y="5901695"/>
                <a:ext cx="410823" cy="923246"/>
              </a:xfrm>
              <a:custGeom>
                <a:avLst/>
                <a:gdLst>
                  <a:gd name="T0" fmla="*/ 108 w 109"/>
                  <a:gd name="T1" fmla="*/ 0 h 244"/>
                  <a:gd name="T2" fmla="*/ 78 w 109"/>
                  <a:gd name="T3" fmla="*/ 61 h 244"/>
                  <a:gd name="T4" fmla="*/ 78 w 109"/>
                  <a:gd name="T5" fmla="*/ 63 h 244"/>
                  <a:gd name="T6" fmla="*/ 100 w 109"/>
                  <a:gd name="T7" fmla="*/ 138 h 244"/>
                  <a:gd name="T8" fmla="*/ 101 w 109"/>
                  <a:gd name="T9" fmla="*/ 149 h 244"/>
                  <a:gd name="T10" fmla="*/ 94 w 109"/>
                  <a:gd name="T11" fmla="*/ 179 h 244"/>
                  <a:gd name="T12" fmla="*/ 0 w 109"/>
                  <a:gd name="T13" fmla="*/ 243 h 244"/>
                  <a:gd name="T14" fmla="*/ 0 w 109"/>
                  <a:gd name="T15" fmla="*/ 244 h 244"/>
                  <a:gd name="T16" fmla="*/ 95 w 109"/>
                  <a:gd name="T17" fmla="*/ 179 h 244"/>
                  <a:gd name="T18" fmla="*/ 102 w 109"/>
                  <a:gd name="T19" fmla="*/ 149 h 244"/>
                  <a:gd name="T20" fmla="*/ 101 w 109"/>
                  <a:gd name="T21" fmla="*/ 138 h 244"/>
                  <a:gd name="T22" fmla="*/ 79 w 109"/>
                  <a:gd name="T23" fmla="*/ 63 h 244"/>
                  <a:gd name="T24" fmla="*/ 79 w 109"/>
                  <a:gd name="T25" fmla="*/ 61 h 244"/>
                  <a:gd name="T26" fmla="*/ 109 w 109"/>
                  <a:gd name="T27" fmla="*/ 0 h 244"/>
                  <a:gd name="T28" fmla="*/ 108 w 109"/>
                  <a:gd name="T29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9" h="244">
                    <a:moveTo>
                      <a:pt x="108" y="0"/>
                    </a:moveTo>
                    <a:cubicBezTo>
                      <a:pt x="94" y="18"/>
                      <a:pt x="79" y="38"/>
                      <a:pt x="78" y="61"/>
                    </a:cubicBezTo>
                    <a:cubicBezTo>
                      <a:pt x="78" y="62"/>
                      <a:pt x="78" y="62"/>
                      <a:pt x="78" y="63"/>
                    </a:cubicBezTo>
                    <a:cubicBezTo>
                      <a:pt x="78" y="89"/>
                      <a:pt x="96" y="112"/>
                      <a:pt x="100" y="138"/>
                    </a:cubicBezTo>
                    <a:cubicBezTo>
                      <a:pt x="100" y="142"/>
                      <a:pt x="101" y="145"/>
                      <a:pt x="101" y="149"/>
                    </a:cubicBezTo>
                    <a:cubicBezTo>
                      <a:pt x="101" y="159"/>
                      <a:pt x="99" y="169"/>
                      <a:pt x="94" y="179"/>
                    </a:cubicBezTo>
                    <a:cubicBezTo>
                      <a:pt x="79" y="214"/>
                      <a:pt x="38" y="231"/>
                      <a:pt x="0" y="243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38" y="232"/>
                      <a:pt x="79" y="215"/>
                      <a:pt x="95" y="179"/>
                    </a:cubicBezTo>
                    <a:cubicBezTo>
                      <a:pt x="99" y="170"/>
                      <a:pt x="102" y="159"/>
                      <a:pt x="102" y="149"/>
                    </a:cubicBezTo>
                    <a:cubicBezTo>
                      <a:pt x="102" y="145"/>
                      <a:pt x="101" y="141"/>
                      <a:pt x="101" y="138"/>
                    </a:cubicBezTo>
                    <a:cubicBezTo>
                      <a:pt x="97" y="112"/>
                      <a:pt x="79" y="89"/>
                      <a:pt x="79" y="63"/>
                    </a:cubicBezTo>
                    <a:cubicBezTo>
                      <a:pt x="79" y="62"/>
                      <a:pt x="79" y="62"/>
                      <a:pt x="79" y="61"/>
                    </a:cubicBezTo>
                    <a:cubicBezTo>
                      <a:pt x="80" y="38"/>
                      <a:pt x="95" y="19"/>
                      <a:pt x="109" y="0"/>
                    </a:cubicBezTo>
                    <a:cubicBezTo>
                      <a:pt x="108" y="0"/>
                      <a:pt x="108" y="0"/>
                      <a:pt x="10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1" name="Freeform 585">
                <a:extLst>
                  <a:ext uri="{FF2B5EF4-FFF2-40B4-BE49-F238E27FC236}">
                    <a16:creationId xmlns:a16="http://schemas.microsoft.com/office/drawing/2014/main" id="{46E83839-A598-758A-8A7C-C7D4CBFD6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7005" y="4417433"/>
                <a:ext cx="854777" cy="1256763"/>
              </a:xfrm>
              <a:custGeom>
                <a:avLst/>
                <a:gdLst>
                  <a:gd name="T0" fmla="*/ 225 w 226"/>
                  <a:gd name="T1" fmla="*/ 332 h 332"/>
                  <a:gd name="T2" fmla="*/ 178 w 226"/>
                  <a:gd name="T3" fmla="*/ 207 h 332"/>
                  <a:gd name="T4" fmla="*/ 126 w 226"/>
                  <a:gd name="T5" fmla="*/ 151 h 332"/>
                  <a:gd name="T6" fmla="*/ 91 w 226"/>
                  <a:gd name="T7" fmla="*/ 56 h 332"/>
                  <a:gd name="T8" fmla="*/ 0 w 226"/>
                  <a:gd name="T9" fmla="*/ 0 h 332"/>
                  <a:gd name="T10" fmla="*/ 38 w 226"/>
                  <a:gd name="T11" fmla="*/ 76 h 332"/>
                  <a:gd name="T12" fmla="*/ 48 w 226"/>
                  <a:gd name="T13" fmla="*/ 164 h 332"/>
                  <a:gd name="T14" fmla="*/ 213 w 226"/>
                  <a:gd name="T15" fmla="*/ 304 h 332"/>
                  <a:gd name="T16" fmla="*/ 225 w 226"/>
                  <a:gd name="T17" fmla="*/ 332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6" h="332">
                    <a:moveTo>
                      <a:pt x="225" y="332"/>
                    </a:moveTo>
                    <a:cubicBezTo>
                      <a:pt x="226" y="286"/>
                      <a:pt x="209" y="241"/>
                      <a:pt x="178" y="207"/>
                    </a:cubicBezTo>
                    <a:cubicBezTo>
                      <a:pt x="161" y="188"/>
                      <a:pt x="139" y="173"/>
                      <a:pt x="126" y="151"/>
                    </a:cubicBezTo>
                    <a:cubicBezTo>
                      <a:pt x="109" y="122"/>
                      <a:pt x="109" y="85"/>
                      <a:pt x="91" y="56"/>
                    </a:cubicBezTo>
                    <a:cubicBezTo>
                      <a:pt x="71" y="24"/>
                      <a:pt x="36" y="12"/>
                      <a:pt x="0" y="0"/>
                    </a:cubicBezTo>
                    <a:cubicBezTo>
                      <a:pt x="26" y="13"/>
                      <a:pt x="36" y="46"/>
                      <a:pt x="38" y="76"/>
                    </a:cubicBezTo>
                    <a:cubicBezTo>
                      <a:pt x="40" y="106"/>
                      <a:pt x="37" y="137"/>
                      <a:pt x="48" y="164"/>
                    </a:cubicBezTo>
                    <a:cubicBezTo>
                      <a:pt x="76" y="232"/>
                      <a:pt x="174" y="242"/>
                      <a:pt x="213" y="304"/>
                    </a:cubicBezTo>
                    <a:cubicBezTo>
                      <a:pt x="219" y="314"/>
                      <a:pt x="220" y="321"/>
                      <a:pt x="225" y="3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2" name="Freeform 586">
                <a:extLst>
                  <a:ext uri="{FF2B5EF4-FFF2-40B4-BE49-F238E27FC236}">
                    <a16:creationId xmlns:a16="http://schemas.microsoft.com/office/drawing/2014/main" id="{48030F45-AEFE-6E15-8D44-014ACE98E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320" y="4618428"/>
                <a:ext cx="430702" cy="991717"/>
              </a:xfrm>
              <a:custGeom>
                <a:avLst/>
                <a:gdLst>
                  <a:gd name="T0" fmla="*/ 26 w 114"/>
                  <a:gd name="T1" fmla="*/ 150 h 262"/>
                  <a:gd name="T2" fmla="*/ 114 w 114"/>
                  <a:gd name="T3" fmla="*/ 0 h 262"/>
                  <a:gd name="T4" fmla="*/ 109 w 114"/>
                  <a:gd name="T5" fmla="*/ 96 h 262"/>
                  <a:gd name="T6" fmla="*/ 0 w 114"/>
                  <a:gd name="T7" fmla="*/ 262 h 262"/>
                  <a:gd name="T8" fmla="*/ 10 w 114"/>
                  <a:gd name="T9" fmla="*/ 215 h 262"/>
                  <a:gd name="T10" fmla="*/ 26 w 114"/>
                  <a:gd name="T11" fmla="*/ 150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4" h="262">
                    <a:moveTo>
                      <a:pt x="26" y="150"/>
                    </a:moveTo>
                    <a:cubicBezTo>
                      <a:pt x="44" y="95"/>
                      <a:pt x="79" y="46"/>
                      <a:pt x="114" y="0"/>
                    </a:cubicBezTo>
                    <a:cubicBezTo>
                      <a:pt x="109" y="31"/>
                      <a:pt x="113" y="64"/>
                      <a:pt x="109" y="96"/>
                    </a:cubicBezTo>
                    <a:cubicBezTo>
                      <a:pt x="103" y="156"/>
                      <a:pt x="0" y="262"/>
                      <a:pt x="0" y="262"/>
                    </a:cubicBezTo>
                    <a:cubicBezTo>
                      <a:pt x="0" y="262"/>
                      <a:pt x="6" y="229"/>
                      <a:pt x="10" y="215"/>
                    </a:cubicBezTo>
                    <a:cubicBezTo>
                      <a:pt x="16" y="194"/>
                      <a:pt x="20" y="172"/>
                      <a:pt x="26" y="15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3" name="Freeform 587">
                <a:extLst>
                  <a:ext uri="{FF2B5EF4-FFF2-40B4-BE49-F238E27FC236}">
                    <a16:creationId xmlns:a16="http://schemas.microsoft.com/office/drawing/2014/main" id="{6ADD03CE-79B9-6850-0291-ACB888028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049" y="4209813"/>
                <a:ext cx="664827" cy="680287"/>
              </a:xfrm>
              <a:custGeom>
                <a:avLst/>
                <a:gdLst>
                  <a:gd name="T0" fmla="*/ 0 w 176"/>
                  <a:gd name="T1" fmla="*/ 180 h 180"/>
                  <a:gd name="T2" fmla="*/ 20 w 176"/>
                  <a:gd name="T3" fmla="*/ 158 h 180"/>
                  <a:gd name="T4" fmla="*/ 123 w 176"/>
                  <a:gd name="T5" fmla="*/ 18 h 180"/>
                  <a:gd name="T6" fmla="*/ 176 w 176"/>
                  <a:gd name="T7" fmla="*/ 0 h 180"/>
                  <a:gd name="T8" fmla="*/ 147 w 176"/>
                  <a:gd name="T9" fmla="*/ 49 h 180"/>
                  <a:gd name="T10" fmla="*/ 130 w 176"/>
                  <a:gd name="T11" fmla="*/ 108 h 180"/>
                  <a:gd name="T12" fmla="*/ 60 w 176"/>
                  <a:gd name="T13" fmla="*/ 157 h 180"/>
                  <a:gd name="T14" fmla="*/ 0 w 176"/>
                  <a:gd name="T15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80">
                    <a:moveTo>
                      <a:pt x="0" y="180"/>
                    </a:moveTo>
                    <a:cubicBezTo>
                      <a:pt x="0" y="170"/>
                      <a:pt x="12" y="164"/>
                      <a:pt x="20" y="158"/>
                    </a:cubicBezTo>
                    <a:cubicBezTo>
                      <a:pt x="70" y="127"/>
                      <a:pt x="73" y="49"/>
                      <a:pt x="123" y="18"/>
                    </a:cubicBezTo>
                    <a:cubicBezTo>
                      <a:pt x="139" y="7"/>
                      <a:pt x="158" y="3"/>
                      <a:pt x="176" y="0"/>
                    </a:cubicBezTo>
                    <a:cubicBezTo>
                      <a:pt x="158" y="11"/>
                      <a:pt x="152" y="29"/>
                      <a:pt x="147" y="49"/>
                    </a:cubicBezTo>
                    <a:cubicBezTo>
                      <a:pt x="143" y="69"/>
                      <a:pt x="141" y="91"/>
                      <a:pt x="130" y="108"/>
                    </a:cubicBezTo>
                    <a:cubicBezTo>
                      <a:pt x="115" y="133"/>
                      <a:pt x="87" y="146"/>
                      <a:pt x="60" y="157"/>
                    </a:cubicBezTo>
                    <a:cubicBezTo>
                      <a:pt x="40" y="165"/>
                      <a:pt x="20" y="172"/>
                      <a:pt x="0" y="18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4" name="Freeform 588">
                <a:extLst>
                  <a:ext uri="{FF2B5EF4-FFF2-40B4-BE49-F238E27FC236}">
                    <a16:creationId xmlns:a16="http://schemas.microsoft.com/office/drawing/2014/main" id="{F28C8A97-5D40-B0F1-17BC-92D84D419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993" y="3929305"/>
                <a:ext cx="346771" cy="929873"/>
              </a:xfrm>
              <a:custGeom>
                <a:avLst/>
                <a:gdLst>
                  <a:gd name="T0" fmla="*/ 84 w 92"/>
                  <a:gd name="T1" fmla="*/ 246 h 246"/>
                  <a:gd name="T2" fmla="*/ 54 w 92"/>
                  <a:gd name="T3" fmla="*/ 186 h 246"/>
                  <a:gd name="T4" fmla="*/ 8 w 92"/>
                  <a:gd name="T5" fmla="*/ 128 h 246"/>
                  <a:gd name="T6" fmla="*/ 3 w 92"/>
                  <a:gd name="T7" fmla="*/ 88 h 246"/>
                  <a:gd name="T8" fmla="*/ 0 w 92"/>
                  <a:gd name="T9" fmla="*/ 0 h 246"/>
                  <a:gd name="T10" fmla="*/ 36 w 92"/>
                  <a:gd name="T11" fmla="*/ 82 h 246"/>
                  <a:gd name="T12" fmla="*/ 49 w 92"/>
                  <a:gd name="T13" fmla="*/ 138 h 246"/>
                  <a:gd name="T14" fmla="*/ 78 w 92"/>
                  <a:gd name="T15" fmla="*/ 187 h 246"/>
                  <a:gd name="T16" fmla="*/ 84 w 92"/>
                  <a:gd name="T17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" h="246">
                    <a:moveTo>
                      <a:pt x="84" y="246"/>
                    </a:moveTo>
                    <a:cubicBezTo>
                      <a:pt x="79" y="224"/>
                      <a:pt x="69" y="204"/>
                      <a:pt x="54" y="186"/>
                    </a:cubicBezTo>
                    <a:cubicBezTo>
                      <a:pt x="38" y="167"/>
                      <a:pt x="17" y="151"/>
                      <a:pt x="8" y="128"/>
                    </a:cubicBezTo>
                    <a:cubicBezTo>
                      <a:pt x="4" y="115"/>
                      <a:pt x="3" y="101"/>
                      <a:pt x="3" y="88"/>
                    </a:cubicBezTo>
                    <a:cubicBezTo>
                      <a:pt x="2" y="58"/>
                      <a:pt x="1" y="29"/>
                      <a:pt x="0" y="0"/>
                    </a:cubicBezTo>
                    <a:cubicBezTo>
                      <a:pt x="1" y="14"/>
                      <a:pt x="25" y="52"/>
                      <a:pt x="36" y="82"/>
                    </a:cubicBezTo>
                    <a:cubicBezTo>
                      <a:pt x="43" y="100"/>
                      <a:pt x="42" y="120"/>
                      <a:pt x="49" y="138"/>
                    </a:cubicBezTo>
                    <a:cubicBezTo>
                      <a:pt x="56" y="156"/>
                      <a:pt x="70" y="170"/>
                      <a:pt x="78" y="187"/>
                    </a:cubicBezTo>
                    <a:cubicBezTo>
                      <a:pt x="89" y="208"/>
                      <a:pt x="92" y="224"/>
                      <a:pt x="84" y="24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5" name="Freeform 589">
                <a:extLst>
                  <a:ext uri="{FF2B5EF4-FFF2-40B4-BE49-F238E27FC236}">
                    <a16:creationId xmlns:a16="http://schemas.microsoft.com/office/drawing/2014/main" id="{E1BF81D5-D377-9A27-9CD6-7C21A78CF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7778" y="3452221"/>
                <a:ext cx="315848" cy="1060188"/>
              </a:xfrm>
              <a:custGeom>
                <a:avLst/>
                <a:gdLst>
                  <a:gd name="T0" fmla="*/ 48 w 83"/>
                  <a:gd name="T1" fmla="*/ 280 h 280"/>
                  <a:gd name="T2" fmla="*/ 40 w 83"/>
                  <a:gd name="T3" fmla="*/ 201 h 280"/>
                  <a:gd name="T4" fmla="*/ 8 w 83"/>
                  <a:gd name="T5" fmla="*/ 144 h 280"/>
                  <a:gd name="T6" fmla="*/ 2 w 83"/>
                  <a:gd name="T7" fmla="*/ 76 h 280"/>
                  <a:gd name="T8" fmla="*/ 8 w 83"/>
                  <a:gd name="T9" fmla="*/ 0 h 280"/>
                  <a:gd name="T10" fmla="*/ 50 w 83"/>
                  <a:gd name="T11" fmla="*/ 72 h 280"/>
                  <a:gd name="T12" fmla="*/ 78 w 83"/>
                  <a:gd name="T13" fmla="*/ 178 h 280"/>
                  <a:gd name="T14" fmla="*/ 48 w 83"/>
                  <a:gd name="T15" fmla="*/ 28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" h="280">
                    <a:moveTo>
                      <a:pt x="48" y="280"/>
                    </a:moveTo>
                    <a:cubicBezTo>
                      <a:pt x="54" y="254"/>
                      <a:pt x="52" y="226"/>
                      <a:pt x="40" y="201"/>
                    </a:cubicBezTo>
                    <a:cubicBezTo>
                      <a:pt x="31" y="182"/>
                      <a:pt x="16" y="165"/>
                      <a:pt x="8" y="144"/>
                    </a:cubicBezTo>
                    <a:cubicBezTo>
                      <a:pt x="0" y="122"/>
                      <a:pt x="1" y="99"/>
                      <a:pt x="2" y="76"/>
                    </a:cubicBezTo>
                    <a:cubicBezTo>
                      <a:pt x="4" y="50"/>
                      <a:pt x="6" y="25"/>
                      <a:pt x="8" y="0"/>
                    </a:cubicBezTo>
                    <a:cubicBezTo>
                      <a:pt x="18" y="27"/>
                      <a:pt x="35" y="47"/>
                      <a:pt x="50" y="72"/>
                    </a:cubicBezTo>
                    <a:cubicBezTo>
                      <a:pt x="70" y="104"/>
                      <a:pt x="83" y="141"/>
                      <a:pt x="78" y="178"/>
                    </a:cubicBezTo>
                    <a:cubicBezTo>
                      <a:pt x="72" y="214"/>
                      <a:pt x="52" y="244"/>
                      <a:pt x="48" y="28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6" name="Freeform 590">
                <a:extLst>
                  <a:ext uri="{FF2B5EF4-FFF2-40B4-BE49-F238E27FC236}">
                    <a16:creationId xmlns:a16="http://schemas.microsoft.com/office/drawing/2014/main" id="{1DFCCF28-92B8-4367-F624-5DE7F9C53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4791" y="5435656"/>
                <a:ext cx="755384" cy="583103"/>
              </a:xfrm>
              <a:custGeom>
                <a:avLst/>
                <a:gdLst>
                  <a:gd name="T0" fmla="*/ 0 w 200"/>
                  <a:gd name="T1" fmla="*/ 154 h 154"/>
                  <a:gd name="T2" fmla="*/ 66 w 200"/>
                  <a:gd name="T3" fmla="*/ 74 h 154"/>
                  <a:gd name="T4" fmla="*/ 102 w 200"/>
                  <a:gd name="T5" fmla="*/ 64 h 154"/>
                  <a:gd name="T6" fmla="*/ 192 w 200"/>
                  <a:gd name="T7" fmla="*/ 0 h 154"/>
                  <a:gd name="T8" fmla="*/ 197 w 200"/>
                  <a:gd name="T9" fmla="*/ 34 h 154"/>
                  <a:gd name="T10" fmla="*/ 194 w 200"/>
                  <a:gd name="T11" fmla="*/ 77 h 154"/>
                  <a:gd name="T12" fmla="*/ 177 w 200"/>
                  <a:gd name="T13" fmla="*/ 96 h 154"/>
                  <a:gd name="T14" fmla="*/ 122 w 200"/>
                  <a:gd name="T15" fmla="*/ 121 h 154"/>
                  <a:gd name="T16" fmla="*/ 61 w 200"/>
                  <a:gd name="T17" fmla="*/ 124 h 154"/>
                  <a:gd name="T18" fmla="*/ 0 w 200"/>
                  <a:gd name="T19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0" h="154">
                    <a:moveTo>
                      <a:pt x="0" y="154"/>
                    </a:moveTo>
                    <a:cubicBezTo>
                      <a:pt x="16" y="122"/>
                      <a:pt x="34" y="88"/>
                      <a:pt x="66" y="74"/>
                    </a:cubicBezTo>
                    <a:cubicBezTo>
                      <a:pt x="78" y="69"/>
                      <a:pt x="90" y="67"/>
                      <a:pt x="102" y="64"/>
                    </a:cubicBezTo>
                    <a:cubicBezTo>
                      <a:pt x="139" y="55"/>
                      <a:pt x="171" y="31"/>
                      <a:pt x="192" y="0"/>
                    </a:cubicBezTo>
                    <a:cubicBezTo>
                      <a:pt x="193" y="14"/>
                      <a:pt x="196" y="20"/>
                      <a:pt x="197" y="34"/>
                    </a:cubicBezTo>
                    <a:cubicBezTo>
                      <a:pt x="199" y="48"/>
                      <a:pt x="200" y="64"/>
                      <a:pt x="194" y="77"/>
                    </a:cubicBezTo>
                    <a:cubicBezTo>
                      <a:pt x="190" y="84"/>
                      <a:pt x="184" y="91"/>
                      <a:pt x="177" y="96"/>
                    </a:cubicBezTo>
                    <a:cubicBezTo>
                      <a:pt x="162" y="109"/>
                      <a:pt x="142" y="118"/>
                      <a:pt x="122" y="121"/>
                    </a:cubicBezTo>
                    <a:cubicBezTo>
                      <a:pt x="102" y="124"/>
                      <a:pt x="81" y="121"/>
                      <a:pt x="61" y="124"/>
                    </a:cubicBezTo>
                    <a:cubicBezTo>
                      <a:pt x="38" y="128"/>
                      <a:pt x="20" y="142"/>
                      <a:pt x="0" y="15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7" name="Freeform 591">
                <a:extLst>
                  <a:ext uri="{FF2B5EF4-FFF2-40B4-BE49-F238E27FC236}">
                    <a16:creationId xmlns:a16="http://schemas.microsoft.com/office/drawing/2014/main" id="{71488518-9BA3-113C-4346-89133034B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449" y="5557135"/>
                <a:ext cx="967421" cy="989509"/>
              </a:xfrm>
              <a:custGeom>
                <a:avLst/>
                <a:gdLst>
                  <a:gd name="T0" fmla="*/ 256 w 256"/>
                  <a:gd name="T1" fmla="*/ 261 h 261"/>
                  <a:gd name="T2" fmla="*/ 191 w 256"/>
                  <a:gd name="T3" fmla="*/ 202 h 261"/>
                  <a:gd name="T4" fmla="*/ 108 w 256"/>
                  <a:gd name="T5" fmla="*/ 169 h 261"/>
                  <a:gd name="T6" fmla="*/ 0 w 256"/>
                  <a:gd name="T7" fmla="*/ 0 h 261"/>
                  <a:gd name="T8" fmla="*/ 72 w 256"/>
                  <a:gd name="T9" fmla="*/ 66 h 261"/>
                  <a:gd name="T10" fmla="*/ 167 w 256"/>
                  <a:gd name="T11" fmla="*/ 108 h 261"/>
                  <a:gd name="T12" fmla="*/ 256 w 256"/>
                  <a:gd name="T1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" h="261">
                    <a:moveTo>
                      <a:pt x="256" y="261"/>
                    </a:moveTo>
                    <a:cubicBezTo>
                      <a:pt x="245" y="234"/>
                      <a:pt x="218" y="215"/>
                      <a:pt x="191" y="202"/>
                    </a:cubicBezTo>
                    <a:cubicBezTo>
                      <a:pt x="164" y="190"/>
                      <a:pt x="135" y="183"/>
                      <a:pt x="108" y="169"/>
                    </a:cubicBezTo>
                    <a:cubicBezTo>
                      <a:pt x="46" y="137"/>
                      <a:pt x="3" y="70"/>
                      <a:pt x="0" y="0"/>
                    </a:cubicBezTo>
                    <a:cubicBezTo>
                      <a:pt x="15" y="31"/>
                      <a:pt x="41" y="52"/>
                      <a:pt x="72" y="66"/>
                    </a:cubicBezTo>
                    <a:cubicBezTo>
                      <a:pt x="104" y="80"/>
                      <a:pt x="137" y="90"/>
                      <a:pt x="167" y="108"/>
                    </a:cubicBezTo>
                    <a:cubicBezTo>
                      <a:pt x="220" y="141"/>
                      <a:pt x="253" y="199"/>
                      <a:pt x="256" y="2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8" name="Freeform 592">
                <a:extLst>
                  <a:ext uri="{FF2B5EF4-FFF2-40B4-BE49-F238E27FC236}">
                    <a16:creationId xmlns:a16="http://schemas.microsoft.com/office/drawing/2014/main" id="{5A70887D-986A-97BE-6493-B6AB6CACF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0380" y="5155147"/>
                <a:ext cx="925456" cy="856985"/>
              </a:xfrm>
              <a:custGeom>
                <a:avLst/>
                <a:gdLst>
                  <a:gd name="T0" fmla="*/ 245 w 245"/>
                  <a:gd name="T1" fmla="*/ 226 h 226"/>
                  <a:gd name="T2" fmla="*/ 179 w 245"/>
                  <a:gd name="T3" fmla="*/ 189 h 226"/>
                  <a:gd name="T4" fmla="*/ 118 w 245"/>
                  <a:gd name="T5" fmla="*/ 169 h 226"/>
                  <a:gd name="T6" fmla="*/ 69 w 245"/>
                  <a:gd name="T7" fmla="*/ 144 h 226"/>
                  <a:gd name="T8" fmla="*/ 7 w 245"/>
                  <a:gd name="T9" fmla="*/ 0 h 226"/>
                  <a:gd name="T10" fmla="*/ 51 w 245"/>
                  <a:gd name="T11" fmla="*/ 77 h 226"/>
                  <a:gd name="T12" fmla="*/ 99 w 245"/>
                  <a:gd name="T13" fmla="*/ 105 h 226"/>
                  <a:gd name="T14" fmla="*/ 188 w 245"/>
                  <a:gd name="T15" fmla="*/ 148 h 226"/>
                  <a:gd name="T16" fmla="*/ 245 w 245"/>
                  <a:gd name="T17" fmla="*/ 2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5" h="226">
                    <a:moveTo>
                      <a:pt x="245" y="226"/>
                    </a:moveTo>
                    <a:cubicBezTo>
                      <a:pt x="234" y="202"/>
                      <a:pt x="204" y="195"/>
                      <a:pt x="179" y="189"/>
                    </a:cubicBezTo>
                    <a:cubicBezTo>
                      <a:pt x="158" y="183"/>
                      <a:pt x="138" y="177"/>
                      <a:pt x="118" y="169"/>
                    </a:cubicBezTo>
                    <a:cubicBezTo>
                      <a:pt x="101" y="162"/>
                      <a:pt x="84" y="155"/>
                      <a:pt x="69" y="144"/>
                    </a:cubicBezTo>
                    <a:cubicBezTo>
                      <a:pt x="25" y="112"/>
                      <a:pt x="0" y="54"/>
                      <a:pt x="7" y="0"/>
                    </a:cubicBezTo>
                    <a:cubicBezTo>
                      <a:pt x="18" y="28"/>
                      <a:pt x="29" y="57"/>
                      <a:pt x="51" y="77"/>
                    </a:cubicBezTo>
                    <a:cubicBezTo>
                      <a:pt x="65" y="89"/>
                      <a:pt x="82" y="98"/>
                      <a:pt x="99" y="105"/>
                    </a:cubicBezTo>
                    <a:cubicBezTo>
                      <a:pt x="129" y="118"/>
                      <a:pt x="161" y="129"/>
                      <a:pt x="188" y="148"/>
                    </a:cubicBezTo>
                    <a:cubicBezTo>
                      <a:pt x="216" y="166"/>
                      <a:pt x="238" y="194"/>
                      <a:pt x="245" y="22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09" name="Freeform 593">
                <a:extLst>
                  <a:ext uri="{FF2B5EF4-FFF2-40B4-BE49-F238E27FC236}">
                    <a16:creationId xmlns:a16="http://schemas.microsoft.com/office/drawing/2014/main" id="{06B8A367-40CA-972E-8010-79CD30DA6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782" y="6109316"/>
                <a:ext cx="923246" cy="417448"/>
              </a:xfrm>
              <a:custGeom>
                <a:avLst/>
                <a:gdLst>
                  <a:gd name="T0" fmla="*/ 244 w 244"/>
                  <a:gd name="T1" fmla="*/ 28 h 110"/>
                  <a:gd name="T2" fmla="*/ 193 w 244"/>
                  <a:gd name="T3" fmla="*/ 5 h 110"/>
                  <a:gd name="T4" fmla="*/ 139 w 244"/>
                  <a:gd name="T5" fmla="*/ 9 h 110"/>
                  <a:gd name="T6" fmla="*/ 93 w 244"/>
                  <a:gd name="T7" fmla="*/ 54 h 110"/>
                  <a:gd name="T8" fmla="*/ 0 w 244"/>
                  <a:gd name="T9" fmla="*/ 102 h 110"/>
                  <a:gd name="T10" fmla="*/ 119 w 244"/>
                  <a:gd name="T11" fmla="*/ 86 h 110"/>
                  <a:gd name="T12" fmla="*/ 182 w 244"/>
                  <a:gd name="T13" fmla="*/ 33 h 110"/>
                  <a:gd name="T14" fmla="*/ 244 w 244"/>
                  <a:gd name="T15" fmla="*/ 28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4" h="110">
                    <a:moveTo>
                      <a:pt x="244" y="28"/>
                    </a:moveTo>
                    <a:cubicBezTo>
                      <a:pt x="228" y="19"/>
                      <a:pt x="211" y="10"/>
                      <a:pt x="193" y="5"/>
                    </a:cubicBezTo>
                    <a:cubicBezTo>
                      <a:pt x="176" y="0"/>
                      <a:pt x="156" y="0"/>
                      <a:pt x="139" y="9"/>
                    </a:cubicBezTo>
                    <a:cubicBezTo>
                      <a:pt x="120" y="20"/>
                      <a:pt x="109" y="40"/>
                      <a:pt x="93" y="54"/>
                    </a:cubicBezTo>
                    <a:cubicBezTo>
                      <a:pt x="66" y="76"/>
                      <a:pt x="26" y="79"/>
                      <a:pt x="0" y="102"/>
                    </a:cubicBezTo>
                    <a:cubicBezTo>
                      <a:pt x="41" y="107"/>
                      <a:pt x="85" y="110"/>
                      <a:pt x="119" y="86"/>
                    </a:cubicBezTo>
                    <a:cubicBezTo>
                      <a:pt x="142" y="70"/>
                      <a:pt x="157" y="44"/>
                      <a:pt x="182" y="33"/>
                    </a:cubicBezTo>
                    <a:cubicBezTo>
                      <a:pt x="200" y="25"/>
                      <a:pt x="225" y="27"/>
                      <a:pt x="244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0" name="Freeform 594">
                <a:extLst>
                  <a:ext uri="{FF2B5EF4-FFF2-40B4-BE49-F238E27FC236}">
                    <a16:creationId xmlns:a16="http://schemas.microsoft.com/office/drawing/2014/main" id="{08D80C63-9506-02B3-822C-D5540E182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8972" y="6140237"/>
                <a:ext cx="779680" cy="726669"/>
              </a:xfrm>
              <a:custGeom>
                <a:avLst/>
                <a:gdLst>
                  <a:gd name="T0" fmla="*/ 205 w 206"/>
                  <a:gd name="T1" fmla="*/ 192 h 192"/>
                  <a:gd name="T2" fmla="*/ 178 w 206"/>
                  <a:gd name="T3" fmla="*/ 155 h 192"/>
                  <a:gd name="T4" fmla="*/ 72 w 206"/>
                  <a:gd name="T5" fmla="*/ 97 h 192"/>
                  <a:gd name="T6" fmla="*/ 7 w 206"/>
                  <a:gd name="T7" fmla="*/ 0 h 192"/>
                  <a:gd name="T8" fmla="*/ 12 w 206"/>
                  <a:gd name="T9" fmla="*/ 105 h 192"/>
                  <a:gd name="T10" fmla="*/ 86 w 206"/>
                  <a:gd name="T11" fmla="*/ 176 h 192"/>
                  <a:gd name="T12" fmla="*/ 150 w 206"/>
                  <a:gd name="T13" fmla="*/ 177 h 192"/>
                  <a:gd name="T14" fmla="*/ 205 w 206"/>
                  <a:gd name="T15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06" h="192">
                    <a:moveTo>
                      <a:pt x="205" y="192"/>
                    </a:moveTo>
                    <a:cubicBezTo>
                      <a:pt x="206" y="176"/>
                      <a:pt x="192" y="163"/>
                      <a:pt x="178" y="155"/>
                    </a:cubicBezTo>
                    <a:cubicBezTo>
                      <a:pt x="144" y="133"/>
                      <a:pt x="106" y="119"/>
                      <a:pt x="72" y="97"/>
                    </a:cubicBezTo>
                    <a:cubicBezTo>
                      <a:pt x="39" y="74"/>
                      <a:pt x="9" y="40"/>
                      <a:pt x="7" y="0"/>
                    </a:cubicBezTo>
                    <a:cubicBezTo>
                      <a:pt x="1" y="35"/>
                      <a:pt x="0" y="71"/>
                      <a:pt x="12" y="105"/>
                    </a:cubicBezTo>
                    <a:cubicBezTo>
                      <a:pt x="23" y="138"/>
                      <a:pt x="51" y="168"/>
                      <a:pt x="86" y="176"/>
                    </a:cubicBezTo>
                    <a:cubicBezTo>
                      <a:pt x="107" y="180"/>
                      <a:pt x="128" y="177"/>
                      <a:pt x="150" y="177"/>
                    </a:cubicBezTo>
                    <a:cubicBezTo>
                      <a:pt x="171" y="176"/>
                      <a:pt x="191" y="176"/>
                      <a:pt x="205" y="19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1" name="Freeform 596">
                <a:extLst>
                  <a:ext uri="{FF2B5EF4-FFF2-40B4-BE49-F238E27FC236}">
                    <a16:creationId xmlns:a16="http://schemas.microsoft.com/office/drawing/2014/main" id="{BCCE5079-551D-77D5-8A5F-166D238EF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215" y="4276074"/>
                <a:ext cx="567642" cy="598564"/>
              </a:xfrm>
              <a:custGeom>
                <a:avLst/>
                <a:gdLst>
                  <a:gd name="T0" fmla="*/ 1 w 150"/>
                  <a:gd name="T1" fmla="*/ 158 h 158"/>
                  <a:gd name="T2" fmla="*/ 0 w 150"/>
                  <a:gd name="T3" fmla="*/ 156 h 158"/>
                  <a:gd name="T4" fmla="*/ 105 w 150"/>
                  <a:gd name="T5" fmla="*/ 75 h 158"/>
                  <a:gd name="T6" fmla="*/ 115 w 150"/>
                  <a:gd name="T7" fmla="*/ 51 h 158"/>
                  <a:gd name="T8" fmla="*/ 121 w 150"/>
                  <a:gd name="T9" fmla="*/ 34 h 158"/>
                  <a:gd name="T10" fmla="*/ 149 w 150"/>
                  <a:gd name="T11" fmla="*/ 0 h 158"/>
                  <a:gd name="T12" fmla="*/ 150 w 150"/>
                  <a:gd name="T13" fmla="*/ 1 h 158"/>
                  <a:gd name="T14" fmla="*/ 123 w 150"/>
                  <a:gd name="T15" fmla="*/ 34 h 158"/>
                  <a:gd name="T16" fmla="*/ 117 w 150"/>
                  <a:gd name="T17" fmla="*/ 52 h 158"/>
                  <a:gd name="T18" fmla="*/ 107 w 150"/>
                  <a:gd name="T19" fmla="*/ 76 h 158"/>
                  <a:gd name="T20" fmla="*/ 1 w 150"/>
                  <a:gd name="T21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158">
                    <a:moveTo>
                      <a:pt x="1" y="158"/>
                    </a:moveTo>
                    <a:cubicBezTo>
                      <a:pt x="0" y="156"/>
                      <a:pt x="0" y="156"/>
                      <a:pt x="0" y="156"/>
                    </a:cubicBezTo>
                    <a:cubicBezTo>
                      <a:pt x="43" y="137"/>
                      <a:pt x="86" y="114"/>
                      <a:pt x="105" y="75"/>
                    </a:cubicBezTo>
                    <a:cubicBezTo>
                      <a:pt x="109" y="67"/>
                      <a:pt x="112" y="59"/>
                      <a:pt x="115" y="51"/>
                    </a:cubicBezTo>
                    <a:cubicBezTo>
                      <a:pt x="117" y="45"/>
                      <a:pt x="119" y="39"/>
                      <a:pt x="121" y="34"/>
                    </a:cubicBezTo>
                    <a:cubicBezTo>
                      <a:pt x="129" y="17"/>
                      <a:pt x="138" y="5"/>
                      <a:pt x="149" y="0"/>
                    </a:cubicBezTo>
                    <a:cubicBezTo>
                      <a:pt x="150" y="1"/>
                      <a:pt x="150" y="1"/>
                      <a:pt x="150" y="1"/>
                    </a:cubicBezTo>
                    <a:cubicBezTo>
                      <a:pt x="139" y="7"/>
                      <a:pt x="130" y="18"/>
                      <a:pt x="123" y="34"/>
                    </a:cubicBezTo>
                    <a:cubicBezTo>
                      <a:pt x="121" y="40"/>
                      <a:pt x="119" y="46"/>
                      <a:pt x="117" y="52"/>
                    </a:cubicBezTo>
                    <a:cubicBezTo>
                      <a:pt x="114" y="60"/>
                      <a:pt x="111" y="68"/>
                      <a:pt x="107" y="76"/>
                    </a:cubicBezTo>
                    <a:cubicBezTo>
                      <a:pt x="87" y="116"/>
                      <a:pt x="44" y="139"/>
                      <a:pt x="1" y="15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2" name="Freeform 597">
                <a:extLst>
                  <a:ext uri="{FF2B5EF4-FFF2-40B4-BE49-F238E27FC236}">
                    <a16:creationId xmlns:a16="http://schemas.microsoft.com/office/drawing/2014/main" id="{3D962887-6A92-01D2-BBDE-D19BAF58A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112" y="4788499"/>
                <a:ext cx="362231" cy="815019"/>
              </a:xfrm>
              <a:custGeom>
                <a:avLst/>
                <a:gdLst>
                  <a:gd name="T0" fmla="*/ 2 w 96"/>
                  <a:gd name="T1" fmla="*/ 215 h 215"/>
                  <a:gd name="T2" fmla="*/ 0 w 96"/>
                  <a:gd name="T3" fmla="*/ 215 h 215"/>
                  <a:gd name="T4" fmla="*/ 27 w 96"/>
                  <a:gd name="T5" fmla="*/ 170 h 215"/>
                  <a:gd name="T6" fmla="*/ 31 w 96"/>
                  <a:gd name="T7" fmla="*/ 164 h 215"/>
                  <a:gd name="T8" fmla="*/ 42 w 96"/>
                  <a:gd name="T9" fmla="*/ 150 h 215"/>
                  <a:gd name="T10" fmla="*/ 60 w 96"/>
                  <a:gd name="T11" fmla="*/ 108 h 215"/>
                  <a:gd name="T12" fmla="*/ 94 w 96"/>
                  <a:gd name="T13" fmla="*/ 0 h 215"/>
                  <a:gd name="T14" fmla="*/ 96 w 96"/>
                  <a:gd name="T15" fmla="*/ 0 h 215"/>
                  <a:gd name="T16" fmla="*/ 62 w 96"/>
                  <a:gd name="T17" fmla="*/ 108 h 215"/>
                  <a:gd name="T18" fmla="*/ 44 w 96"/>
                  <a:gd name="T19" fmla="*/ 151 h 215"/>
                  <a:gd name="T20" fmla="*/ 33 w 96"/>
                  <a:gd name="T21" fmla="*/ 166 h 215"/>
                  <a:gd name="T22" fmla="*/ 28 w 96"/>
                  <a:gd name="T23" fmla="*/ 171 h 215"/>
                  <a:gd name="T24" fmla="*/ 2 w 96"/>
                  <a:gd name="T25" fmla="*/ 21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6" h="215">
                    <a:moveTo>
                      <a:pt x="2" y="215"/>
                    </a:moveTo>
                    <a:cubicBezTo>
                      <a:pt x="0" y="215"/>
                      <a:pt x="0" y="215"/>
                      <a:pt x="0" y="215"/>
                    </a:cubicBezTo>
                    <a:cubicBezTo>
                      <a:pt x="7" y="199"/>
                      <a:pt x="16" y="184"/>
                      <a:pt x="27" y="170"/>
                    </a:cubicBezTo>
                    <a:cubicBezTo>
                      <a:pt x="28" y="168"/>
                      <a:pt x="30" y="166"/>
                      <a:pt x="31" y="164"/>
                    </a:cubicBezTo>
                    <a:cubicBezTo>
                      <a:pt x="35" y="160"/>
                      <a:pt x="39" y="155"/>
                      <a:pt x="42" y="150"/>
                    </a:cubicBezTo>
                    <a:cubicBezTo>
                      <a:pt x="51" y="137"/>
                      <a:pt x="56" y="121"/>
                      <a:pt x="60" y="108"/>
                    </a:cubicBezTo>
                    <a:cubicBezTo>
                      <a:pt x="72" y="72"/>
                      <a:pt x="83" y="36"/>
                      <a:pt x="94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85" y="36"/>
                      <a:pt x="74" y="73"/>
                      <a:pt x="62" y="108"/>
                    </a:cubicBezTo>
                    <a:cubicBezTo>
                      <a:pt x="57" y="122"/>
                      <a:pt x="52" y="138"/>
                      <a:pt x="44" y="151"/>
                    </a:cubicBezTo>
                    <a:cubicBezTo>
                      <a:pt x="40" y="156"/>
                      <a:pt x="37" y="161"/>
                      <a:pt x="33" y="166"/>
                    </a:cubicBezTo>
                    <a:cubicBezTo>
                      <a:pt x="31" y="168"/>
                      <a:pt x="30" y="169"/>
                      <a:pt x="28" y="171"/>
                    </a:cubicBezTo>
                    <a:cubicBezTo>
                      <a:pt x="18" y="185"/>
                      <a:pt x="9" y="200"/>
                      <a:pt x="2" y="2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3" name="Freeform 598">
                <a:extLst>
                  <a:ext uri="{FF2B5EF4-FFF2-40B4-BE49-F238E27FC236}">
                    <a16:creationId xmlns:a16="http://schemas.microsoft.com/office/drawing/2014/main" id="{856B768B-0235-39AF-5F0F-3F296CADA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747" y="5577014"/>
                <a:ext cx="691332" cy="461623"/>
              </a:xfrm>
              <a:custGeom>
                <a:avLst/>
                <a:gdLst>
                  <a:gd name="T0" fmla="*/ 2 w 183"/>
                  <a:gd name="T1" fmla="*/ 122 h 122"/>
                  <a:gd name="T2" fmla="*/ 0 w 183"/>
                  <a:gd name="T3" fmla="*/ 121 h 122"/>
                  <a:gd name="T4" fmla="*/ 78 w 183"/>
                  <a:gd name="T5" fmla="*/ 57 h 122"/>
                  <a:gd name="T6" fmla="*/ 103 w 183"/>
                  <a:gd name="T7" fmla="*/ 52 h 122"/>
                  <a:gd name="T8" fmla="*/ 133 w 183"/>
                  <a:gd name="T9" fmla="*/ 46 h 122"/>
                  <a:gd name="T10" fmla="*/ 181 w 183"/>
                  <a:gd name="T11" fmla="*/ 0 h 122"/>
                  <a:gd name="T12" fmla="*/ 183 w 183"/>
                  <a:gd name="T13" fmla="*/ 1 h 122"/>
                  <a:gd name="T14" fmla="*/ 134 w 183"/>
                  <a:gd name="T15" fmla="*/ 48 h 122"/>
                  <a:gd name="T16" fmla="*/ 103 w 183"/>
                  <a:gd name="T17" fmla="*/ 54 h 122"/>
                  <a:gd name="T18" fmla="*/ 79 w 183"/>
                  <a:gd name="T19" fmla="*/ 58 h 122"/>
                  <a:gd name="T20" fmla="*/ 2 w 183"/>
                  <a:gd name="T21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3" h="122">
                    <a:moveTo>
                      <a:pt x="2" y="122"/>
                    </a:moveTo>
                    <a:cubicBezTo>
                      <a:pt x="0" y="121"/>
                      <a:pt x="0" y="121"/>
                      <a:pt x="0" y="121"/>
                    </a:cubicBezTo>
                    <a:cubicBezTo>
                      <a:pt x="19" y="98"/>
                      <a:pt x="44" y="66"/>
                      <a:pt x="78" y="57"/>
                    </a:cubicBezTo>
                    <a:cubicBezTo>
                      <a:pt x="86" y="54"/>
                      <a:pt x="94" y="53"/>
                      <a:pt x="103" y="52"/>
                    </a:cubicBezTo>
                    <a:cubicBezTo>
                      <a:pt x="113" y="51"/>
                      <a:pt x="123" y="50"/>
                      <a:pt x="133" y="46"/>
                    </a:cubicBezTo>
                    <a:cubicBezTo>
                      <a:pt x="156" y="38"/>
                      <a:pt x="170" y="17"/>
                      <a:pt x="181" y="0"/>
                    </a:cubicBezTo>
                    <a:cubicBezTo>
                      <a:pt x="183" y="1"/>
                      <a:pt x="183" y="1"/>
                      <a:pt x="183" y="1"/>
                    </a:cubicBezTo>
                    <a:cubicBezTo>
                      <a:pt x="172" y="18"/>
                      <a:pt x="157" y="39"/>
                      <a:pt x="134" y="48"/>
                    </a:cubicBezTo>
                    <a:cubicBezTo>
                      <a:pt x="124" y="52"/>
                      <a:pt x="113" y="53"/>
                      <a:pt x="103" y="54"/>
                    </a:cubicBezTo>
                    <a:cubicBezTo>
                      <a:pt x="95" y="55"/>
                      <a:pt x="86" y="56"/>
                      <a:pt x="79" y="58"/>
                    </a:cubicBezTo>
                    <a:cubicBezTo>
                      <a:pt x="47" y="67"/>
                      <a:pt x="25" y="92"/>
                      <a:pt x="2" y="1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4" name="Freeform 599">
                <a:extLst>
                  <a:ext uri="{FF2B5EF4-FFF2-40B4-BE49-F238E27FC236}">
                    <a16:creationId xmlns:a16="http://schemas.microsoft.com/office/drawing/2014/main" id="{AD6EA453-490B-A843-8C0D-DBD13646B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0015" y="5806721"/>
                <a:ext cx="1482055" cy="689122"/>
              </a:xfrm>
              <a:custGeom>
                <a:avLst/>
                <a:gdLst>
                  <a:gd name="T0" fmla="*/ 230 w 392"/>
                  <a:gd name="T1" fmla="*/ 179 h 182"/>
                  <a:gd name="T2" fmla="*/ 218 w 392"/>
                  <a:gd name="T3" fmla="*/ 178 h 182"/>
                  <a:gd name="T4" fmla="*/ 217 w 392"/>
                  <a:gd name="T5" fmla="*/ 178 h 182"/>
                  <a:gd name="T6" fmla="*/ 215 w 392"/>
                  <a:gd name="T7" fmla="*/ 173 h 182"/>
                  <a:gd name="T8" fmla="*/ 167 w 392"/>
                  <a:gd name="T9" fmla="*/ 111 h 182"/>
                  <a:gd name="T10" fmla="*/ 107 w 392"/>
                  <a:gd name="T11" fmla="*/ 82 h 182"/>
                  <a:gd name="T12" fmla="*/ 50 w 392"/>
                  <a:gd name="T13" fmla="*/ 55 h 182"/>
                  <a:gd name="T14" fmla="*/ 0 w 392"/>
                  <a:gd name="T15" fmla="*/ 2 h 182"/>
                  <a:gd name="T16" fmla="*/ 2 w 392"/>
                  <a:gd name="T17" fmla="*/ 0 h 182"/>
                  <a:gd name="T18" fmla="*/ 51 w 392"/>
                  <a:gd name="T19" fmla="*/ 54 h 182"/>
                  <a:gd name="T20" fmla="*/ 108 w 392"/>
                  <a:gd name="T21" fmla="*/ 80 h 182"/>
                  <a:gd name="T22" fmla="*/ 169 w 392"/>
                  <a:gd name="T23" fmla="*/ 109 h 182"/>
                  <a:gd name="T24" fmla="*/ 216 w 392"/>
                  <a:gd name="T25" fmla="*/ 172 h 182"/>
                  <a:gd name="T26" fmla="*/ 219 w 392"/>
                  <a:gd name="T27" fmla="*/ 176 h 182"/>
                  <a:gd name="T28" fmla="*/ 325 w 392"/>
                  <a:gd name="T29" fmla="*/ 133 h 182"/>
                  <a:gd name="T30" fmla="*/ 333 w 392"/>
                  <a:gd name="T31" fmla="*/ 125 h 182"/>
                  <a:gd name="T32" fmla="*/ 355 w 392"/>
                  <a:gd name="T33" fmla="*/ 106 h 182"/>
                  <a:gd name="T34" fmla="*/ 392 w 392"/>
                  <a:gd name="T35" fmla="*/ 92 h 182"/>
                  <a:gd name="T36" fmla="*/ 392 w 392"/>
                  <a:gd name="T37" fmla="*/ 94 h 182"/>
                  <a:gd name="T38" fmla="*/ 356 w 392"/>
                  <a:gd name="T39" fmla="*/ 107 h 182"/>
                  <a:gd name="T40" fmla="*/ 334 w 392"/>
                  <a:gd name="T41" fmla="*/ 127 h 182"/>
                  <a:gd name="T42" fmla="*/ 326 w 392"/>
                  <a:gd name="T43" fmla="*/ 134 h 182"/>
                  <a:gd name="T44" fmla="*/ 230 w 392"/>
                  <a:gd name="T45" fmla="*/ 179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2" h="182">
                    <a:moveTo>
                      <a:pt x="230" y="179"/>
                    </a:moveTo>
                    <a:cubicBezTo>
                      <a:pt x="226" y="179"/>
                      <a:pt x="222" y="179"/>
                      <a:pt x="218" y="178"/>
                    </a:cubicBezTo>
                    <a:cubicBezTo>
                      <a:pt x="217" y="178"/>
                      <a:pt x="217" y="178"/>
                      <a:pt x="217" y="178"/>
                    </a:cubicBezTo>
                    <a:cubicBezTo>
                      <a:pt x="215" y="173"/>
                      <a:pt x="215" y="173"/>
                      <a:pt x="215" y="173"/>
                    </a:cubicBezTo>
                    <a:cubicBezTo>
                      <a:pt x="201" y="150"/>
                      <a:pt x="188" y="127"/>
                      <a:pt x="167" y="111"/>
                    </a:cubicBezTo>
                    <a:cubicBezTo>
                      <a:pt x="150" y="97"/>
                      <a:pt x="128" y="89"/>
                      <a:pt x="107" y="82"/>
                    </a:cubicBezTo>
                    <a:cubicBezTo>
                      <a:pt x="87" y="75"/>
                      <a:pt x="67" y="67"/>
                      <a:pt x="50" y="55"/>
                    </a:cubicBezTo>
                    <a:cubicBezTo>
                      <a:pt x="30" y="41"/>
                      <a:pt x="15" y="21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6" y="20"/>
                      <a:pt x="31" y="40"/>
                      <a:pt x="51" y="54"/>
                    </a:cubicBezTo>
                    <a:cubicBezTo>
                      <a:pt x="68" y="66"/>
                      <a:pt x="88" y="73"/>
                      <a:pt x="108" y="80"/>
                    </a:cubicBezTo>
                    <a:cubicBezTo>
                      <a:pt x="129" y="88"/>
                      <a:pt x="151" y="95"/>
                      <a:pt x="169" y="109"/>
                    </a:cubicBezTo>
                    <a:cubicBezTo>
                      <a:pt x="190" y="126"/>
                      <a:pt x="203" y="149"/>
                      <a:pt x="216" y="172"/>
                    </a:cubicBezTo>
                    <a:cubicBezTo>
                      <a:pt x="219" y="176"/>
                      <a:pt x="219" y="176"/>
                      <a:pt x="219" y="176"/>
                    </a:cubicBezTo>
                    <a:cubicBezTo>
                      <a:pt x="264" y="182"/>
                      <a:pt x="305" y="152"/>
                      <a:pt x="325" y="133"/>
                    </a:cubicBezTo>
                    <a:cubicBezTo>
                      <a:pt x="328" y="130"/>
                      <a:pt x="330" y="128"/>
                      <a:pt x="333" y="125"/>
                    </a:cubicBezTo>
                    <a:cubicBezTo>
                      <a:pt x="340" y="118"/>
                      <a:pt x="347" y="112"/>
                      <a:pt x="355" y="106"/>
                    </a:cubicBezTo>
                    <a:cubicBezTo>
                      <a:pt x="367" y="97"/>
                      <a:pt x="380" y="92"/>
                      <a:pt x="392" y="92"/>
                    </a:cubicBezTo>
                    <a:cubicBezTo>
                      <a:pt x="392" y="94"/>
                      <a:pt x="392" y="94"/>
                      <a:pt x="392" y="94"/>
                    </a:cubicBezTo>
                    <a:cubicBezTo>
                      <a:pt x="380" y="94"/>
                      <a:pt x="368" y="98"/>
                      <a:pt x="356" y="107"/>
                    </a:cubicBezTo>
                    <a:cubicBezTo>
                      <a:pt x="348" y="113"/>
                      <a:pt x="341" y="120"/>
                      <a:pt x="334" y="127"/>
                    </a:cubicBezTo>
                    <a:cubicBezTo>
                      <a:pt x="332" y="129"/>
                      <a:pt x="329" y="132"/>
                      <a:pt x="326" y="134"/>
                    </a:cubicBezTo>
                    <a:cubicBezTo>
                      <a:pt x="308" y="152"/>
                      <a:pt x="272" y="179"/>
                      <a:pt x="230" y="17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5" name="Freeform 600">
                <a:extLst>
                  <a:ext uri="{FF2B5EF4-FFF2-40B4-BE49-F238E27FC236}">
                    <a16:creationId xmlns:a16="http://schemas.microsoft.com/office/drawing/2014/main" id="{EFC87A2E-4320-F146-DBC9-79549149FD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068" y="6431789"/>
                <a:ext cx="700167" cy="435118"/>
              </a:xfrm>
              <a:custGeom>
                <a:avLst/>
                <a:gdLst>
                  <a:gd name="T0" fmla="*/ 183 w 185"/>
                  <a:gd name="T1" fmla="*/ 115 h 115"/>
                  <a:gd name="T2" fmla="*/ 144 w 185"/>
                  <a:gd name="T3" fmla="*/ 87 h 115"/>
                  <a:gd name="T4" fmla="*/ 109 w 185"/>
                  <a:gd name="T5" fmla="*/ 83 h 115"/>
                  <a:gd name="T6" fmla="*/ 95 w 185"/>
                  <a:gd name="T7" fmla="*/ 82 h 115"/>
                  <a:gd name="T8" fmla="*/ 47 w 185"/>
                  <a:gd name="T9" fmla="*/ 67 h 115"/>
                  <a:gd name="T10" fmla="*/ 27 w 185"/>
                  <a:gd name="T11" fmla="*/ 43 h 115"/>
                  <a:gd name="T12" fmla="*/ 0 w 185"/>
                  <a:gd name="T13" fmla="*/ 1 h 115"/>
                  <a:gd name="T14" fmla="*/ 2 w 185"/>
                  <a:gd name="T15" fmla="*/ 0 h 115"/>
                  <a:gd name="T16" fmla="*/ 29 w 185"/>
                  <a:gd name="T17" fmla="*/ 41 h 115"/>
                  <a:gd name="T18" fmla="*/ 49 w 185"/>
                  <a:gd name="T19" fmla="*/ 65 h 115"/>
                  <a:gd name="T20" fmla="*/ 95 w 185"/>
                  <a:gd name="T21" fmla="*/ 80 h 115"/>
                  <a:gd name="T22" fmla="*/ 110 w 185"/>
                  <a:gd name="T23" fmla="*/ 81 h 115"/>
                  <a:gd name="T24" fmla="*/ 145 w 185"/>
                  <a:gd name="T25" fmla="*/ 85 h 115"/>
                  <a:gd name="T26" fmla="*/ 185 w 185"/>
                  <a:gd name="T27" fmla="*/ 114 h 115"/>
                  <a:gd name="T28" fmla="*/ 183 w 185"/>
                  <a:gd name="T29" fmla="*/ 11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5" h="115">
                    <a:moveTo>
                      <a:pt x="183" y="115"/>
                    </a:moveTo>
                    <a:cubicBezTo>
                      <a:pt x="177" y="102"/>
                      <a:pt x="163" y="92"/>
                      <a:pt x="144" y="87"/>
                    </a:cubicBezTo>
                    <a:cubicBezTo>
                      <a:pt x="133" y="85"/>
                      <a:pt x="121" y="84"/>
                      <a:pt x="109" y="83"/>
                    </a:cubicBezTo>
                    <a:cubicBezTo>
                      <a:pt x="105" y="83"/>
                      <a:pt x="100" y="83"/>
                      <a:pt x="95" y="82"/>
                    </a:cubicBezTo>
                    <a:cubicBezTo>
                      <a:pt x="81" y="81"/>
                      <a:pt x="62" y="78"/>
                      <a:pt x="47" y="67"/>
                    </a:cubicBezTo>
                    <a:cubicBezTo>
                      <a:pt x="39" y="60"/>
                      <a:pt x="33" y="52"/>
                      <a:pt x="27" y="43"/>
                    </a:cubicBezTo>
                    <a:cubicBezTo>
                      <a:pt x="18" y="29"/>
                      <a:pt x="9" y="15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1" y="14"/>
                      <a:pt x="20" y="28"/>
                      <a:pt x="29" y="41"/>
                    </a:cubicBezTo>
                    <a:cubicBezTo>
                      <a:pt x="35" y="51"/>
                      <a:pt x="41" y="59"/>
                      <a:pt x="49" y="65"/>
                    </a:cubicBezTo>
                    <a:cubicBezTo>
                      <a:pt x="63" y="76"/>
                      <a:pt x="82" y="79"/>
                      <a:pt x="95" y="80"/>
                    </a:cubicBezTo>
                    <a:cubicBezTo>
                      <a:pt x="100" y="81"/>
                      <a:pt x="105" y="81"/>
                      <a:pt x="110" y="81"/>
                    </a:cubicBezTo>
                    <a:cubicBezTo>
                      <a:pt x="121" y="82"/>
                      <a:pt x="133" y="83"/>
                      <a:pt x="145" y="85"/>
                    </a:cubicBezTo>
                    <a:cubicBezTo>
                      <a:pt x="164" y="90"/>
                      <a:pt x="179" y="101"/>
                      <a:pt x="185" y="114"/>
                    </a:cubicBezTo>
                    <a:lnTo>
                      <a:pt x="183" y="11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6" name="Freeform 601">
                <a:extLst>
                  <a:ext uri="{FF2B5EF4-FFF2-40B4-BE49-F238E27FC236}">
                    <a16:creationId xmlns:a16="http://schemas.microsoft.com/office/drawing/2014/main" id="{B0A8CD5D-E037-7DCB-E87D-B487401C9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859" y="5435656"/>
                <a:ext cx="781888" cy="512424"/>
              </a:xfrm>
              <a:custGeom>
                <a:avLst/>
                <a:gdLst>
                  <a:gd name="T0" fmla="*/ 206 w 207"/>
                  <a:gd name="T1" fmla="*/ 135 h 135"/>
                  <a:gd name="T2" fmla="*/ 103 w 207"/>
                  <a:gd name="T3" fmla="*/ 75 h 135"/>
                  <a:gd name="T4" fmla="*/ 98 w 207"/>
                  <a:gd name="T5" fmla="*/ 73 h 135"/>
                  <a:gd name="T6" fmla="*/ 64 w 207"/>
                  <a:gd name="T7" fmla="*/ 61 h 135"/>
                  <a:gd name="T8" fmla="*/ 42 w 207"/>
                  <a:gd name="T9" fmla="*/ 46 h 135"/>
                  <a:gd name="T10" fmla="*/ 0 w 207"/>
                  <a:gd name="T11" fmla="*/ 1 h 135"/>
                  <a:gd name="T12" fmla="*/ 2 w 207"/>
                  <a:gd name="T13" fmla="*/ 0 h 135"/>
                  <a:gd name="T14" fmla="*/ 44 w 207"/>
                  <a:gd name="T15" fmla="*/ 45 h 135"/>
                  <a:gd name="T16" fmla="*/ 65 w 207"/>
                  <a:gd name="T17" fmla="*/ 59 h 135"/>
                  <a:gd name="T18" fmla="*/ 98 w 207"/>
                  <a:gd name="T19" fmla="*/ 71 h 135"/>
                  <a:gd name="T20" fmla="*/ 104 w 207"/>
                  <a:gd name="T21" fmla="*/ 73 h 135"/>
                  <a:gd name="T22" fmla="*/ 207 w 207"/>
                  <a:gd name="T23" fmla="*/ 134 h 135"/>
                  <a:gd name="T24" fmla="*/ 206 w 207"/>
                  <a:gd name="T25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" h="135">
                    <a:moveTo>
                      <a:pt x="206" y="135"/>
                    </a:moveTo>
                    <a:cubicBezTo>
                      <a:pt x="185" y="109"/>
                      <a:pt x="152" y="89"/>
                      <a:pt x="103" y="75"/>
                    </a:cubicBezTo>
                    <a:cubicBezTo>
                      <a:pt x="101" y="74"/>
                      <a:pt x="99" y="74"/>
                      <a:pt x="98" y="73"/>
                    </a:cubicBezTo>
                    <a:cubicBezTo>
                      <a:pt x="86" y="70"/>
                      <a:pt x="75" y="67"/>
                      <a:pt x="64" y="61"/>
                    </a:cubicBezTo>
                    <a:cubicBezTo>
                      <a:pt x="56" y="57"/>
                      <a:pt x="49" y="52"/>
                      <a:pt x="42" y="46"/>
                    </a:cubicBezTo>
                    <a:cubicBezTo>
                      <a:pt x="28" y="35"/>
                      <a:pt x="11" y="20"/>
                      <a:pt x="0" y="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19"/>
                      <a:pt x="30" y="34"/>
                      <a:pt x="44" y="45"/>
                    </a:cubicBezTo>
                    <a:cubicBezTo>
                      <a:pt x="50" y="50"/>
                      <a:pt x="57" y="55"/>
                      <a:pt x="65" y="59"/>
                    </a:cubicBezTo>
                    <a:cubicBezTo>
                      <a:pt x="75" y="65"/>
                      <a:pt x="87" y="68"/>
                      <a:pt x="98" y="71"/>
                    </a:cubicBezTo>
                    <a:cubicBezTo>
                      <a:pt x="100" y="72"/>
                      <a:pt x="102" y="72"/>
                      <a:pt x="104" y="73"/>
                    </a:cubicBezTo>
                    <a:cubicBezTo>
                      <a:pt x="153" y="87"/>
                      <a:pt x="187" y="107"/>
                      <a:pt x="207" y="134"/>
                    </a:cubicBezTo>
                    <a:lnTo>
                      <a:pt x="206" y="1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7" name="Freeform 602">
                <a:extLst>
                  <a:ext uri="{FF2B5EF4-FFF2-40B4-BE49-F238E27FC236}">
                    <a16:creationId xmlns:a16="http://schemas.microsoft.com/office/drawing/2014/main" id="{66687120-9EB7-7A93-51AA-66B931F68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955" y="4587505"/>
                <a:ext cx="600773" cy="870238"/>
              </a:xfrm>
              <a:custGeom>
                <a:avLst/>
                <a:gdLst>
                  <a:gd name="T0" fmla="*/ 157 w 159"/>
                  <a:gd name="T1" fmla="*/ 230 h 230"/>
                  <a:gd name="T2" fmla="*/ 133 w 159"/>
                  <a:gd name="T3" fmla="*/ 189 h 230"/>
                  <a:gd name="T4" fmla="*/ 112 w 159"/>
                  <a:gd name="T5" fmla="*/ 165 h 230"/>
                  <a:gd name="T6" fmla="*/ 89 w 159"/>
                  <a:gd name="T7" fmla="*/ 152 h 230"/>
                  <a:gd name="T8" fmla="*/ 85 w 159"/>
                  <a:gd name="T9" fmla="*/ 150 h 230"/>
                  <a:gd name="T10" fmla="*/ 47 w 159"/>
                  <a:gd name="T11" fmla="*/ 124 h 230"/>
                  <a:gd name="T12" fmla="*/ 23 w 159"/>
                  <a:gd name="T13" fmla="*/ 86 h 230"/>
                  <a:gd name="T14" fmla="*/ 20 w 159"/>
                  <a:gd name="T15" fmla="*/ 58 h 230"/>
                  <a:gd name="T16" fmla="*/ 14 w 159"/>
                  <a:gd name="T17" fmla="*/ 20 h 230"/>
                  <a:gd name="T18" fmla="*/ 0 w 159"/>
                  <a:gd name="T19" fmla="*/ 2 h 230"/>
                  <a:gd name="T20" fmla="*/ 2 w 159"/>
                  <a:gd name="T21" fmla="*/ 0 h 230"/>
                  <a:gd name="T22" fmla="*/ 16 w 159"/>
                  <a:gd name="T23" fmla="*/ 19 h 230"/>
                  <a:gd name="T24" fmla="*/ 22 w 159"/>
                  <a:gd name="T25" fmla="*/ 57 h 230"/>
                  <a:gd name="T26" fmla="*/ 25 w 159"/>
                  <a:gd name="T27" fmla="*/ 85 h 230"/>
                  <a:gd name="T28" fmla="*/ 49 w 159"/>
                  <a:gd name="T29" fmla="*/ 123 h 230"/>
                  <a:gd name="T30" fmla="*/ 86 w 159"/>
                  <a:gd name="T31" fmla="*/ 148 h 230"/>
                  <a:gd name="T32" fmla="*/ 90 w 159"/>
                  <a:gd name="T33" fmla="*/ 150 h 230"/>
                  <a:gd name="T34" fmla="*/ 113 w 159"/>
                  <a:gd name="T35" fmla="*/ 163 h 230"/>
                  <a:gd name="T36" fmla="*/ 135 w 159"/>
                  <a:gd name="T37" fmla="*/ 188 h 230"/>
                  <a:gd name="T38" fmla="*/ 159 w 159"/>
                  <a:gd name="T39" fmla="*/ 229 h 230"/>
                  <a:gd name="T40" fmla="*/ 157 w 159"/>
                  <a:gd name="T41" fmla="*/ 23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9" h="230">
                    <a:moveTo>
                      <a:pt x="157" y="230"/>
                    </a:moveTo>
                    <a:cubicBezTo>
                      <a:pt x="150" y="216"/>
                      <a:pt x="142" y="202"/>
                      <a:pt x="133" y="189"/>
                    </a:cubicBezTo>
                    <a:cubicBezTo>
                      <a:pt x="127" y="181"/>
                      <a:pt x="120" y="172"/>
                      <a:pt x="112" y="165"/>
                    </a:cubicBezTo>
                    <a:cubicBezTo>
                      <a:pt x="105" y="160"/>
                      <a:pt x="97" y="155"/>
                      <a:pt x="89" y="152"/>
                    </a:cubicBezTo>
                    <a:cubicBezTo>
                      <a:pt x="85" y="150"/>
                      <a:pt x="85" y="150"/>
                      <a:pt x="85" y="150"/>
                    </a:cubicBezTo>
                    <a:cubicBezTo>
                      <a:pt x="74" y="144"/>
                      <a:pt x="59" y="136"/>
                      <a:pt x="47" y="124"/>
                    </a:cubicBezTo>
                    <a:cubicBezTo>
                      <a:pt x="35" y="113"/>
                      <a:pt x="26" y="100"/>
                      <a:pt x="23" y="86"/>
                    </a:cubicBezTo>
                    <a:cubicBezTo>
                      <a:pt x="20" y="77"/>
                      <a:pt x="20" y="67"/>
                      <a:pt x="20" y="58"/>
                    </a:cubicBezTo>
                    <a:cubicBezTo>
                      <a:pt x="20" y="44"/>
                      <a:pt x="19" y="32"/>
                      <a:pt x="14" y="20"/>
                    </a:cubicBezTo>
                    <a:cubicBezTo>
                      <a:pt x="10" y="13"/>
                      <a:pt x="5" y="7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7" y="6"/>
                      <a:pt x="12" y="12"/>
                      <a:pt x="16" y="19"/>
                    </a:cubicBezTo>
                    <a:cubicBezTo>
                      <a:pt x="21" y="31"/>
                      <a:pt x="22" y="44"/>
                      <a:pt x="22" y="57"/>
                    </a:cubicBezTo>
                    <a:cubicBezTo>
                      <a:pt x="22" y="67"/>
                      <a:pt x="22" y="76"/>
                      <a:pt x="25" y="85"/>
                    </a:cubicBezTo>
                    <a:cubicBezTo>
                      <a:pt x="28" y="99"/>
                      <a:pt x="36" y="112"/>
                      <a:pt x="49" y="123"/>
                    </a:cubicBezTo>
                    <a:cubicBezTo>
                      <a:pt x="61" y="134"/>
                      <a:pt x="75" y="142"/>
                      <a:pt x="86" y="148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98" y="154"/>
                      <a:pt x="106" y="158"/>
                      <a:pt x="113" y="163"/>
                    </a:cubicBezTo>
                    <a:cubicBezTo>
                      <a:pt x="122" y="170"/>
                      <a:pt x="129" y="179"/>
                      <a:pt x="135" y="188"/>
                    </a:cubicBezTo>
                    <a:cubicBezTo>
                      <a:pt x="144" y="201"/>
                      <a:pt x="152" y="215"/>
                      <a:pt x="159" y="229"/>
                    </a:cubicBezTo>
                    <a:lnTo>
                      <a:pt x="157" y="23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118" name="Freeform 603">
                <a:extLst>
                  <a:ext uri="{FF2B5EF4-FFF2-40B4-BE49-F238E27FC236}">
                    <a16:creationId xmlns:a16="http://schemas.microsoft.com/office/drawing/2014/main" id="{60636F69-F66B-8E60-C318-B957B23BF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542" y="4117047"/>
                <a:ext cx="293761" cy="671452"/>
              </a:xfrm>
              <a:custGeom>
                <a:avLst/>
                <a:gdLst>
                  <a:gd name="T0" fmla="*/ 76 w 78"/>
                  <a:gd name="T1" fmla="*/ 177 h 177"/>
                  <a:gd name="T2" fmla="*/ 44 w 78"/>
                  <a:gd name="T3" fmla="*/ 115 h 177"/>
                  <a:gd name="T4" fmla="*/ 13 w 78"/>
                  <a:gd name="T5" fmla="*/ 54 h 177"/>
                  <a:gd name="T6" fmla="*/ 11 w 78"/>
                  <a:gd name="T7" fmla="*/ 41 h 177"/>
                  <a:gd name="T8" fmla="*/ 9 w 78"/>
                  <a:gd name="T9" fmla="*/ 26 h 177"/>
                  <a:gd name="T10" fmla="*/ 0 w 78"/>
                  <a:gd name="T11" fmla="*/ 1 h 177"/>
                  <a:gd name="T12" fmla="*/ 1 w 78"/>
                  <a:gd name="T13" fmla="*/ 0 h 177"/>
                  <a:gd name="T14" fmla="*/ 11 w 78"/>
                  <a:gd name="T15" fmla="*/ 25 h 177"/>
                  <a:gd name="T16" fmla="*/ 13 w 78"/>
                  <a:gd name="T17" fmla="*/ 41 h 177"/>
                  <a:gd name="T18" fmla="*/ 15 w 78"/>
                  <a:gd name="T19" fmla="*/ 53 h 177"/>
                  <a:gd name="T20" fmla="*/ 46 w 78"/>
                  <a:gd name="T21" fmla="*/ 114 h 177"/>
                  <a:gd name="T22" fmla="*/ 78 w 78"/>
                  <a:gd name="T23" fmla="*/ 177 h 177"/>
                  <a:gd name="T24" fmla="*/ 76 w 78"/>
                  <a:gd name="T25" fmla="*/ 177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177">
                    <a:moveTo>
                      <a:pt x="76" y="177"/>
                    </a:moveTo>
                    <a:cubicBezTo>
                      <a:pt x="72" y="154"/>
                      <a:pt x="58" y="134"/>
                      <a:pt x="44" y="115"/>
                    </a:cubicBezTo>
                    <a:cubicBezTo>
                      <a:pt x="31" y="96"/>
                      <a:pt x="18" y="76"/>
                      <a:pt x="13" y="54"/>
                    </a:cubicBezTo>
                    <a:cubicBezTo>
                      <a:pt x="12" y="50"/>
                      <a:pt x="12" y="45"/>
                      <a:pt x="11" y="41"/>
                    </a:cubicBezTo>
                    <a:cubicBezTo>
                      <a:pt x="11" y="36"/>
                      <a:pt x="10" y="31"/>
                      <a:pt x="9" y="26"/>
                    </a:cubicBezTo>
                    <a:cubicBezTo>
                      <a:pt x="7" y="17"/>
                      <a:pt x="3" y="9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" y="8"/>
                      <a:pt x="9" y="16"/>
                      <a:pt x="11" y="25"/>
                    </a:cubicBezTo>
                    <a:cubicBezTo>
                      <a:pt x="12" y="30"/>
                      <a:pt x="13" y="36"/>
                      <a:pt x="13" y="41"/>
                    </a:cubicBezTo>
                    <a:cubicBezTo>
                      <a:pt x="14" y="45"/>
                      <a:pt x="14" y="49"/>
                      <a:pt x="15" y="53"/>
                    </a:cubicBezTo>
                    <a:cubicBezTo>
                      <a:pt x="19" y="76"/>
                      <a:pt x="33" y="95"/>
                      <a:pt x="46" y="114"/>
                    </a:cubicBezTo>
                    <a:cubicBezTo>
                      <a:pt x="60" y="133"/>
                      <a:pt x="74" y="154"/>
                      <a:pt x="78" y="177"/>
                    </a:cubicBezTo>
                    <a:lnTo>
                      <a:pt x="76" y="1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2" name="Freeform 623">
              <a:extLst>
                <a:ext uri="{FF2B5EF4-FFF2-40B4-BE49-F238E27FC236}">
                  <a16:creationId xmlns:a16="http://schemas.microsoft.com/office/drawing/2014/main" id="{A66B43B3-0CEC-F2D9-6877-44D3A1D52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271" y="1884208"/>
              <a:ext cx="1658672" cy="2471970"/>
            </a:xfrm>
            <a:custGeom>
              <a:avLst/>
              <a:gdLst>
                <a:gd name="T0" fmla="*/ 212 w 423"/>
                <a:gd name="T1" fmla="*/ 490 h 629"/>
                <a:gd name="T2" fmla="*/ 302 w 423"/>
                <a:gd name="T3" fmla="*/ 398 h 629"/>
                <a:gd name="T4" fmla="*/ 332 w 423"/>
                <a:gd name="T5" fmla="*/ 334 h 629"/>
                <a:gd name="T6" fmla="*/ 329 w 423"/>
                <a:gd name="T7" fmla="*/ 305 h 629"/>
                <a:gd name="T8" fmla="*/ 422 w 423"/>
                <a:gd name="T9" fmla="*/ 236 h 629"/>
                <a:gd name="T10" fmla="*/ 365 w 423"/>
                <a:gd name="T11" fmla="*/ 219 h 629"/>
                <a:gd name="T12" fmla="*/ 357 w 423"/>
                <a:gd name="T13" fmla="*/ 157 h 629"/>
                <a:gd name="T14" fmla="*/ 327 w 423"/>
                <a:gd name="T15" fmla="*/ 181 h 629"/>
                <a:gd name="T16" fmla="*/ 309 w 423"/>
                <a:gd name="T17" fmla="*/ 221 h 629"/>
                <a:gd name="T18" fmla="*/ 290 w 423"/>
                <a:gd name="T19" fmla="*/ 204 h 629"/>
                <a:gd name="T20" fmla="*/ 315 w 423"/>
                <a:gd name="T21" fmla="*/ 113 h 629"/>
                <a:gd name="T22" fmla="*/ 344 w 423"/>
                <a:gd name="T23" fmla="*/ 48 h 629"/>
                <a:gd name="T24" fmla="*/ 283 w 423"/>
                <a:gd name="T25" fmla="*/ 40 h 629"/>
                <a:gd name="T26" fmla="*/ 257 w 423"/>
                <a:gd name="T27" fmla="*/ 12 h 629"/>
                <a:gd name="T28" fmla="*/ 255 w 423"/>
                <a:gd name="T29" fmla="*/ 263 h 629"/>
                <a:gd name="T30" fmla="*/ 177 w 423"/>
                <a:gd name="T31" fmla="*/ 363 h 629"/>
                <a:gd name="T32" fmla="*/ 218 w 423"/>
                <a:gd name="T33" fmla="*/ 236 h 629"/>
                <a:gd name="T34" fmla="*/ 197 w 423"/>
                <a:gd name="T35" fmla="*/ 192 h 629"/>
                <a:gd name="T36" fmla="*/ 209 w 423"/>
                <a:gd name="T37" fmla="*/ 151 h 629"/>
                <a:gd name="T38" fmla="*/ 220 w 423"/>
                <a:gd name="T39" fmla="*/ 74 h 629"/>
                <a:gd name="T40" fmla="*/ 181 w 423"/>
                <a:gd name="T41" fmla="*/ 126 h 629"/>
                <a:gd name="T42" fmla="*/ 176 w 423"/>
                <a:gd name="T43" fmla="*/ 82 h 629"/>
                <a:gd name="T44" fmla="*/ 152 w 423"/>
                <a:gd name="T45" fmla="*/ 68 h 629"/>
                <a:gd name="T46" fmla="*/ 174 w 423"/>
                <a:gd name="T47" fmla="*/ 215 h 629"/>
                <a:gd name="T48" fmla="*/ 133 w 423"/>
                <a:gd name="T49" fmla="*/ 306 h 629"/>
                <a:gd name="T50" fmla="*/ 130 w 423"/>
                <a:gd name="T51" fmla="*/ 229 h 629"/>
                <a:gd name="T52" fmla="*/ 101 w 423"/>
                <a:gd name="T53" fmla="*/ 187 h 629"/>
                <a:gd name="T54" fmla="*/ 113 w 423"/>
                <a:gd name="T55" fmla="*/ 148 h 629"/>
                <a:gd name="T56" fmla="*/ 90 w 423"/>
                <a:gd name="T57" fmla="*/ 94 h 629"/>
                <a:gd name="T58" fmla="*/ 77 w 423"/>
                <a:gd name="T59" fmla="*/ 54 h 629"/>
                <a:gd name="T60" fmla="*/ 62 w 423"/>
                <a:gd name="T61" fmla="*/ 163 h 629"/>
                <a:gd name="T62" fmla="*/ 25 w 423"/>
                <a:gd name="T63" fmla="*/ 144 h 629"/>
                <a:gd name="T64" fmla="*/ 4 w 423"/>
                <a:gd name="T65" fmla="*/ 152 h 629"/>
                <a:gd name="T66" fmla="*/ 52 w 423"/>
                <a:gd name="T67" fmla="*/ 320 h 629"/>
                <a:gd name="T68" fmla="*/ 168 w 423"/>
                <a:gd name="T69" fmla="*/ 603 h 629"/>
                <a:gd name="T70" fmla="*/ 216 w 423"/>
                <a:gd name="T71" fmla="*/ 621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23" h="629">
                  <a:moveTo>
                    <a:pt x="221" y="603"/>
                  </a:moveTo>
                  <a:cubicBezTo>
                    <a:pt x="228" y="565"/>
                    <a:pt x="201" y="526"/>
                    <a:pt x="212" y="490"/>
                  </a:cubicBezTo>
                  <a:cubicBezTo>
                    <a:pt x="218" y="468"/>
                    <a:pt x="236" y="453"/>
                    <a:pt x="253" y="438"/>
                  </a:cubicBezTo>
                  <a:cubicBezTo>
                    <a:pt x="270" y="425"/>
                    <a:pt x="286" y="411"/>
                    <a:pt x="302" y="398"/>
                  </a:cubicBezTo>
                  <a:cubicBezTo>
                    <a:pt x="312" y="390"/>
                    <a:pt x="322" y="381"/>
                    <a:pt x="329" y="370"/>
                  </a:cubicBezTo>
                  <a:cubicBezTo>
                    <a:pt x="335" y="359"/>
                    <a:pt x="338" y="345"/>
                    <a:pt x="332" y="334"/>
                  </a:cubicBezTo>
                  <a:cubicBezTo>
                    <a:pt x="328" y="327"/>
                    <a:pt x="322" y="321"/>
                    <a:pt x="323" y="314"/>
                  </a:cubicBezTo>
                  <a:cubicBezTo>
                    <a:pt x="324" y="310"/>
                    <a:pt x="326" y="307"/>
                    <a:pt x="329" y="305"/>
                  </a:cubicBezTo>
                  <a:cubicBezTo>
                    <a:pt x="348" y="286"/>
                    <a:pt x="371" y="270"/>
                    <a:pt x="396" y="261"/>
                  </a:cubicBezTo>
                  <a:cubicBezTo>
                    <a:pt x="408" y="256"/>
                    <a:pt x="423" y="249"/>
                    <a:pt x="422" y="236"/>
                  </a:cubicBezTo>
                  <a:cubicBezTo>
                    <a:pt x="421" y="226"/>
                    <a:pt x="407" y="221"/>
                    <a:pt x="397" y="221"/>
                  </a:cubicBezTo>
                  <a:cubicBezTo>
                    <a:pt x="386" y="222"/>
                    <a:pt x="373" y="227"/>
                    <a:pt x="365" y="219"/>
                  </a:cubicBezTo>
                  <a:cubicBezTo>
                    <a:pt x="356" y="211"/>
                    <a:pt x="360" y="198"/>
                    <a:pt x="363" y="187"/>
                  </a:cubicBezTo>
                  <a:cubicBezTo>
                    <a:pt x="366" y="177"/>
                    <a:pt x="367" y="163"/>
                    <a:pt x="357" y="157"/>
                  </a:cubicBezTo>
                  <a:cubicBezTo>
                    <a:pt x="351" y="154"/>
                    <a:pt x="343" y="156"/>
                    <a:pt x="337" y="162"/>
                  </a:cubicBezTo>
                  <a:cubicBezTo>
                    <a:pt x="332" y="167"/>
                    <a:pt x="330" y="174"/>
                    <a:pt x="327" y="181"/>
                  </a:cubicBezTo>
                  <a:cubicBezTo>
                    <a:pt x="324" y="189"/>
                    <a:pt x="320" y="198"/>
                    <a:pt x="317" y="207"/>
                  </a:cubicBezTo>
                  <a:cubicBezTo>
                    <a:pt x="315" y="212"/>
                    <a:pt x="313" y="217"/>
                    <a:pt x="309" y="221"/>
                  </a:cubicBezTo>
                  <a:cubicBezTo>
                    <a:pt x="305" y="225"/>
                    <a:pt x="298" y="227"/>
                    <a:pt x="294" y="223"/>
                  </a:cubicBezTo>
                  <a:cubicBezTo>
                    <a:pt x="288" y="219"/>
                    <a:pt x="289" y="211"/>
                    <a:pt x="290" y="204"/>
                  </a:cubicBezTo>
                  <a:cubicBezTo>
                    <a:pt x="294" y="184"/>
                    <a:pt x="298" y="164"/>
                    <a:pt x="302" y="144"/>
                  </a:cubicBezTo>
                  <a:cubicBezTo>
                    <a:pt x="304" y="133"/>
                    <a:pt x="307" y="121"/>
                    <a:pt x="315" y="113"/>
                  </a:cubicBezTo>
                  <a:cubicBezTo>
                    <a:pt x="327" y="101"/>
                    <a:pt x="348" y="101"/>
                    <a:pt x="358" y="87"/>
                  </a:cubicBezTo>
                  <a:cubicBezTo>
                    <a:pt x="368" y="74"/>
                    <a:pt x="360" y="52"/>
                    <a:pt x="344" y="48"/>
                  </a:cubicBezTo>
                  <a:cubicBezTo>
                    <a:pt x="333" y="46"/>
                    <a:pt x="322" y="50"/>
                    <a:pt x="311" y="52"/>
                  </a:cubicBezTo>
                  <a:cubicBezTo>
                    <a:pt x="300" y="54"/>
                    <a:pt x="286" y="51"/>
                    <a:pt x="283" y="40"/>
                  </a:cubicBezTo>
                  <a:cubicBezTo>
                    <a:pt x="281" y="30"/>
                    <a:pt x="289" y="20"/>
                    <a:pt x="285" y="11"/>
                  </a:cubicBezTo>
                  <a:cubicBezTo>
                    <a:pt x="281" y="0"/>
                    <a:pt x="263" y="2"/>
                    <a:pt x="257" y="12"/>
                  </a:cubicBezTo>
                  <a:cubicBezTo>
                    <a:pt x="250" y="22"/>
                    <a:pt x="252" y="34"/>
                    <a:pt x="253" y="46"/>
                  </a:cubicBezTo>
                  <a:cubicBezTo>
                    <a:pt x="261" y="118"/>
                    <a:pt x="258" y="191"/>
                    <a:pt x="255" y="263"/>
                  </a:cubicBezTo>
                  <a:cubicBezTo>
                    <a:pt x="254" y="288"/>
                    <a:pt x="253" y="315"/>
                    <a:pt x="241" y="336"/>
                  </a:cubicBezTo>
                  <a:cubicBezTo>
                    <a:pt x="228" y="358"/>
                    <a:pt x="200" y="373"/>
                    <a:pt x="177" y="363"/>
                  </a:cubicBezTo>
                  <a:cubicBezTo>
                    <a:pt x="172" y="347"/>
                    <a:pt x="183" y="331"/>
                    <a:pt x="191" y="316"/>
                  </a:cubicBezTo>
                  <a:cubicBezTo>
                    <a:pt x="204" y="291"/>
                    <a:pt x="211" y="264"/>
                    <a:pt x="218" y="236"/>
                  </a:cubicBezTo>
                  <a:cubicBezTo>
                    <a:pt x="221" y="223"/>
                    <a:pt x="223" y="207"/>
                    <a:pt x="212" y="199"/>
                  </a:cubicBezTo>
                  <a:cubicBezTo>
                    <a:pt x="207" y="196"/>
                    <a:pt x="201" y="196"/>
                    <a:pt x="197" y="192"/>
                  </a:cubicBezTo>
                  <a:cubicBezTo>
                    <a:pt x="191" y="187"/>
                    <a:pt x="190" y="177"/>
                    <a:pt x="194" y="170"/>
                  </a:cubicBezTo>
                  <a:cubicBezTo>
                    <a:pt x="197" y="163"/>
                    <a:pt x="203" y="157"/>
                    <a:pt x="209" y="151"/>
                  </a:cubicBezTo>
                  <a:cubicBezTo>
                    <a:pt x="225" y="136"/>
                    <a:pt x="237" y="115"/>
                    <a:pt x="236" y="92"/>
                  </a:cubicBezTo>
                  <a:cubicBezTo>
                    <a:pt x="235" y="83"/>
                    <a:pt x="229" y="73"/>
                    <a:pt x="220" y="74"/>
                  </a:cubicBezTo>
                  <a:cubicBezTo>
                    <a:pt x="211" y="75"/>
                    <a:pt x="208" y="86"/>
                    <a:pt x="205" y="95"/>
                  </a:cubicBezTo>
                  <a:cubicBezTo>
                    <a:pt x="201" y="108"/>
                    <a:pt x="193" y="119"/>
                    <a:pt x="181" y="126"/>
                  </a:cubicBezTo>
                  <a:cubicBezTo>
                    <a:pt x="173" y="129"/>
                    <a:pt x="165" y="118"/>
                    <a:pt x="166" y="108"/>
                  </a:cubicBezTo>
                  <a:cubicBezTo>
                    <a:pt x="168" y="99"/>
                    <a:pt x="174" y="91"/>
                    <a:pt x="176" y="82"/>
                  </a:cubicBezTo>
                  <a:cubicBezTo>
                    <a:pt x="178" y="73"/>
                    <a:pt x="173" y="61"/>
                    <a:pt x="164" y="61"/>
                  </a:cubicBezTo>
                  <a:cubicBezTo>
                    <a:pt x="159" y="61"/>
                    <a:pt x="155" y="64"/>
                    <a:pt x="152" y="68"/>
                  </a:cubicBezTo>
                  <a:cubicBezTo>
                    <a:pt x="135" y="88"/>
                    <a:pt x="137" y="118"/>
                    <a:pt x="145" y="142"/>
                  </a:cubicBezTo>
                  <a:cubicBezTo>
                    <a:pt x="154" y="167"/>
                    <a:pt x="168" y="190"/>
                    <a:pt x="174" y="215"/>
                  </a:cubicBezTo>
                  <a:cubicBezTo>
                    <a:pt x="178" y="235"/>
                    <a:pt x="177" y="256"/>
                    <a:pt x="171" y="275"/>
                  </a:cubicBezTo>
                  <a:cubicBezTo>
                    <a:pt x="165" y="293"/>
                    <a:pt x="150" y="311"/>
                    <a:pt x="133" y="306"/>
                  </a:cubicBezTo>
                  <a:cubicBezTo>
                    <a:pt x="119" y="303"/>
                    <a:pt x="112" y="285"/>
                    <a:pt x="114" y="270"/>
                  </a:cubicBezTo>
                  <a:cubicBezTo>
                    <a:pt x="117" y="256"/>
                    <a:pt x="125" y="243"/>
                    <a:pt x="130" y="229"/>
                  </a:cubicBezTo>
                  <a:cubicBezTo>
                    <a:pt x="135" y="215"/>
                    <a:pt x="137" y="198"/>
                    <a:pt x="127" y="187"/>
                  </a:cubicBezTo>
                  <a:cubicBezTo>
                    <a:pt x="119" y="192"/>
                    <a:pt x="106" y="195"/>
                    <a:pt x="101" y="187"/>
                  </a:cubicBezTo>
                  <a:cubicBezTo>
                    <a:pt x="99" y="185"/>
                    <a:pt x="99" y="182"/>
                    <a:pt x="99" y="180"/>
                  </a:cubicBezTo>
                  <a:cubicBezTo>
                    <a:pt x="99" y="168"/>
                    <a:pt x="107" y="158"/>
                    <a:pt x="113" y="148"/>
                  </a:cubicBezTo>
                  <a:cubicBezTo>
                    <a:pt x="119" y="138"/>
                    <a:pt x="123" y="124"/>
                    <a:pt x="115" y="115"/>
                  </a:cubicBezTo>
                  <a:cubicBezTo>
                    <a:pt x="108" y="106"/>
                    <a:pt x="91" y="105"/>
                    <a:pt x="90" y="94"/>
                  </a:cubicBezTo>
                  <a:cubicBezTo>
                    <a:pt x="89" y="86"/>
                    <a:pt x="96" y="80"/>
                    <a:pt x="98" y="72"/>
                  </a:cubicBezTo>
                  <a:cubicBezTo>
                    <a:pt x="101" y="61"/>
                    <a:pt x="87" y="48"/>
                    <a:pt x="77" y="54"/>
                  </a:cubicBezTo>
                  <a:cubicBezTo>
                    <a:pt x="50" y="71"/>
                    <a:pt x="43" y="110"/>
                    <a:pt x="54" y="140"/>
                  </a:cubicBezTo>
                  <a:cubicBezTo>
                    <a:pt x="57" y="147"/>
                    <a:pt x="61" y="155"/>
                    <a:pt x="62" y="163"/>
                  </a:cubicBezTo>
                  <a:cubicBezTo>
                    <a:pt x="63" y="171"/>
                    <a:pt x="62" y="180"/>
                    <a:pt x="56" y="185"/>
                  </a:cubicBezTo>
                  <a:cubicBezTo>
                    <a:pt x="45" y="171"/>
                    <a:pt x="35" y="157"/>
                    <a:pt x="25" y="144"/>
                  </a:cubicBezTo>
                  <a:cubicBezTo>
                    <a:pt x="23" y="141"/>
                    <a:pt x="21" y="138"/>
                    <a:pt x="18" y="137"/>
                  </a:cubicBezTo>
                  <a:cubicBezTo>
                    <a:pt x="10" y="135"/>
                    <a:pt x="4" y="144"/>
                    <a:pt x="4" y="152"/>
                  </a:cubicBezTo>
                  <a:cubicBezTo>
                    <a:pt x="0" y="191"/>
                    <a:pt x="43" y="220"/>
                    <a:pt x="50" y="258"/>
                  </a:cubicBezTo>
                  <a:cubicBezTo>
                    <a:pt x="54" y="279"/>
                    <a:pt x="48" y="300"/>
                    <a:pt x="52" y="320"/>
                  </a:cubicBezTo>
                  <a:cubicBezTo>
                    <a:pt x="57" y="353"/>
                    <a:pt x="86" y="376"/>
                    <a:pt x="108" y="402"/>
                  </a:cubicBezTo>
                  <a:cubicBezTo>
                    <a:pt x="153" y="457"/>
                    <a:pt x="168" y="532"/>
                    <a:pt x="168" y="603"/>
                  </a:cubicBezTo>
                  <a:cubicBezTo>
                    <a:pt x="168" y="614"/>
                    <a:pt x="176" y="623"/>
                    <a:pt x="186" y="626"/>
                  </a:cubicBezTo>
                  <a:cubicBezTo>
                    <a:pt x="196" y="629"/>
                    <a:pt x="208" y="627"/>
                    <a:pt x="216" y="621"/>
                  </a:cubicBezTo>
                  <a:cubicBezTo>
                    <a:pt x="222" y="617"/>
                    <a:pt x="224" y="609"/>
                    <a:pt x="221" y="60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3" name="Freeform 624">
              <a:extLst>
                <a:ext uri="{FF2B5EF4-FFF2-40B4-BE49-F238E27FC236}">
                  <a16:creationId xmlns:a16="http://schemas.microsoft.com/office/drawing/2014/main" id="{2B9298F6-A70D-8790-F857-3978B1B8E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8009" y="1924877"/>
              <a:ext cx="1658672" cy="2469680"/>
            </a:xfrm>
            <a:custGeom>
              <a:avLst/>
              <a:gdLst>
                <a:gd name="T0" fmla="*/ 212 w 423"/>
                <a:gd name="T1" fmla="*/ 490 h 629"/>
                <a:gd name="T2" fmla="*/ 121 w 423"/>
                <a:gd name="T3" fmla="*/ 398 h 629"/>
                <a:gd name="T4" fmla="*/ 92 w 423"/>
                <a:gd name="T5" fmla="*/ 334 h 629"/>
                <a:gd name="T6" fmla="*/ 94 w 423"/>
                <a:gd name="T7" fmla="*/ 305 h 629"/>
                <a:gd name="T8" fmla="*/ 2 w 423"/>
                <a:gd name="T9" fmla="*/ 236 h 629"/>
                <a:gd name="T10" fmla="*/ 59 w 423"/>
                <a:gd name="T11" fmla="*/ 219 h 629"/>
                <a:gd name="T12" fmla="*/ 66 w 423"/>
                <a:gd name="T13" fmla="*/ 157 h 629"/>
                <a:gd name="T14" fmla="*/ 96 w 423"/>
                <a:gd name="T15" fmla="*/ 181 h 629"/>
                <a:gd name="T16" fmla="*/ 115 w 423"/>
                <a:gd name="T17" fmla="*/ 221 h 629"/>
                <a:gd name="T18" fmla="*/ 133 w 423"/>
                <a:gd name="T19" fmla="*/ 204 h 629"/>
                <a:gd name="T20" fmla="*/ 109 w 423"/>
                <a:gd name="T21" fmla="*/ 113 h 629"/>
                <a:gd name="T22" fmla="*/ 79 w 423"/>
                <a:gd name="T23" fmla="*/ 48 h 629"/>
                <a:gd name="T24" fmla="*/ 140 w 423"/>
                <a:gd name="T25" fmla="*/ 40 h 629"/>
                <a:gd name="T26" fmla="*/ 167 w 423"/>
                <a:gd name="T27" fmla="*/ 12 h 629"/>
                <a:gd name="T28" fmla="*/ 168 w 423"/>
                <a:gd name="T29" fmla="*/ 263 h 629"/>
                <a:gd name="T30" fmla="*/ 246 w 423"/>
                <a:gd name="T31" fmla="*/ 363 h 629"/>
                <a:gd name="T32" fmla="*/ 205 w 423"/>
                <a:gd name="T33" fmla="*/ 236 h 629"/>
                <a:gd name="T34" fmla="*/ 227 w 423"/>
                <a:gd name="T35" fmla="*/ 192 h 629"/>
                <a:gd name="T36" fmla="*/ 214 w 423"/>
                <a:gd name="T37" fmla="*/ 151 h 629"/>
                <a:gd name="T38" fmla="*/ 204 w 423"/>
                <a:gd name="T39" fmla="*/ 74 h 629"/>
                <a:gd name="T40" fmla="*/ 242 w 423"/>
                <a:gd name="T41" fmla="*/ 126 h 629"/>
                <a:gd name="T42" fmla="*/ 248 w 423"/>
                <a:gd name="T43" fmla="*/ 82 h 629"/>
                <a:gd name="T44" fmla="*/ 271 w 423"/>
                <a:gd name="T45" fmla="*/ 68 h 629"/>
                <a:gd name="T46" fmla="*/ 250 w 423"/>
                <a:gd name="T47" fmla="*/ 215 h 629"/>
                <a:gd name="T48" fmla="*/ 290 w 423"/>
                <a:gd name="T49" fmla="*/ 306 h 629"/>
                <a:gd name="T50" fmla="*/ 294 w 423"/>
                <a:gd name="T51" fmla="*/ 229 h 629"/>
                <a:gd name="T52" fmla="*/ 323 w 423"/>
                <a:gd name="T53" fmla="*/ 187 h 629"/>
                <a:gd name="T54" fmla="*/ 310 w 423"/>
                <a:gd name="T55" fmla="*/ 148 h 629"/>
                <a:gd name="T56" fmla="*/ 334 w 423"/>
                <a:gd name="T57" fmla="*/ 94 h 629"/>
                <a:gd name="T58" fmla="*/ 346 w 423"/>
                <a:gd name="T59" fmla="*/ 54 h 629"/>
                <a:gd name="T60" fmla="*/ 361 w 423"/>
                <a:gd name="T61" fmla="*/ 163 h 629"/>
                <a:gd name="T62" fmla="*/ 398 w 423"/>
                <a:gd name="T63" fmla="*/ 144 h 629"/>
                <a:gd name="T64" fmla="*/ 420 w 423"/>
                <a:gd name="T65" fmla="*/ 152 h 629"/>
                <a:gd name="T66" fmla="*/ 372 w 423"/>
                <a:gd name="T67" fmla="*/ 320 h 629"/>
                <a:gd name="T68" fmla="*/ 255 w 423"/>
                <a:gd name="T69" fmla="*/ 603 h 629"/>
                <a:gd name="T70" fmla="*/ 207 w 423"/>
                <a:gd name="T71" fmla="*/ 621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23" h="629">
                  <a:moveTo>
                    <a:pt x="202" y="603"/>
                  </a:moveTo>
                  <a:cubicBezTo>
                    <a:pt x="195" y="565"/>
                    <a:pt x="223" y="526"/>
                    <a:pt x="212" y="490"/>
                  </a:cubicBezTo>
                  <a:cubicBezTo>
                    <a:pt x="205" y="468"/>
                    <a:pt x="187" y="453"/>
                    <a:pt x="170" y="438"/>
                  </a:cubicBezTo>
                  <a:cubicBezTo>
                    <a:pt x="154" y="425"/>
                    <a:pt x="137" y="411"/>
                    <a:pt x="121" y="398"/>
                  </a:cubicBezTo>
                  <a:cubicBezTo>
                    <a:pt x="111" y="390"/>
                    <a:pt x="101" y="381"/>
                    <a:pt x="95" y="370"/>
                  </a:cubicBezTo>
                  <a:cubicBezTo>
                    <a:pt x="88" y="359"/>
                    <a:pt x="86" y="345"/>
                    <a:pt x="92" y="334"/>
                  </a:cubicBezTo>
                  <a:cubicBezTo>
                    <a:pt x="95" y="327"/>
                    <a:pt x="102" y="321"/>
                    <a:pt x="100" y="314"/>
                  </a:cubicBezTo>
                  <a:cubicBezTo>
                    <a:pt x="100" y="310"/>
                    <a:pt x="97" y="307"/>
                    <a:pt x="94" y="305"/>
                  </a:cubicBezTo>
                  <a:cubicBezTo>
                    <a:pt x="76" y="286"/>
                    <a:pt x="52" y="270"/>
                    <a:pt x="27" y="261"/>
                  </a:cubicBezTo>
                  <a:cubicBezTo>
                    <a:pt x="15" y="256"/>
                    <a:pt x="0" y="249"/>
                    <a:pt x="2" y="236"/>
                  </a:cubicBezTo>
                  <a:cubicBezTo>
                    <a:pt x="3" y="226"/>
                    <a:pt x="16" y="221"/>
                    <a:pt x="27" y="221"/>
                  </a:cubicBezTo>
                  <a:cubicBezTo>
                    <a:pt x="38" y="222"/>
                    <a:pt x="51" y="227"/>
                    <a:pt x="59" y="219"/>
                  </a:cubicBezTo>
                  <a:cubicBezTo>
                    <a:pt x="67" y="211"/>
                    <a:pt x="64" y="198"/>
                    <a:pt x="61" y="187"/>
                  </a:cubicBezTo>
                  <a:cubicBezTo>
                    <a:pt x="57" y="177"/>
                    <a:pt x="56" y="163"/>
                    <a:pt x="66" y="157"/>
                  </a:cubicBezTo>
                  <a:cubicBezTo>
                    <a:pt x="72" y="154"/>
                    <a:pt x="81" y="156"/>
                    <a:pt x="86" y="162"/>
                  </a:cubicBezTo>
                  <a:cubicBezTo>
                    <a:pt x="91" y="167"/>
                    <a:pt x="94" y="174"/>
                    <a:pt x="96" y="181"/>
                  </a:cubicBezTo>
                  <a:cubicBezTo>
                    <a:pt x="100" y="189"/>
                    <a:pt x="103" y="198"/>
                    <a:pt x="106" y="207"/>
                  </a:cubicBezTo>
                  <a:cubicBezTo>
                    <a:pt x="108" y="212"/>
                    <a:pt x="110" y="217"/>
                    <a:pt x="115" y="221"/>
                  </a:cubicBezTo>
                  <a:cubicBezTo>
                    <a:pt x="119" y="225"/>
                    <a:pt x="125" y="227"/>
                    <a:pt x="130" y="223"/>
                  </a:cubicBezTo>
                  <a:cubicBezTo>
                    <a:pt x="135" y="219"/>
                    <a:pt x="134" y="211"/>
                    <a:pt x="133" y="204"/>
                  </a:cubicBezTo>
                  <a:cubicBezTo>
                    <a:pt x="129" y="184"/>
                    <a:pt x="125" y="164"/>
                    <a:pt x="121" y="144"/>
                  </a:cubicBezTo>
                  <a:cubicBezTo>
                    <a:pt x="119" y="133"/>
                    <a:pt x="117" y="121"/>
                    <a:pt x="109" y="113"/>
                  </a:cubicBezTo>
                  <a:cubicBezTo>
                    <a:pt x="97" y="101"/>
                    <a:pt x="75" y="101"/>
                    <a:pt x="65" y="87"/>
                  </a:cubicBezTo>
                  <a:cubicBezTo>
                    <a:pt x="55" y="74"/>
                    <a:pt x="63" y="52"/>
                    <a:pt x="79" y="48"/>
                  </a:cubicBezTo>
                  <a:cubicBezTo>
                    <a:pt x="90" y="46"/>
                    <a:pt x="101" y="50"/>
                    <a:pt x="112" y="52"/>
                  </a:cubicBezTo>
                  <a:cubicBezTo>
                    <a:pt x="123" y="54"/>
                    <a:pt x="137" y="51"/>
                    <a:pt x="140" y="40"/>
                  </a:cubicBezTo>
                  <a:cubicBezTo>
                    <a:pt x="143" y="30"/>
                    <a:pt x="134" y="20"/>
                    <a:pt x="138" y="11"/>
                  </a:cubicBezTo>
                  <a:cubicBezTo>
                    <a:pt x="143" y="0"/>
                    <a:pt x="160" y="2"/>
                    <a:pt x="167" y="12"/>
                  </a:cubicBezTo>
                  <a:cubicBezTo>
                    <a:pt x="173" y="22"/>
                    <a:pt x="172" y="34"/>
                    <a:pt x="171" y="46"/>
                  </a:cubicBezTo>
                  <a:cubicBezTo>
                    <a:pt x="163" y="118"/>
                    <a:pt x="165" y="191"/>
                    <a:pt x="168" y="263"/>
                  </a:cubicBezTo>
                  <a:cubicBezTo>
                    <a:pt x="169" y="288"/>
                    <a:pt x="170" y="315"/>
                    <a:pt x="183" y="336"/>
                  </a:cubicBezTo>
                  <a:cubicBezTo>
                    <a:pt x="195" y="358"/>
                    <a:pt x="223" y="373"/>
                    <a:pt x="246" y="363"/>
                  </a:cubicBezTo>
                  <a:cubicBezTo>
                    <a:pt x="251" y="347"/>
                    <a:pt x="240" y="331"/>
                    <a:pt x="232" y="316"/>
                  </a:cubicBezTo>
                  <a:cubicBezTo>
                    <a:pt x="219" y="291"/>
                    <a:pt x="212" y="264"/>
                    <a:pt x="205" y="236"/>
                  </a:cubicBezTo>
                  <a:cubicBezTo>
                    <a:pt x="202" y="223"/>
                    <a:pt x="200" y="207"/>
                    <a:pt x="211" y="199"/>
                  </a:cubicBezTo>
                  <a:cubicBezTo>
                    <a:pt x="216" y="196"/>
                    <a:pt x="222" y="196"/>
                    <a:pt x="227" y="192"/>
                  </a:cubicBezTo>
                  <a:cubicBezTo>
                    <a:pt x="233" y="187"/>
                    <a:pt x="233" y="177"/>
                    <a:pt x="230" y="170"/>
                  </a:cubicBezTo>
                  <a:cubicBezTo>
                    <a:pt x="226" y="163"/>
                    <a:pt x="220" y="157"/>
                    <a:pt x="214" y="151"/>
                  </a:cubicBezTo>
                  <a:cubicBezTo>
                    <a:pt x="199" y="136"/>
                    <a:pt x="186" y="115"/>
                    <a:pt x="188" y="92"/>
                  </a:cubicBezTo>
                  <a:cubicBezTo>
                    <a:pt x="189" y="83"/>
                    <a:pt x="195" y="73"/>
                    <a:pt x="204" y="74"/>
                  </a:cubicBezTo>
                  <a:cubicBezTo>
                    <a:pt x="212" y="75"/>
                    <a:pt x="215" y="86"/>
                    <a:pt x="218" y="95"/>
                  </a:cubicBezTo>
                  <a:cubicBezTo>
                    <a:pt x="222" y="108"/>
                    <a:pt x="231" y="119"/>
                    <a:pt x="242" y="126"/>
                  </a:cubicBezTo>
                  <a:cubicBezTo>
                    <a:pt x="251" y="129"/>
                    <a:pt x="258" y="118"/>
                    <a:pt x="257" y="108"/>
                  </a:cubicBezTo>
                  <a:cubicBezTo>
                    <a:pt x="256" y="99"/>
                    <a:pt x="250" y="91"/>
                    <a:pt x="248" y="82"/>
                  </a:cubicBezTo>
                  <a:cubicBezTo>
                    <a:pt x="246" y="73"/>
                    <a:pt x="251" y="61"/>
                    <a:pt x="260" y="61"/>
                  </a:cubicBezTo>
                  <a:cubicBezTo>
                    <a:pt x="265" y="61"/>
                    <a:pt x="268" y="64"/>
                    <a:pt x="271" y="68"/>
                  </a:cubicBezTo>
                  <a:cubicBezTo>
                    <a:pt x="288" y="88"/>
                    <a:pt x="286" y="118"/>
                    <a:pt x="278" y="142"/>
                  </a:cubicBezTo>
                  <a:cubicBezTo>
                    <a:pt x="270" y="167"/>
                    <a:pt x="256" y="190"/>
                    <a:pt x="250" y="215"/>
                  </a:cubicBezTo>
                  <a:cubicBezTo>
                    <a:pt x="245" y="235"/>
                    <a:pt x="246" y="256"/>
                    <a:pt x="253" y="275"/>
                  </a:cubicBezTo>
                  <a:cubicBezTo>
                    <a:pt x="258" y="293"/>
                    <a:pt x="273" y="311"/>
                    <a:pt x="290" y="306"/>
                  </a:cubicBezTo>
                  <a:cubicBezTo>
                    <a:pt x="305" y="303"/>
                    <a:pt x="311" y="285"/>
                    <a:pt x="309" y="270"/>
                  </a:cubicBezTo>
                  <a:cubicBezTo>
                    <a:pt x="307" y="256"/>
                    <a:pt x="299" y="243"/>
                    <a:pt x="294" y="229"/>
                  </a:cubicBezTo>
                  <a:cubicBezTo>
                    <a:pt x="288" y="215"/>
                    <a:pt x="287" y="198"/>
                    <a:pt x="296" y="187"/>
                  </a:cubicBezTo>
                  <a:cubicBezTo>
                    <a:pt x="305" y="192"/>
                    <a:pt x="317" y="195"/>
                    <a:pt x="323" y="187"/>
                  </a:cubicBezTo>
                  <a:cubicBezTo>
                    <a:pt x="324" y="185"/>
                    <a:pt x="324" y="182"/>
                    <a:pt x="324" y="180"/>
                  </a:cubicBezTo>
                  <a:cubicBezTo>
                    <a:pt x="324" y="168"/>
                    <a:pt x="316" y="158"/>
                    <a:pt x="310" y="148"/>
                  </a:cubicBezTo>
                  <a:cubicBezTo>
                    <a:pt x="304" y="138"/>
                    <a:pt x="301" y="124"/>
                    <a:pt x="308" y="115"/>
                  </a:cubicBezTo>
                  <a:cubicBezTo>
                    <a:pt x="316" y="106"/>
                    <a:pt x="332" y="105"/>
                    <a:pt x="334" y="94"/>
                  </a:cubicBezTo>
                  <a:cubicBezTo>
                    <a:pt x="335" y="86"/>
                    <a:pt x="327" y="80"/>
                    <a:pt x="325" y="72"/>
                  </a:cubicBezTo>
                  <a:cubicBezTo>
                    <a:pt x="322" y="61"/>
                    <a:pt x="336" y="48"/>
                    <a:pt x="346" y="54"/>
                  </a:cubicBezTo>
                  <a:cubicBezTo>
                    <a:pt x="373" y="71"/>
                    <a:pt x="380" y="110"/>
                    <a:pt x="369" y="140"/>
                  </a:cubicBezTo>
                  <a:cubicBezTo>
                    <a:pt x="367" y="147"/>
                    <a:pt x="363" y="155"/>
                    <a:pt x="361" y="163"/>
                  </a:cubicBezTo>
                  <a:cubicBezTo>
                    <a:pt x="360" y="171"/>
                    <a:pt x="362" y="180"/>
                    <a:pt x="368" y="185"/>
                  </a:cubicBezTo>
                  <a:cubicBezTo>
                    <a:pt x="378" y="171"/>
                    <a:pt x="388" y="157"/>
                    <a:pt x="398" y="144"/>
                  </a:cubicBezTo>
                  <a:cubicBezTo>
                    <a:pt x="400" y="141"/>
                    <a:pt x="402" y="138"/>
                    <a:pt x="406" y="137"/>
                  </a:cubicBezTo>
                  <a:cubicBezTo>
                    <a:pt x="413" y="135"/>
                    <a:pt x="419" y="144"/>
                    <a:pt x="420" y="152"/>
                  </a:cubicBezTo>
                  <a:cubicBezTo>
                    <a:pt x="423" y="191"/>
                    <a:pt x="381" y="220"/>
                    <a:pt x="373" y="258"/>
                  </a:cubicBezTo>
                  <a:cubicBezTo>
                    <a:pt x="369" y="279"/>
                    <a:pt x="375" y="300"/>
                    <a:pt x="372" y="320"/>
                  </a:cubicBezTo>
                  <a:cubicBezTo>
                    <a:pt x="366" y="353"/>
                    <a:pt x="337" y="376"/>
                    <a:pt x="316" y="402"/>
                  </a:cubicBezTo>
                  <a:cubicBezTo>
                    <a:pt x="270" y="457"/>
                    <a:pt x="255" y="532"/>
                    <a:pt x="255" y="603"/>
                  </a:cubicBezTo>
                  <a:cubicBezTo>
                    <a:pt x="255" y="614"/>
                    <a:pt x="247" y="623"/>
                    <a:pt x="237" y="626"/>
                  </a:cubicBezTo>
                  <a:cubicBezTo>
                    <a:pt x="227" y="629"/>
                    <a:pt x="216" y="627"/>
                    <a:pt x="207" y="621"/>
                  </a:cubicBezTo>
                  <a:cubicBezTo>
                    <a:pt x="202" y="617"/>
                    <a:pt x="200" y="609"/>
                    <a:pt x="202" y="60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00B039C-E2EB-C7B5-9F9A-DA8A75D9F131}"/>
                </a:ext>
              </a:extLst>
            </p:cNvPr>
            <p:cNvGrpSpPr/>
            <p:nvPr/>
          </p:nvGrpSpPr>
          <p:grpSpPr>
            <a:xfrm>
              <a:off x="8223018" y="1558319"/>
              <a:ext cx="1111127" cy="2691904"/>
              <a:chOff x="7281919" y="4397555"/>
              <a:chExt cx="1071232" cy="2595250"/>
            </a:xfrm>
            <a:solidFill>
              <a:schemeClr val="bg1"/>
            </a:solidFill>
          </p:grpSpPr>
          <p:sp>
            <p:nvSpPr>
              <p:cNvPr id="94" name="Freeform 627">
                <a:extLst>
                  <a:ext uri="{FF2B5EF4-FFF2-40B4-BE49-F238E27FC236}">
                    <a16:creationId xmlns:a16="http://schemas.microsoft.com/office/drawing/2014/main" id="{3ADA0CED-A8C1-4EEC-8368-2EB931B78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1919" y="4397555"/>
                <a:ext cx="1071232" cy="2595250"/>
              </a:xfrm>
              <a:custGeom>
                <a:avLst/>
                <a:gdLst>
                  <a:gd name="T0" fmla="*/ 92 w 283"/>
                  <a:gd name="T1" fmla="*/ 486 h 685"/>
                  <a:gd name="T2" fmla="*/ 79 w 283"/>
                  <a:gd name="T3" fmla="*/ 414 h 685"/>
                  <a:gd name="T4" fmla="*/ 91 w 283"/>
                  <a:gd name="T5" fmla="*/ 402 h 685"/>
                  <a:gd name="T6" fmla="*/ 69 w 283"/>
                  <a:gd name="T7" fmla="*/ 352 h 685"/>
                  <a:gd name="T8" fmla="*/ 42 w 283"/>
                  <a:gd name="T9" fmla="*/ 330 h 685"/>
                  <a:gd name="T10" fmla="*/ 28 w 283"/>
                  <a:gd name="T11" fmla="*/ 306 h 685"/>
                  <a:gd name="T12" fmla="*/ 76 w 283"/>
                  <a:gd name="T13" fmla="*/ 282 h 685"/>
                  <a:gd name="T14" fmla="*/ 71 w 283"/>
                  <a:gd name="T15" fmla="*/ 237 h 685"/>
                  <a:gd name="T16" fmla="*/ 37 w 283"/>
                  <a:gd name="T17" fmla="*/ 200 h 685"/>
                  <a:gd name="T18" fmla="*/ 13 w 283"/>
                  <a:gd name="T19" fmla="*/ 177 h 685"/>
                  <a:gd name="T20" fmla="*/ 14 w 283"/>
                  <a:gd name="T21" fmla="*/ 145 h 685"/>
                  <a:gd name="T22" fmla="*/ 47 w 283"/>
                  <a:gd name="T23" fmla="*/ 129 h 685"/>
                  <a:gd name="T24" fmla="*/ 46 w 283"/>
                  <a:gd name="T25" fmla="*/ 84 h 685"/>
                  <a:gd name="T26" fmla="*/ 11 w 283"/>
                  <a:gd name="T27" fmla="*/ 48 h 685"/>
                  <a:gd name="T28" fmla="*/ 15 w 283"/>
                  <a:gd name="T29" fmla="*/ 4 h 685"/>
                  <a:gd name="T30" fmla="*/ 36 w 283"/>
                  <a:gd name="T31" fmla="*/ 1 h 685"/>
                  <a:gd name="T32" fmla="*/ 111 w 283"/>
                  <a:gd name="T33" fmla="*/ 68 h 685"/>
                  <a:gd name="T34" fmla="*/ 120 w 283"/>
                  <a:gd name="T35" fmla="*/ 88 h 685"/>
                  <a:gd name="T36" fmla="*/ 140 w 283"/>
                  <a:gd name="T37" fmla="*/ 94 h 685"/>
                  <a:gd name="T38" fmla="*/ 160 w 283"/>
                  <a:gd name="T39" fmla="*/ 70 h 685"/>
                  <a:gd name="T40" fmla="*/ 188 w 283"/>
                  <a:gd name="T41" fmla="*/ 166 h 685"/>
                  <a:gd name="T42" fmla="*/ 184 w 283"/>
                  <a:gd name="T43" fmla="*/ 194 h 685"/>
                  <a:gd name="T44" fmla="*/ 206 w 283"/>
                  <a:gd name="T45" fmla="*/ 204 h 685"/>
                  <a:gd name="T46" fmla="*/ 212 w 283"/>
                  <a:gd name="T47" fmla="*/ 198 h 685"/>
                  <a:gd name="T48" fmla="*/ 230 w 283"/>
                  <a:gd name="T49" fmla="*/ 205 h 685"/>
                  <a:gd name="T50" fmla="*/ 211 w 283"/>
                  <a:gd name="T51" fmla="*/ 342 h 685"/>
                  <a:gd name="T52" fmla="*/ 198 w 283"/>
                  <a:gd name="T53" fmla="*/ 368 h 685"/>
                  <a:gd name="T54" fmla="*/ 234 w 283"/>
                  <a:gd name="T55" fmla="*/ 390 h 685"/>
                  <a:gd name="T56" fmla="*/ 258 w 283"/>
                  <a:gd name="T57" fmla="*/ 452 h 685"/>
                  <a:gd name="T58" fmla="*/ 230 w 283"/>
                  <a:gd name="T59" fmla="*/ 517 h 685"/>
                  <a:gd name="T60" fmla="*/ 229 w 283"/>
                  <a:gd name="T61" fmla="*/ 542 h 685"/>
                  <a:gd name="T62" fmla="*/ 268 w 283"/>
                  <a:gd name="T63" fmla="*/ 550 h 685"/>
                  <a:gd name="T64" fmla="*/ 281 w 283"/>
                  <a:gd name="T65" fmla="*/ 579 h 685"/>
                  <a:gd name="T66" fmla="*/ 263 w 283"/>
                  <a:gd name="T67" fmla="*/ 609 h 685"/>
                  <a:gd name="T68" fmla="*/ 200 w 283"/>
                  <a:gd name="T69" fmla="*/ 685 h 685"/>
                  <a:gd name="T70" fmla="*/ 91 w 283"/>
                  <a:gd name="T71" fmla="*/ 685 h 685"/>
                  <a:gd name="T72" fmla="*/ 42 w 283"/>
                  <a:gd name="T73" fmla="*/ 617 h 685"/>
                  <a:gd name="T74" fmla="*/ 32 w 283"/>
                  <a:gd name="T75" fmla="*/ 552 h 685"/>
                  <a:gd name="T76" fmla="*/ 46 w 283"/>
                  <a:gd name="T77" fmla="*/ 538 h 685"/>
                  <a:gd name="T78" fmla="*/ 84 w 283"/>
                  <a:gd name="T79" fmla="*/ 548 h 685"/>
                  <a:gd name="T80" fmla="*/ 106 w 283"/>
                  <a:gd name="T81" fmla="*/ 526 h 685"/>
                  <a:gd name="T82" fmla="*/ 92 w 283"/>
                  <a:gd name="T83" fmla="*/ 486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83" h="685">
                    <a:moveTo>
                      <a:pt x="92" y="486"/>
                    </a:moveTo>
                    <a:cubicBezTo>
                      <a:pt x="65" y="475"/>
                      <a:pt x="58" y="434"/>
                      <a:pt x="79" y="414"/>
                    </a:cubicBezTo>
                    <a:cubicBezTo>
                      <a:pt x="83" y="410"/>
                      <a:pt x="88" y="407"/>
                      <a:pt x="91" y="402"/>
                    </a:cubicBezTo>
                    <a:cubicBezTo>
                      <a:pt x="102" y="386"/>
                      <a:pt x="85" y="365"/>
                      <a:pt x="69" y="352"/>
                    </a:cubicBezTo>
                    <a:cubicBezTo>
                      <a:pt x="60" y="345"/>
                      <a:pt x="51" y="338"/>
                      <a:pt x="42" y="330"/>
                    </a:cubicBezTo>
                    <a:cubicBezTo>
                      <a:pt x="34" y="324"/>
                      <a:pt x="26" y="316"/>
                      <a:pt x="28" y="306"/>
                    </a:cubicBezTo>
                    <a:cubicBezTo>
                      <a:pt x="31" y="288"/>
                      <a:pt x="62" y="295"/>
                      <a:pt x="76" y="282"/>
                    </a:cubicBezTo>
                    <a:cubicBezTo>
                      <a:pt x="88" y="271"/>
                      <a:pt x="80" y="251"/>
                      <a:pt x="71" y="237"/>
                    </a:cubicBezTo>
                    <a:cubicBezTo>
                      <a:pt x="61" y="224"/>
                      <a:pt x="49" y="211"/>
                      <a:pt x="37" y="200"/>
                    </a:cubicBezTo>
                    <a:cubicBezTo>
                      <a:pt x="28" y="193"/>
                      <a:pt x="19" y="186"/>
                      <a:pt x="13" y="177"/>
                    </a:cubicBezTo>
                    <a:cubicBezTo>
                      <a:pt x="8" y="167"/>
                      <a:pt x="6" y="153"/>
                      <a:pt x="14" y="145"/>
                    </a:cubicBezTo>
                    <a:cubicBezTo>
                      <a:pt x="22" y="136"/>
                      <a:pt x="37" y="137"/>
                      <a:pt x="47" y="129"/>
                    </a:cubicBezTo>
                    <a:cubicBezTo>
                      <a:pt x="60" y="119"/>
                      <a:pt x="56" y="98"/>
                      <a:pt x="46" y="84"/>
                    </a:cubicBezTo>
                    <a:cubicBezTo>
                      <a:pt x="35" y="71"/>
                      <a:pt x="21" y="62"/>
                      <a:pt x="11" y="48"/>
                    </a:cubicBezTo>
                    <a:cubicBezTo>
                      <a:pt x="2" y="35"/>
                      <a:pt x="0" y="12"/>
                      <a:pt x="15" y="4"/>
                    </a:cubicBezTo>
                    <a:cubicBezTo>
                      <a:pt x="21" y="0"/>
                      <a:pt x="29" y="0"/>
                      <a:pt x="36" y="1"/>
                    </a:cubicBezTo>
                    <a:cubicBezTo>
                      <a:pt x="71" y="5"/>
                      <a:pt x="99" y="34"/>
                      <a:pt x="111" y="68"/>
                    </a:cubicBezTo>
                    <a:cubicBezTo>
                      <a:pt x="113" y="75"/>
                      <a:pt x="115" y="82"/>
                      <a:pt x="120" y="88"/>
                    </a:cubicBezTo>
                    <a:cubicBezTo>
                      <a:pt x="125" y="94"/>
                      <a:pt x="133" y="98"/>
                      <a:pt x="140" y="94"/>
                    </a:cubicBezTo>
                    <a:cubicBezTo>
                      <a:pt x="149" y="89"/>
                      <a:pt x="149" y="72"/>
                      <a:pt x="160" y="70"/>
                    </a:cubicBezTo>
                    <a:cubicBezTo>
                      <a:pt x="190" y="88"/>
                      <a:pt x="197" y="132"/>
                      <a:pt x="188" y="166"/>
                    </a:cubicBezTo>
                    <a:cubicBezTo>
                      <a:pt x="185" y="175"/>
                      <a:pt x="182" y="185"/>
                      <a:pt x="184" y="194"/>
                    </a:cubicBezTo>
                    <a:cubicBezTo>
                      <a:pt x="187" y="203"/>
                      <a:pt x="198" y="210"/>
                      <a:pt x="206" y="204"/>
                    </a:cubicBezTo>
                    <a:cubicBezTo>
                      <a:pt x="208" y="202"/>
                      <a:pt x="209" y="199"/>
                      <a:pt x="212" y="198"/>
                    </a:cubicBezTo>
                    <a:cubicBezTo>
                      <a:pt x="218" y="194"/>
                      <a:pt x="225" y="199"/>
                      <a:pt x="230" y="205"/>
                    </a:cubicBezTo>
                    <a:cubicBezTo>
                      <a:pt x="261" y="244"/>
                      <a:pt x="246" y="305"/>
                      <a:pt x="211" y="342"/>
                    </a:cubicBezTo>
                    <a:cubicBezTo>
                      <a:pt x="204" y="349"/>
                      <a:pt x="196" y="358"/>
                      <a:pt x="198" y="368"/>
                    </a:cubicBezTo>
                    <a:cubicBezTo>
                      <a:pt x="201" y="382"/>
                      <a:pt x="221" y="384"/>
                      <a:pt x="234" y="390"/>
                    </a:cubicBezTo>
                    <a:cubicBezTo>
                      <a:pt x="256" y="400"/>
                      <a:pt x="263" y="429"/>
                      <a:pt x="258" y="452"/>
                    </a:cubicBezTo>
                    <a:cubicBezTo>
                      <a:pt x="254" y="475"/>
                      <a:pt x="240" y="496"/>
                      <a:pt x="230" y="517"/>
                    </a:cubicBezTo>
                    <a:cubicBezTo>
                      <a:pt x="226" y="525"/>
                      <a:pt x="223" y="535"/>
                      <a:pt x="229" y="542"/>
                    </a:cubicBezTo>
                    <a:cubicBezTo>
                      <a:pt x="237" y="553"/>
                      <a:pt x="256" y="544"/>
                      <a:pt x="268" y="550"/>
                    </a:cubicBezTo>
                    <a:cubicBezTo>
                      <a:pt x="279" y="554"/>
                      <a:pt x="283" y="568"/>
                      <a:pt x="281" y="579"/>
                    </a:cubicBezTo>
                    <a:cubicBezTo>
                      <a:pt x="278" y="591"/>
                      <a:pt x="271" y="600"/>
                      <a:pt x="263" y="609"/>
                    </a:cubicBezTo>
                    <a:cubicBezTo>
                      <a:pt x="242" y="634"/>
                      <a:pt x="221" y="660"/>
                      <a:pt x="200" y="685"/>
                    </a:cubicBezTo>
                    <a:cubicBezTo>
                      <a:pt x="91" y="685"/>
                      <a:pt x="91" y="685"/>
                      <a:pt x="91" y="685"/>
                    </a:cubicBezTo>
                    <a:cubicBezTo>
                      <a:pt x="73" y="664"/>
                      <a:pt x="54" y="642"/>
                      <a:pt x="42" y="617"/>
                    </a:cubicBezTo>
                    <a:cubicBezTo>
                      <a:pt x="32" y="597"/>
                      <a:pt x="24" y="573"/>
                      <a:pt x="32" y="552"/>
                    </a:cubicBezTo>
                    <a:cubicBezTo>
                      <a:pt x="35" y="546"/>
                      <a:pt x="39" y="540"/>
                      <a:pt x="46" y="538"/>
                    </a:cubicBezTo>
                    <a:cubicBezTo>
                      <a:pt x="59" y="534"/>
                      <a:pt x="71" y="549"/>
                      <a:pt x="84" y="548"/>
                    </a:cubicBezTo>
                    <a:cubicBezTo>
                      <a:pt x="96" y="548"/>
                      <a:pt x="104" y="537"/>
                      <a:pt x="106" y="526"/>
                    </a:cubicBezTo>
                    <a:cubicBezTo>
                      <a:pt x="107" y="514"/>
                      <a:pt x="97" y="496"/>
                      <a:pt x="92" y="48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95" name="Freeform 628">
                <a:extLst>
                  <a:ext uri="{FF2B5EF4-FFF2-40B4-BE49-F238E27FC236}">
                    <a16:creationId xmlns:a16="http://schemas.microsoft.com/office/drawing/2014/main" id="{F95B682D-081B-D4A8-94EC-CE8FC980D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9782" y="4507991"/>
                <a:ext cx="457207" cy="2484814"/>
              </a:xfrm>
              <a:custGeom>
                <a:avLst/>
                <a:gdLst>
                  <a:gd name="T0" fmla="*/ 118 w 121"/>
                  <a:gd name="T1" fmla="*/ 363 h 656"/>
                  <a:gd name="T2" fmla="*/ 113 w 121"/>
                  <a:gd name="T3" fmla="*/ 267 h 656"/>
                  <a:gd name="T4" fmla="*/ 0 w 121"/>
                  <a:gd name="T5" fmla="*/ 2 h 656"/>
                  <a:gd name="T6" fmla="*/ 2 w 121"/>
                  <a:gd name="T7" fmla="*/ 0 h 656"/>
                  <a:gd name="T8" fmla="*/ 116 w 121"/>
                  <a:gd name="T9" fmla="*/ 267 h 656"/>
                  <a:gd name="T10" fmla="*/ 121 w 121"/>
                  <a:gd name="T11" fmla="*/ 363 h 656"/>
                  <a:gd name="T12" fmla="*/ 103 w 121"/>
                  <a:gd name="T13" fmla="*/ 656 h 656"/>
                  <a:gd name="T14" fmla="*/ 100 w 121"/>
                  <a:gd name="T15" fmla="*/ 656 h 656"/>
                  <a:gd name="T16" fmla="*/ 118 w 121"/>
                  <a:gd name="T17" fmla="*/ 363 h 6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" h="656">
                    <a:moveTo>
                      <a:pt x="118" y="363"/>
                    </a:moveTo>
                    <a:cubicBezTo>
                      <a:pt x="118" y="334"/>
                      <a:pt x="117" y="300"/>
                      <a:pt x="113" y="267"/>
                    </a:cubicBezTo>
                    <a:cubicBezTo>
                      <a:pt x="102" y="171"/>
                      <a:pt x="61" y="77"/>
                      <a:pt x="0" y="2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64" y="75"/>
                      <a:pt x="105" y="170"/>
                      <a:pt x="116" y="267"/>
                    </a:cubicBezTo>
                    <a:cubicBezTo>
                      <a:pt x="120" y="300"/>
                      <a:pt x="121" y="334"/>
                      <a:pt x="121" y="363"/>
                    </a:cubicBezTo>
                    <a:cubicBezTo>
                      <a:pt x="121" y="461"/>
                      <a:pt x="115" y="559"/>
                      <a:pt x="103" y="656"/>
                    </a:cubicBezTo>
                    <a:cubicBezTo>
                      <a:pt x="100" y="656"/>
                      <a:pt x="100" y="656"/>
                      <a:pt x="100" y="656"/>
                    </a:cubicBezTo>
                    <a:cubicBezTo>
                      <a:pt x="112" y="559"/>
                      <a:pt x="118" y="461"/>
                      <a:pt x="118" y="36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sp>
          <p:nvSpPr>
            <p:cNvPr id="15" name="Freeform 629">
              <a:extLst>
                <a:ext uri="{FF2B5EF4-FFF2-40B4-BE49-F238E27FC236}">
                  <a16:creationId xmlns:a16="http://schemas.microsoft.com/office/drawing/2014/main" id="{0A5B423C-20C2-6F67-1875-A681AE9AE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3428" y="2855016"/>
              <a:ext cx="815590" cy="863700"/>
            </a:xfrm>
            <a:custGeom>
              <a:avLst/>
              <a:gdLst>
                <a:gd name="T0" fmla="*/ 10 w 208"/>
                <a:gd name="T1" fmla="*/ 215 h 220"/>
                <a:gd name="T2" fmla="*/ 80 w 208"/>
                <a:gd name="T3" fmla="*/ 161 h 220"/>
                <a:gd name="T4" fmla="*/ 121 w 208"/>
                <a:gd name="T5" fmla="*/ 135 h 220"/>
                <a:gd name="T6" fmla="*/ 132 w 208"/>
                <a:gd name="T7" fmla="*/ 120 h 220"/>
                <a:gd name="T8" fmla="*/ 205 w 208"/>
                <a:gd name="T9" fmla="*/ 63 h 220"/>
                <a:gd name="T10" fmla="*/ 197 w 208"/>
                <a:gd name="T11" fmla="*/ 59 h 220"/>
                <a:gd name="T12" fmla="*/ 136 w 208"/>
                <a:gd name="T13" fmla="*/ 112 h 220"/>
                <a:gd name="T14" fmla="*/ 150 w 208"/>
                <a:gd name="T15" fmla="*/ 21 h 220"/>
                <a:gd name="T16" fmla="*/ 141 w 208"/>
                <a:gd name="T17" fmla="*/ 22 h 220"/>
                <a:gd name="T18" fmla="*/ 127 w 208"/>
                <a:gd name="T19" fmla="*/ 106 h 220"/>
                <a:gd name="T20" fmla="*/ 124 w 208"/>
                <a:gd name="T21" fmla="*/ 104 h 220"/>
                <a:gd name="T22" fmla="*/ 74 w 208"/>
                <a:gd name="T23" fmla="*/ 9 h 220"/>
                <a:gd name="T24" fmla="*/ 66 w 208"/>
                <a:gd name="T25" fmla="*/ 5 h 220"/>
                <a:gd name="T26" fmla="*/ 118 w 208"/>
                <a:gd name="T27" fmla="*/ 111 h 220"/>
                <a:gd name="T28" fmla="*/ 120 w 208"/>
                <a:gd name="T29" fmla="*/ 117 h 220"/>
                <a:gd name="T30" fmla="*/ 120 w 208"/>
                <a:gd name="T31" fmla="*/ 117 h 220"/>
                <a:gd name="T32" fmla="*/ 71 w 208"/>
                <a:gd name="T33" fmla="*/ 155 h 220"/>
                <a:gd name="T34" fmla="*/ 3 w 208"/>
                <a:gd name="T35" fmla="*/ 209 h 220"/>
                <a:gd name="T36" fmla="*/ 10 w 208"/>
                <a:gd name="T37" fmla="*/ 215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" h="220">
                  <a:moveTo>
                    <a:pt x="10" y="215"/>
                  </a:moveTo>
                  <a:cubicBezTo>
                    <a:pt x="27" y="186"/>
                    <a:pt x="49" y="172"/>
                    <a:pt x="80" y="161"/>
                  </a:cubicBezTo>
                  <a:cubicBezTo>
                    <a:pt x="96" y="155"/>
                    <a:pt x="110" y="148"/>
                    <a:pt x="121" y="135"/>
                  </a:cubicBezTo>
                  <a:cubicBezTo>
                    <a:pt x="125" y="130"/>
                    <a:pt x="129" y="125"/>
                    <a:pt x="132" y="120"/>
                  </a:cubicBezTo>
                  <a:cubicBezTo>
                    <a:pt x="166" y="125"/>
                    <a:pt x="190" y="90"/>
                    <a:pt x="205" y="63"/>
                  </a:cubicBezTo>
                  <a:cubicBezTo>
                    <a:pt x="208" y="58"/>
                    <a:pt x="200" y="54"/>
                    <a:pt x="197" y="59"/>
                  </a:cubicBezTo>
                  <a:cubicBezTo>
                    <a:pt x="184" y="82"/>
                    <a:pt x="165" y="113"/>
                    <a:pt x="136" y="112"/>
                  </a:cubicBezTo>
                  <a:cubicBezTo>
                    <a:pt x="150" y="84"/>
                    <a:pt x="151" y="51"/>
                    <a:pt x="150" y="21"/>
                  </a:cubicBezTo>
                  <a:cubicBezTo>
                    <a:pt x="150" y="15"/>
                    <a:pt x="141" y="16"/>
                    <a:pt x="141" y="22"/>
                  </a:cubicBezTo>
                  <a:cubicBezTo>
                    <a:pt x="143" y="53"/>
                    <a:pt x="139" y="82"/>
                    <a:pt x="127" y="106"/>
                  </a:cubicBezTo>
                  <a:cubicBezTo>
                    <a:pt x="127" y="105"/>
                    <a:pt x="126" y="104"/>
                    <a:pt x="124" y="104"/>
                  </a:cubicBezTo>
                  <a:cubicBezTo>
                    <a:pt x="78" y="97"/>
                    <a:pt x="54" y="51"/>
                    <a:pt x="74" y="9"/>
                  </a:cubicBezTo>
                  <a:cubicBezTo>
                    <a:pt x="76" y="4"/>
                    <a:pt x="68" y="0"/>
                    <a:pt x="66" y="5"/>
                  </a:cubicBezTo>
                  <a:cubicBezTo>
                    <a:pt x="44" y="51"/>
                    <a:pt x="69" y="101"/>
                    <a:pt x="118" y="111"/>
                  </a:cubicBezTo>
                  <a:cubicBezTo>
                    <a:pt x="117" y="113"/>
                    <a:pt x="117" y="116"/>
                    <a:pt x="120" y="117"/>
                  </a:cubicBezTo>
                  <a:cubicBezTo>
                    <a:pt x="120" y="117"/>
                    <a:pt x="120" y="117"/>
                    <a:pt x="120" y="117"/>
                  </a:cubicBezTo>
                  <a:cubicBezTo>
                    <a:pt x="109" y="133"/>
                    <a:pt x="94" y="146"/>
                    <a:pt x="71" y="155"/>
                  </a:cubicBezTo>
                  <a:cubicBezTo>
                    <a:pt x="42" y="166"/>
                    <a:pt x="20" y="182"/>
                    <a:pt x="3" y="209"/>
                  </a:cubicBezTo>
                  <a:cubicBezTo>
                    <a:pt x="0" y="214"/>
                    <a:pt x="7" y="220"/>
                    <a:pt x="10" y="21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630">
              <a:extLst>
                <a:ext uri="{FF2B5EF4-FFF2-40B4-BE49-F238E27FC236}">
                  <a16:creationId xmlns:a16="http://schemas.microsoft.com/office/drawing/2014/main" id="{47DDFD90-C893-43C5-4A27-41FE4FC73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9260" y="2827525"/>
              <a:ext cx="1635762" cy="1544123"/>
            </a:xfrm>
            <a:custGeom>
              <a:avLst/>
              <a:gdLst>
                <a:gd name="T0" fmla="*/ 406 w 417"/>
                <a:gd name="T1" fmla="*/ 255 h 393"/>
                <a:gd name="T2" fmla="*/ 372 w 417"/>
                <a:gd name="T3" fmla="*/ 298 h 393"/>
                <a:gd name="T4" fmla="*/ 297 w 417"/>
                <a:gd name="T5" fmla="*/ 279 h 393"/>
                <a:gd name="T6" fmla="*/ 296 w 417"/>
                <a:gd name="T7" fmla="*/ 279 h 393"/>
                <a:gd name="T8" fmla="*/ 376 w 417"/>
                <a:gd name="T9" fmla="*/ 207 h 393"/>
                <a:gd name="T10" fmla="*/ 371 w 417"/>
                <a:gd name="T11" fmla="*/ 200 h 393"/>
                <a:gd name="T12" fmla="*/ 332 w 417"/>
                <a:gd name="T13" fmla="*/ 238 h 393"/>
                <a:gd name="T14" fmla="*/ 302 w 417"/>
                <a:gd name="T15" fmla="*/ 191 h 393"/>
                <a:gd name="T16" fmla="*/ 293 w 417"/>
                <a:gd name="T17" fmla="*/ 193 h 393"/>
                <a:gd name="T18" fmla="*/ 325 w 417"/>
                <a:gd name="T19" fmla="*/ 244 h 393"/>
                <a:gd name="T20" fmla="*/ 206 w 417"/>
                <a:gd name="T21" fmla="*/ 269 h 393"/>
                <a:gd name="T22" fmla="*/ 202 w 417"/>
                <a:gd name="T23" fmla="*/ 267 h 393"/>
                <a:gd name="T24" fmla="*/ 183 w 417"/>
                <a:gd name="T25" fmla="*/ 214 h 393"/>
                <a:gd name="T26" fmla="*/ 178 w 417"/>
                <a:gd name="T27" fmla="*/ 206 h 393"/>
                <a:gd name="T28" fmla="*/ 157 w 417"/>
                <a:gd name="T29" fmla="*/ 118 h 393"/>
                <a:gd name="T30" fmla="*/ 185 w 417"/>
                <a:gd name="T31" fmla="*/ 7 h 393"/>
                <a:gd name="T32" fmla="*/ 176 w 417"/>
                <a:gd name="T33" fmla="*/ 6 h 393"/>
                <a:gd name="T34" fmla="*/ 148 w 417"/>
                <a:gd name="T35" fmla="*/ 109 h 393"/>
                <a:gd name="T36" fmla="*/ 167 w 417"/>
                <a:gd name="T37" fmla="*/ 190 h 393"/>
                <a:gd name="T38" fmla="*/ 141 w 417"/>
                <a:gd name="T39" fmla="*/ 165 h 393"/>
                <a:gd name="T40" fmla="*/ 105 w 417"/>
                <a:gd name="T41" fmla="*/ 139 h 393"/>
                <a:gd name="T42" fmla="*/ 91 w 417"/>
                <a:gd name="T43" fmla="*/ 64 h 393"/>
                <a:gd name="T44" fmla="*/ 82 w 417"/>
                <a:gd name="T45" fmla="*/ 63 h 393"/>
                <a:gd name="T46" fmla="*/ 86 w 417"/>
                <a:gd name="T47" fmla="*/ 127 h 393"/>
                <a:gd name="T48" fmla="*/ 135 w 417"/>
                <a:gd name="T49" fmla="*/ 172 h 393"/>
                <a:gd name="T50" fmla="*/ 170 w 417"/>
                <a:gd name="T51" fmla="*/ 209 h 393"/>
                <a:gd name="T52" fmla="*/ 170 w 417"/>
                <a:gd name="T53" fmla="*/ 213 h 393"/>
                <a:gd name="T54" fmla="*/ 175 w 417"/>
                <a:gd name="T55" fmla="*/ 217 h 393"/>
                <a:gd name="T56" fmla="*/ 184 w 417"/>
                <a:gd name="T57" fmla="*/ 238 h 393"/>
                <a:gd name="T58" fmla="*/ 180 w 417"/>
                <a:gd name="T59" fmla="*/ 239 h 393"/>
                <a:gd name="T60" fmla="*/ 86 w 417"/>
                <a:gd name="T61" fmla="*/ 262 h 393"/>
                <a:gd name="T62" fmla="*/ 72 w 417"/>
                <a:gd name="T63" fmla="*/ 257 h 393"/>
                <a:gd name="T64" fmla="*/ 95 w 417"/>
                <a:gd name="T65" fmla="*/ 193 h 393"/>
                <a:gd name="T66" fmla="*/ 86 w 417"/>
                <a:gd name="T67" fmla="*/ 194 h 393"/>
                <a:gd name="T68" fmla="*/ 66 w 417"/>
                <a:gd name="T69" fmla="*/ 250 h 393"/>
                <a:gd name="T70" fmla="*/ 64 w 417"/>
                <a:gd name="T71" fmla="*/ 253 h 393"/>
                <a:gd name="T72" fmla="*/ 10 w 417"/>
                <a:gd name="T73" fmla="*/ 197 h 393"/>
                <a:gd name="T74" fmla="*/ 1 w 417"/>
                <a:gd name="T75" fmla="*/ 198 h 393"/>
                <a:gd name="T76" fmla="*/ 83 w 417"/>
                <a:gd name="T77" fmla="*/ 271 h 393"/>
                <a:gd name="T78" fmla="*/ 187 w 417"/>
                <a:gd name="T79" fmla="*/ 245 h 393"/>
                <a:gd name="T80" fmla="*/ 197 w 417"/>
                <a:gd name="T81" fmla="*/ 386 h 393"/>
                <a:gd name="T82" fmla="*/ 205 w 417"/>
                <a:gd name="T83" fmla="*/ 388 h 393"/>
                <a:gd name="T84" fmla="*/ 204 w 417"/>
                <a:gd name="T85" fmla="*/ 279 h 393"/>
                <a:gd name="T86" fmla="*/ 289 w 417"/>
                <a:gd name="T87" fmla="*/ 283 h 393"/>
                <a:gd name="T88" fmla="*/ 291 w 417"/>
                <a:gd name="T89" fmla="*/ 286 h 393"/>
                <a:gd name="T90" fmla="*/ 364 w 417"/>
                <a:gd name="T91" fmla="*/ 312 h 393"/>
                <a:gd name="T92" fmla="*/ 413 w 417"/>
                <a:gd name="T93" fmla="*/ 261 h 393"/>
                <a:gd name="T94" fmla="*/ 406 w 417"/>
                <a:gd name="T95" fmla="*/ 25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7" h="393">
                  <a:moveTo>
                    <a:pt x="406" y="255"/>
                  </a:moveTo>
                  <a:cubicBezTo>
                    <a:pt x="394" y="268"/>
                    <a:pt x="387" y="288"/>
                    <a:pt x="372" y="298"/>
                  </a:cubicBezTo>
                  <a:cubicBezTo>
                    <a:pt x="347" y="316"/>
                    <a:pt x="317" y="294"/>
                    <a:pt x="297" y="279"/>
                  </a:cubicBezTo>
                  <a:cubicBezTo>
                    <a:pt x="296" y="279"/>
                    <a:pt x="296" y="279"/>
                    <a:pt x="296" y="279"/>
                  </a:cubicBezTo>
                  <a:cubicBezTo>
                    <a:pt x="326" y="258"/>
                    <a:pt x="354" y="225"/>
                    <a:pt x="376" y="207"/>
                  </a:cubicBezTo>
                  <a:cubicBezTo>
                    <a:pt x="380" y="203"/>
                    <a:pt x="375" y="196"/>
                    <a:pt x="371" y="200"/>
                  </a:cubicBezTo>
                  <a:cubicBezTo>
                    <a:pt x="360" y="209"/>
                    <a:pt x="346" y="224"/>
                    <a:pt x="332" y="238"/>
                  </a:cubicBezTo>
                  <a:cubicBezTo>
                    <a:pt x="315" y="228"/>
                    <a:pt x="304" y="211"/>
                    <a:pt x="302" y="191"/>
                  </a:cubicBezTo>
                  <a:cubicBezTo>
                    <a:pt x="302" y="186"/>
                    <a:pt x="293" y="187"/>
                    <a:pt x="293" y="193"/>
                  </a:cubicBezTo>
                  <a:cubicBezTo>
                    <a:pt x="295" y="214"/>
                    <a:pt x="307" y="233"/>
                    <a:pt x="325" y="244"/>
                  </a:cubicBezTo>
                  <a:cubicBezTo>
                    <a:pt x="289" y="279"/>
                    <a:pt x="246" y="311"/>
                    <a:pt x="206" y="269"/>
                  </a:cubicBezTo>
                  <a:cubicBezTo>
                    <a:pt x="205" y="267"/>
                    <a:pt x="203" y="267"/>
                    <a:pt x="202" y="267"/>
                  </a:cubicBezTo>
                  <a:cubicBezTo>
                    <a:pt x="198" y="249"/>
                    <a:pt x="192" y="231"/>
                    <a:pt x="183" y="214"/>
                  </a:cubicBezTo>
                  <a:cubicBezTo>
                    <a:pt x="182" y="211"/>
                    <a:pt x="180" y="209"/>
                    <a:pt x="178" y="206"/>
                  </a:cubicBezTo>
                  <a:cubicBezTo>
                    <a:pt x="176" y="175"/>
                    <a:pt x="159" y="149"/>
                    <a:pt x="157" y="118"/>
                  </a:cubicBezTo>
                  <a:cubicBezTo>
                    <a:pt x="154" y="78"/>
                    <a:pt x="183" y="46"/>
                    <a:pt x="185" y="7"/>
                  </a:cubicBezTo>
                  <a:cubicBezTo>
                    <a:pt x="185" y="1"/>
                    <a:pt x="176" y="0"/>
                    <a:pt x="176" y="6"/>
                  </a:cubicBezTo>
                  <a:cubicBezTo>
                    <a:pt x="174" y="42"/>
                    <a:pt x="148" y="72"/>
                    <a:pt x="148" y="109"/>
                  </a:cubicBezTo>
                  <a:cubicBezTo>
                    <a:pt x="148" y="137"/>
                    <a:pt x="161" y="163"/>
                    <a:pt x="167" y="190"/>
                  </a:cubicBezTo>
                  <a:cubicBezTo>
                    <a:pt x="159" y="181"/>
                    <a:pt x="151" y="172"/>
                    <a:pt x="141" y="165"/>
                  </a:cubicBezTo>
                  <a:cubicBezTo>
                    <a:pt x="129" y="157"/>
                    <a:pt x="115" y="150"/>
                    <a:pt x="105" y="139"/>
                  </a:cubicBezTo>
                  <a:cubicBezTo>
                    <a:pt x="86" y="117"/>
                    <a:pt x="87" y="91"/>
                    <a:pt x="91" y="64"/>
                  </a:cubicBezTo>
                  <a:cubicBezTo>
                    <a:pt x="91" y="58"/>
                    <a:pt x="83" y="57"/>
                    <a:pt x="82" y="63"/>
                  </a:cubicBezTo>
                  <a:cubicBezTo>
                    <a:pt x="79" y="84"/>
                    <a:pt x="77" y="107"/>
                    <a:pt x="86" y="127"/>
                  </a:cubicBezTo>
                  <a:cubicBezTo>
                    <a:pt x="96" y="149"/>
                    <a:pt x="117" y="159"/>
                    <a:pt x="135" y="172"/>
                  </a:cubicBezTo>
                  <a:cubicBezTo>
                    <a:pt x="150" y="183"/>
                    <a:pt x="161" y="195"/>
                    <a:pt x="170" y="209"/>
                  </a:cubicBezTo>
                  <a:cubicBezTo>
                    <a:pt x="170" y="210"/>
                    <a:pt x="170" y="212"/>
                    <a:pt x="170" y="213"/>
                  </a:cubicBezTo>
                  <a:cubicBezTo>
                    <a:pt x="170" y="216"/>
                    <a:pt x="172" y="217"/>
                    <a:pt x="175" y="217"/>
                  </a:cubicBezTo>
                  <a:cubicBezTo>
                    <a:pt x="178" y="223"/>
                    <a:pt x="181" y="230"/>
                    <a:pt x="184" y="238"/>
                  </a:cubicBezTo>
                  <a:cubicBezTo>
                    <a:pt x="183" y="238"/>
                    <a:pt x="182" y="238"/>
                    <a:pt x="180" y="239"/>
                  </a:cubicBezTo>
                  <a:cubicBezTo>
                    <a:pt x="156" y="268"/>
                    <a:pt x="120" y="274"/>
                    <a:pt x="86" y="262"/>
                  </a:cubicBezTo>
                  <a:cubicBezTo>
                    <a:pt x="81" y="261"/>
                    <a:pt x="77" y="259"/>
                    <a:pt x="72" y="257"/>
                  </a:cubicBezTo>
                  <a:cubicBezTo>
                    <a:pt x="91" y="242"/>
                    <a:pt x="101" y="217"/>
                    <a:pt x="95" y="193"/>
                  </a:cubicBezTo>
                  <a:cubicBezTo>
                    <a:pt x="94" y="187"/>
                    <a:pt x="85" y="188"/>
                    <a:pt x="86" y="194"/>
                  </a:cubicBezTo>
                  <a:cubicBezTo>
                    <a:pt x="91" y="215"/>
                    <a:pt x="84" y="237"/>
                    <a:pt x="66" y="250"/>
                  </a:cubicBezTo>
                  <a:cubicBezTo>
                    <a:pt x="65" y="251"/>
                    <a:pt x="64" y="252"/>
                    <a:pt x="64" y="253"/>
                  </a:cubicBezTo>
                  <a:cubicBezTo>
                    <a:pt x="40" y="241"/>
                    <a:pt x="14" y="222"/>
                    <a:pt x="10" y="197"/>
                  </a:cubicBezTo>
                  <a:cubicBezTo>
                    <a:pt x="9" y="192"/>
                    <a:pt x="0" y="193"/>
                    <a:pt x="1" y="198"/>
                  </a:cubicBezTo>
                  <a:cubicBezTo>
                    <a:pt x="7" y="235"/>
                    <a:pt x="51" y="261"/>
                    <a:pt x="83" y="271"/>
                  </a:cubicBezTo>
                  <a:cubicBezTo>
                    <a:pt x="121" y="283"/>
                    <a:pt x="161" y="276"/>
                    <a:pt x="187" y="245"/>
                  </a:cubicBezTo>
                  <a:cubicBezTo>
                    <a:pt x="201" y="290"/>
                    <a:pt x="199" y="341"/>
                    <a:pt x="197" y="386"/>
                  </a:cubicBezTo>
                  <a:cubicBezTo>
                    <a:pt x="196" y="392"/>
                    <a:pt x="205" y="393"/>
                    <a:pt x="205" y="388"/>
                  </a:cubicBezTo>
                  <a:cubicBezTo>
                    <a:pt x="207" y="352"/>
                    <a:pt x="209" y="315"/>
                    <a:pt x="204" y="279"/>
                  </a:cubicBezTo>
                  <a:cubicBezTo>
                    <a:pt x="232" y="305"/>
                    <a:pt x="262" y="300"/>
                    <a:pt x="289" y="283"/>
                  </a:cubicBezTo>
                  <a:cubicBezTo>
                    <a:pt x="289" y="284"/>
                    <a:pt x="290" y="285"/>
                    <a:pt x="291" y="286"/>
                  </a:cubicBezTo>
                  <a:cubicBezTo>
                    <a:pt x="311" y="301"/>
                    <a:pt x="337" y="320"/>
                    <a:pt x="364" y="312"/>
                  </a:cubicBezTo>
                  <a:cubicBezTo>
                    <a:pt x="388" y="305"/>
                    <a:pt x="397" y="278"/>
                    <a:pt x="413" y="261"/>
                  </a:cubicBezTo>
                  <a:cubicBezTo>
                    <a:pt x="417" y="257"/>
                    <a:pt x="410" y="251"/>
                    <a:pt x="406" y="25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631">
              <a:extLst>
                <a:ext uri="{FF2B5EF4-FFF2-40B4-BE49-F238E27FC236}">
                  <a16:creationId xmlns:a16="http://schemas.microsoft.com/office/drawing/2014/main" id="{8C2083A1-5B36-F104-0A22-D65D973F0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1081" y="1959240"/>
              <a:ext cx="767480" cy="2680450"/>
            </a:xfrm>
            <a:custGeom>
              <a:avLst/>
              <a:gdLst>
                <a:gd name="T0" fmla="*/ 51 w 196"/>
                <a:gd name="T1" fmla="*/ 548 h 682"/>
                <a:gd name="T2" fmla="*/ 44 w 196"/>
                <a:gd name="T3" fmla="*/ 496 h 682"/>
                <a:gd name="T4" fmla="*/ 10 w 196"/>
                <a:gd name="T5" fmla="*/ 452 h 682"/>
                <a:gd name="T6" fmla="*/ 14 w 196"/>
                <a:gd name="T7" fmla="*/ 400 h 682"/>
                <a:gd name="T8" fmla="*/ 51 w 196"/>
                <a:gd name="T9" fmla="*/ 349 h 682"/>
                <a:gd name="T10" fmla="*/ 11 w 196"/>
                <a:gd name="T11" fmla="*/ 226 h 682"/>
                <a:gd name="T12" fmla="*/ 73 w 196"/>
                <a:gd name="T13" fmla="*/ 141 h 682"/>
                <a:gd name="T14" fmla="*/ 52 w 196"/>
                <a:gd name="T15" fmla="*/ 87 h 682"/>
                <a:gd name="T16" fmla="*/ 75 w 196"/>
                <a:gd name="T17" fmla="*/ 11 h 682"/>
                <a:gd name="T18" fmla="*/ 108 w 196"/>
                <a:gd name="T19" fmla="*/ 3 h 682"/>
                <a:gd name="T20" fmla="*/ 130 w 196"/>
                <a:gd name="T21" fmla="*/ 21 h 682"/>
                <a:gd name="T22" fmla="*/ 179 w 196"/>
                <a:gd name="T23" fmla="*/ 113 h 682"/>
                <a:gd name="T24" fmla="*/ 163 w 196"/>
                <a:gd name="T25" fmla="*/ 214 h 682"/>
                <a:gd name="T26" fmla="*/ 139 w 196"/>
                <a:gd name="T27" fmla="*/ 256 h 682"/>
                <a:gd name="T28" fmla="*/ 181 w 196"/>
                <a:gd name="T29" fmla="*/ 327 h 682"/>
                <a:gd name="T30" fmla="*/ 183 w 196"/>
                <a:gd name="T31" fmla="*/ 402 h 682"/>
                <a:gd name="T32" fmla="*/ 147 w 196"/>
                <a:gd name="T33" fmla="*/ 462 h 682"/>
                <a:gd name="T34" fmla="*/ 173 w 196"/>
                <a:gd name="T35" fmla="*/ 537 h 682"/>
                <a:gd name="T36" fmla="*/ 133 w 196"/>
                <a:gd name="T37" fmla="*/ 607 h 682"/>
                <a:gd name="T38" fmla="*/ 111 w 196"/>
                <a:gd name="T39" fmla="*/ 682 h 682"/>
                <a:gd name="T40" fmla="*/ 95 w 196"/>
                <a:gd name="T41" fmla="*/ 682 h 682"/>
                <a:gd name="T42" fmla="*/ 95 w 196"/>
                <a:gd name="T43" fmla="*/ 625 h 682"/>
                <a:gd name="T44" fmla="*/ 103 w 196"/>
                <a:gd name="T45" fmla="*/ 586 h 682"/>
                <a:gd name="T46" fmla="*/ 76 w 196"/>
                <a:gd name="T47" fmla="*/ 571 h 682"/>
                <a:gd name="T48" fmla="*/ 51 w 196"/>
                <a:gd name="T49" fmla="*/ 548 h 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6" h="682">
                  <a:moveTo>
                    <a:pt x="51" y="548"/>
                  </a:moveTo>
                  <a:cubicBezTo>
                    <a:pt x="62" y="533"/>
                    <a:pt x="55" y="511"/>
                    <a:pt x="44" y="496"/>
                  </a:cubicBezTo>
                  <a:cubicBezTo>
                    <a:pt x="33" y="481"/>
                    <a:pt x="18" y="469"/>
                    <a:pt x="10" y="452"/>
                  </a:cubicBezTo>
                  <a:cubicBezTo>
                    <a:pt x="3" y="435"/>
                    <a:pt x="5" y="415"/>
                    <a:pt x="14" y="400"/>
                  </a:cubicBezTo>
                  <a:cubicBezTo>
                    <a:pt x="24" y="382"/>
                    <a:pt x="45" y="369"/>
                    <a:pt x="51" y="349"/>
                  </a:cubicBezTo>
                  <a:cubicBezTo>
                    <a:pt x="63" y="306"/>
                    <a:pt x="0" y="269"/>
                    <a:pt x="11" y="226"/>
                  </a:cubicBezTo>
                  <a:cubicBezTo>
                    <a:pt x="19" y="191"/>
                    <a:pt x="71" y="177"/>
                    <a:pt x="73" y="141"/>
                  </a:cubicBezTo>
                  <a:cubicBezTo>
                    <a:pt x="74" y="122"/>
                    <a:pt x="59" y="105"/>
                    <a:pt x="52" y="87"/>
                  </a:cubicBezTo>
                  <a:cubicBezTo>
                    <a:pt x="42" y="60"/>
                    <a:pt x="52" y="28"/>
                    <a:pt x="75" y="11"/>
                  </a:cubicBezTo>
                  <a:cubicBezTo>
                    <a:pt x="85" y="4"/>
                    <a:pt x="97" y="0"/>
                    <a:pt x="108" y="3"/>
                  </a:cubicBezTo>
                  <a:cubicBezTo>
                    <a:pt x="117" y="6"/>
                    <a:pt x="124" y="13"/>
                    <a:pt x="130" y="21"/>
                  </a:cubicBezTo>
                  <a:cubicBezTo>
                    <a:pt x="152" y="48"/>
                    <a:pt x="171" y="79"/>
                    <a:pt x="179" y="113"/>
                  </a:cubicBezTo>
                  <a:cubicBezTo>
                    <a:pt x="186" y="147"/>
                    <a:pt x="182" y="185"/>
                    <a:pt x="163" y="214"/>
                  </a:cubicBezTo>
                  <a:cubicBezTo>
                    <a:pt x="153" y="227"/>
                    <a:pt x="140" y="240"/>
                    <a:pt x="139" y="256"/>
                  </a:cubicBezTo>
                  <a:cubicBezTo>
                    <a:pt x="136" y="284"/>
                    <a:pt x="166" y="303"/>
                    <a:pt x="181" y="327"/>
                  </a:cubicBezTo>
                  <a:cubicBezTo>
                    <a:pt x="195" y="349"/>
                    <a:pt x="196" y="379"/>
                    <a:pt x="183" y="402"/>
                  </a:cubicBezTo>
                  <a:cubicBezTo>
                    <a:pt x="171" y="423"/>
                    <a:pt x="148" y="439"/>
                    <a:pt x="147" y="462"/>
                  </a:cubicBezTo>
                  <a:cubicBezTo>
                    <a:pt x="145" y="489"/>
                    <a:pt x="171" y="510"/>
                    <a:pt x="173" y="537"/>
                  </a:cubicBezTo>
                  <a:cubicBezTo>
                    <a:pt x="175" y="565"/>
                    <a:pt x="151" y="586"/>
                    <a:pt x="133" y="607"/>
                  </a:cubicBezTo>
                  <a:cubicBezTo>
                    <a:pt x="114" y="628"/>
                    <a:pt x="90" y="663"/>
                    <a:pt x="111" y="682"/>
                  </a:cubicBezTo>
                  <a:cubicBezTo>
                    <a:pt x="110" y="681"/>
                    <a:pt x="95" y="682"/>
                    <a:pt x="95" y="682"/>
                  </a:cubicBezTo>
                  <a:cubicBezTo>
                    <a:pt x="85" y="664"/>
                    <a:pt x="89" y="645"/>
                    <a:pt x="95" y="625"/>
                  </a:cubicBezTo>
                  <a:cubicBezTo>
                    <a:pt x="99" y="612"/>
                    <a:pt x="110" y="598"/>
                    <a:pt x="103" y="586"/>
                  </a:cubicBezTo>
                  <a:cubicBezTo>
                    <a:pt x="98" y="580"/>
                    <a:pt x="83" y="575"/>
                    <a:pt x="76" y="571"/>
                  </a:cubicBezTo>
                  <a:cubicBezTo>
                    <a:pt x="69" y="567"/>
                    <a:pt x="46" y="555"/>
                    <a:pt x="51" y="54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633">
              <a:extLst>
                <a:ext uri="{FF2B5EF4-FFF2-40B4-BE49-F238E27FC236}">
                  <a16:creationId xmlns:a16="http://schemas.microsoft.com/office/drawing/2014/main" id="{4821FD7B-A882-DCE8-6542-BE1E928E8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6322" y="3152843"/>
              <a:ext cx="290956" cy="756024"/>
            </a:xfrm>
            <a:custGeom>
              <a:avLst/>
              <a:gdLst>
                <a:gd name="T0" fmla="*/ 27 w 74"/>
                <a:gd name="T1" fmla="*/ 36 h 192"/>
                <a:gd name="T2" fmla="*/ 10 w 74"/>
                <a:gd name="T3" fmla="*/ 150 h 192"/>
                <a:gd name="T4" fmla="*/ 51 w 74"/>
                <a:gd name="T5" fmla="*/ 165 h 192"/>
                <a:gd name="T6" fmla="*/ 70 w 74"/>
                <a:gd name="T7" fmla="*/ 29 h 192"/>
                <a:gd name="T8" fmla="*/ 27 w 74"/>
                <a:gd name="T9" fmla="*/ 3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92">
                  <a:moveTo>
                    <a:pt x="27" y="36"/>
                  </a:moveTo>
                  <a:cubicBezTo>
                    <a:pt x="30" y="75"/>
                    <a:pt x="24" y="113"/>
                    <a:pt x="10" y="150"/>
                  </a:cubicBezTo>
                  <a:cubicBezTo>
                    <a:pt x="0" y="176"/>
                    <a:pt x="41" y="192"/>
                    <a:pt x="51" y="165"/>
                  </a:cubicBezTo>
                  <a:cubicBezTo>
                    <a:pt x="68" y="121"/>
                    <a:pt x="74" y="75"/>
                    <a:pt x="70" y="29"/>
                  </a:cubicBezTo>
                  <a:cubicBezTo>
                    <a:pt x="68" y="0"/>
                    <a:pt x="24" y="8"/>
                    <a:pt x="27" y="3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634">
              <a:extLst>
                <a:ext uri="{FF2B5EF4-FFF2-40B4-BE49-F238E27FC236}">
                  <a16:creationId xmlns:a16="http://schemas.microsoft.com/office/drawing/2014/main" id="{5281F3C4-00A2-099C-A586-96B850BCB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9199" y="3216991"/>
              <a:ext cx="105386" cy="59566"/>
            </a:xfrm>
            <a:custGeom>
              <a:avLst/>
              <a:gdLst>
                <a:gd name="T0" fmla="*/ 26 w 27"/>
                <a:gd name="T1" fmla="*/ 6 h 15"/>
                <a:gd name="T2" fmla="*/ 14 w 27"/>
                <a:gd name="T3" fmla="*/ 14 h 15"/>
                <a:gd name="T4" fmla="*/ 1 w 27"/>
                <a:gd name="T5" fmla="*/ 9 h 15"/>
                <a:gd name="T6" fmla="*/ 13 w 27"/>
                <a:gd name="T7" fmla="*/ 1 h 15"/>
                <a:gd name="T8" fmla="*/ 26 w 27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26" y="6"/>
                  </a:moveTo>
                  <a:cubicBezTo>
                    <a:pt x="27" y="9"/>
                    <a:pt x="21" y="13"/>
                    <a:pt x="14" y="14"/>
                  </a:cubicBezTo>
                  <a:cubicBezTo>
                    <a:pt x="7" y="15"/>
                    <a:pt x="1" y="13"/>
                    <a:pt x="1" y="9"/>
                  </a:cubicBezTo>
                  <a:cubicBezTo>
                    <a:pt x="0" y="5"/>
                    <a:pt x="5" y="2"/>
                    <a:pt x="13" y="1"/>
                  </a:cubicBezTo>
                  <a:cubicBezTo>
                    <a:pt x="20" y="0"/>
                    <a:pt x="26" y="2"/>
                    <a:pt x="26" y="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0" name="Freeform 635">
              <a:extLst>
                <a:ext uri="{FF2B5EF4-FFF2-40B4-BE49-F238E27FC236}">
                  <a16:creationId xmlns:a16="http://schemas.microsoft.com/office/drawing/2014/main" id="{C745C693-6968-780A-430C-3E31C3C67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0254" y="3184917"/>
              <a:ext cx="474235" cy="927848"/>
            </a:xfrm>
            <a:custGeom>
              <a:avLst/>
              <a:gdLst>
                <a:gd name="T0" fmla="*/ 50 w 121"/>
                <a:gd name="T1" fmla="*/ 211 h 236"/>
                <a:gd name="T2" fmla="*/ 116 w 121"/>
                <a:gd name="T3" fmla="*/ 31 h 236"/>
                <a:gd name="T4" fmla="*/ 72 w 121"/>
                <a:gd name="T5" fmla="*/ 27 h 236"/>
                <a:gd name="T6" fmla="*/ 14 w 121"/>
                <a:gd name="T7" fmla="*/ 185 h 236"/>
                <a:gd name="T8" fmla="*/ 50 w 121"/>
                <a:gd name="T9" fmla="*/ 211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236">
                  <a:moveTo>
                    <a:pt x="50" y="211"/>
                  </a:moveTo>
                  <a:cubicBezTo>
                    <a:pt x="82" y="155"/>
                    <a:pt x="104" y="95"/>
                    <a:pt x="116" y="31"/>
                  </a:cubicBezTo>
                  <a:cubicBezTo>
                    <a:pt x="121" y="3"/>
                    <a:pt x="77" y="0"/>
                    <a:pt x="72" y="27"/>
                  </a:cubicBezTo>
                  <a:cubicBezTo>
                    <a:pt x="62" y="83"/>
                    <a:pt x="42" y="136"/>
                    <a:pt x="14" y="185"/>
                  </a:cubicBezTo>
                  <a:cubicBezTo>
                    <a:pt x="0" y="209"/>
                    <a:pt x="36" y="236"/>
                    <a:pt x="50" y="21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1" name="Freeform 636">
              <a:extLst>
                <a:ext uri="{FF2B5EF4-FFF2-40B4-BE49-F238E27FC236}">
                  <a16:creationId xmlns:a16="http://schemas.microsoft.com/office/drawing/2014/main" id="{CE47426C-24B9-3073-EA48-9E5E38B98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8700" y="3239900"/>
              <a:ext cx="105386" cy="59566"/>
            </a:xfrm>
            <a:custGeom>
              <a:avLst/>
              <a:gdLst>
                <a:gd name="T0" fmla="*/ 26 w 27"/>
                <a:gd name="T1" fmla="*/ 6 h 15"/>
                <a:gd name="T2" fmla="*/ 14 w 27"/>
                <a:gd name="T3" fmla="*/ 14 h 15"/>
                <a:gd name="T4" fmla="*/ 1 w 27"/>
                <a:gd name="T5" fmla="*/ 9 h 15"/>
                <a:gd name="T6" fmla="*/ 13 w 27"/>
                <a:gd name="T7" fmla="*/ 1 h 15"/>
                <a:gd name="T8" fmla="*/ 26 w 27"/>
                <a:gd name="T9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5">
                  <a:moveTo>
                    <a:pt x="26" y="6"/>
                  </a:moveTo>
                  <a:cubicBezTo>
                    <a:pt x="27" y="10"/>
                    <a:pt x="21" y="13"/>
                    <a:pt x="14" y="14"/>
                  </a:cubicBezTo>
                  <a:cubicBezTo>
                    <a:pt x="7" y="15"/>
                    <a:pt x="1" y="13"/>
                    <a:pt x="1" y="9"/>
                  </a:cubicBezTo>
                  <a:cubicBezTo>
                    <a:pt x="0" y="5"/>
                    <a:pt x="6" y="2"/>
                    <a:pt x="13" y="1"/>
                  </a:cubicBezTo>
                  <a:cubicBezTo>
                    <a:pt x="20" y="0"/>
                    <a:pt x="26" y="2"/>
                    <a:pt x="26" y="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2" name="Freeform 637">
              <a:extLst>
                <a:ext uri="{FF2B5EF4-FFF2-40B4-BE49-F238E27FC236}">
                  <a16:creationId xmlns:a16="http://schemas.microsoft.com/office/drawing/2014/main" id="{1D7C59B1-1F7D-DCF8-EAD0-607DBF92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7278" y="3304048"/>
              <a:ext cx="540672" cy="863700"/>
            </a:xfrm>
            <a:custGeom>
              <a:avLst/>
              <a:gdLst>
                <a:gd name="T0" fmla="*/ 51 w 138"/>
                <a:gd name="T1" fmla="*/ 194 h 220"/>
                <a:gd name="T2" fmla="*/ 123 w 138"/>
                <a:gd name="T3" fmla="*/ 50 h 220"/>
                <a:gd name="T4" fmla="*/ 87 w 138"/>
                <a:gd name="T5" fmla="*/ 24 h 220"/>
                <a:gd name="T6" fmla="*/ 10 w 138"/>
                <a:gd name="T7" fmla="*/ 178 h 220"/>
                <a:gd name="T8" fmla="*/ 51 w 138"/>
                <a:gd name="T9" fmla="*/ 194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20">
                  <a:moveTo>
                    <a:pt x="51" y="194"/>
                  </a:moveTo>
                  <a:cubicBezTo>
                    <a:pt x="70" y="143"/>
                    <a:pt x="94" y="96"/>
                    <a:pt x="123" y="50"/>
                  </a:cubicBezTo>
                  <a:cubicBezTo>
                    <a:pt x="138" y="26"/>
                    <a:pt x="102" y="0"/>
                    <a:pt x="87" y="24"/>
                  </a:cubicBezTo>
                  <a:cubicBezTo>
                    <a:pt x="56" y="73"/>
                    <a:pt x="30" y="124"/>
                    <a:pt x="10" y="178"/>
                  </a:cubicBezTo>
                  <a:cubicBezTo>
                    <a:pt x="0" y="205"/>
                    <a:pt x="41" y="220"/>
                    <a:pt x="51" y="19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3" name="Freeform 638">
              <a:extLst>
                <a:ext uri="{FF2B5EF4-FFF2-40B4-BE49-F238E27FC236}">
                  <a16:creationId xmlns:a16="http://schemas.microsoft.com/office/drawing/2014/main" id="{EF44EAE7-F1C3-9671-2F8C-3E7E67311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8417" y="3377361"/>
              <a:ext cx="98513" cy="82475"/>
            </a:xfrm>
            <a:custGeom>
              <a:avLst/>
              <a:gdLst>
                <a:gd name="T0" fmla="*/ 23 w 25"/>
                <a:gd name="T1" fmla="*/ 18 h 21"/>
                <a:gd name="T2" fmla="*/ 9 w 25"/>
                <a:gd name="T3" fmla="*/ 16 h 21"/>
                <a:gd name="T4" fmla="*/ 2 w 25"/>
                <a:gd name="T5" fmla="*/ 3 h 21"/>
                <a:gd name="T6" fmla="*/ 16 w 25"/>
                <a:gd name="T7" fmla="*/ 5 h 21"/>
                <a:gd name="T8" fmla="*/ 23 w 25"/>
                <a:gd name="T9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1">
                  <a:moveTo>
                    <a:pt x="23" y="18"/>
                  </a:moveTo>
                  <a:cubicBezTo>
                    <a:pt x="21" y="21"/>
                    <a:pt x="15" y="20"/>
                    <a:pt x="9" y="16"/>
                  </a:cubicBezTo>
                  <a:cubicBezTo>
                    <a:pt x="3" y="12"/>
                    <a:pt x="0" y="6"/>
                    <a:pt x="2" y="3"/>
                  </a:cubicBezTo>
                  <a:cubicBezTo>
                    <a:pt x="4" y="0"/>
                    <a:pt x="11" y="1"/>
                    <a:pt x="16" y="5"/>
                  </a:cubicBezTo>
                  <a:cubicBezTo>
                    <a:pt x="22" y="9"/>
                    <a:pt x="25" y="15"/>
                    <a:pt x="23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4" name="Freeform 639">
              <a:extLst>
                <a:ext uri="{FF2B5EF4-FFF2-40B4-BE49-F238E27FC236}">
                  <a16:creationId xmlns:a16="http://schemas.microsoft.com/office/drawing/2014/main" id="{BDFC71FF-2215-FF12-EB14-19E8BA20B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175" y="3464418"/>
              <a:ext cx="279501" cy="797262"/>
            </a:xfrm>
            <a:custGeom>
              <a:avLst/>
              <a:gdLst>
                <a:gd name="T0" fmla="*/ 49 w 71"/>
                <a:gd name="T1" fmla="*/ 176 h 203"/>
                <a:gd name="T2" fmla="*/ 68 w 71"/>
                <a:gd name="T3" fmla="*/ 31 h 203"/>
                <a:gd name="T4" fmla="*/ 24 w 71"/>
                <a:gd name="T5" fmla="*/ 28 h 203"/>
                <a:gd name="T6" fmla="*/ 5 w 71"/>
                <a:gd name="T7" fmla="*/ 173 h 203"/>
                <a:gd name="T8" fmla="*/ 49 w 71"/>
                <a:gd name="T9" fmla="*/ 17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03">
                  <a:moveTo>
                    <a:pt x="49" y="176"/>
                  </a:moveTo>
                  <a:cubicBezTo>
                    <a:pt x="57" y="128"/>
                    <a:pt x="64" y="79"/>
                    <a:pt x="68" y="31"/>
                  </a:cubicBezTo>
                  <a:cubicBezTo>
                    <a:pt x="71" y="2"/>
                    <a:pt x="27" y="0"/>
                    <a:pt x="24" y="28"/>
                  </a:cubicBezTo>
                  <a:cubicBezTo>
                    <a:pt x="20" y="77"/>
                    <a:pt x="13" y="125"/>
                    <a:pt x="5" y="173"/>
                  </a:cubicBezTo>
                  <a:cubicBezTo>
                    <a:pt x="0" y="201"/>
                    <a:pt x="44" y="203"/>
                    <a:pt x="49" y="17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5" name="Freeform 640">
              <a:extLst>
                <a:ext uri="{FF2B5EF4-FFF2-40B4-BE49-F238E27FC236}">
                  <a16:creationId xmlns:a16="http://schemas.microsoft.com/office/drawing/2014/main" id="{4BD4A2FA-35C4-FE35-7E37-BAE741CE0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7343" y="3514819"/>
              <a:ext cx="100803" cy="59566"/>
            </a:xfrm>
            <a:custGeom>
              <a:avLst/>
              <a:gdLst>
                <a:gd name="T0" fmla="*/ 26 w 26"/>
                <a:gd name="T1" fmla="*/ 9 h 15"/>
                <a:gd name="T2" fmla="*/ 12 w 26"/>
                <a:gd name="T3" fmla="*/ 15 h 15"/>
                <a:gd name="T4" fmla="*/ 1 w 26"/>
                <a:gd name="T5" fmla="*/ 6 h 15"/>
                <a:gd name="T6" fmla="*/ 14 w 26"/>
                <a:gd name="T7" fmla="*/ 1 h 15"/>
                <a:gd name="T8" fmla="*/ 26 w 26"/>
                <a:gd name="T9" fmla="*/ 9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5">
                  <a:moveTo>
                    <a:pt x="26" y="9"/>
                  </a:moveTo>
                  <a:cubicBezTo>
                    <a:pt x="26" y="13"/>
                    <a:pt x="20" y="15"/>
                    <a:pt x="12" y="15"/>
                  </a:cubicBezTo>
                  <a:cubicBezTo>
                    <a:pt x="5" y="14"/>
                    <a:pt x="0" y="10"/>
                    <a:pt x="1" y="6"/>
                  </a:cubicBezTo>
                  <a:cubicBezTo>
                    <a:pt x="1" y="3"/>
                    <a:pt x="7" y="0"/>
                    <a:pt x="14" y="1"/>
                  </a:cubicBezTo>
                  <a:cubicBezTo>
                    <a:pt x="21" y="2"/>
                    <a:pt x="26" y="6"/>
                    <a:pt x="26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6" name="Freeform 641">
              <a:extLst>
                <a:ext uri="{FF2B5EF4-FFF2-40B4-BE49-F238E27FC236}">
                  <a16:creationId xmlns:a16="http://schemas.microsoft.com/office/drawing/2014/main" id="{17B2A025-8563-1236-8FAC-0DA55FE7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8732" y="3640823"/>
              <a:ext cx="536091" cy="778935"/>
            </a:xfrm>
            <a:custGeom>
              <a:avLst/>
              <a:gdLst>
                <a:gd name="T0" fmla="*/ 48 w 137"/>
                <a:gd name="T1" fmla="*/ 170 h 198"/>
                <a:gd name="T2" fmla="*/ 127 w 137"/>
                <a:gd name="T3" fmla="*/ 42 h 198"/>
                <a:gd name="T4" fmla="*/ 86 w 137"/>
                <a:gd name="T5" fmla="*/ 26 h 198"/>
                <a:gd name="T6" fmla="*/ 7 w 137"/>
                <a:gd name="T7" fmla="*/ 155 h 198"/>
                <a:gd name="T8" fmla="*/ 48 w 137"/>
                <a:gd name="T9" fmla="*/ 17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98">
                  <a:moveTo>
                    <a:pt x="48" y="170"/>
                  </a:moveTo>
                  <a:cubicBezTo>
                    <a:pt x="61" y="121"/>
                    <a:pt x="110" y="90"/>
                    <a:pt x="127" y="42"/>
                  </a:cubicBezTo>
                  <a:cubicBezTo>
                    <a:pt x="137" y="15"/>
                    <a:pt x="95" y="0"/>
                    <a:pt x="86" y="26"/>
                  </a:cubicBezTo>
                  <a:cubicBezTo>
                    <a:pt x="68" y="75"/>
                    <a:pt x="20" y="104"/>
                    <a:pt x="7" y="155"/>
                  </a:cubicBezTo>
                  <a:cubicBezTo>
                    <a:pt x="0" y="182"/>
                    <a:pt x="41" y="198"/>
                    <a:pt x="48" y="17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642">
              <a:extLst>
                <a:ext uri="{FF2B5EF4-FFF2-40B4-BE49-F238E27FC236}">
                  <a16:creationId xmlns:a16="http://schemas.microsoft.com/office/drawing/2014/main" id="{1C4E4AE7-F1EE-1885-1C3D-F4BF87057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5908" y="3700388"/>
              <a:ext cx="103096" cy="71020"/>
            </a:xfrm>
            <a:custGeom>
              <a:avLst/>
              <a:gdLst>
                <a:gd name="T0" fmla="*/ 25 w 26"/>
                <a:gd name="T1" fmla="*/ 13 h 18"/>
                <a:gd name="T2" fmla="*/ 11 w 26"/>
                <a:gd name="T3" fmla="*/ 15 h 18"/>
                <a:gd name="T4" fmla="*/ 1 w 26"/>
                <a:gd name="T5" fmla="*/ 5 h 18"/>
                <a:gd name="T6" fmla="*/ 15 w 26"/>
                <a:gd name="T7" fmla="*/ 3 h 18"/>
                <a:gd name="T8" fmla="*/ 25 w 26"/>
                <a:gd name="T9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8">
                  <a:moveTo>
                    <a:pt x="25" y="13"/>
                  </a:moveTo>
                  <a:cubicBezTo>
                    <a:pt x="24" y="17"/>
                    <a:pt x="17" y="18"/>
                    <a:pt x="11" y="15"/>
                  </a:cubicBezTo>
                  <a:cubicBezTo>
                    <a:pt x="4" y="13"/>
                    <a:pt x="0" y="8"/>
                    <a:pt x="1" y="5"/>
                  </a:cubicBezTo>
                  <a:cubicBezTo>
                    <a:pt x="2" y="1"/>
                    <a:pt x="9" y="0"/>
                    <a:pt x="15" y="3"/>
                  </a:cubicBezTo>
                  <a:cubicBezTo>
                    <a:pt x="22" y="5"/>
                    <a:pt x="26" y="10"/>
                    <a:pt x="25" y="1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8" name="Freeform 643">
              <a:extLst>
                <a:ext uri="{FF2B5EF4-FFF2-40B4-BE49-F238E27FC236}">
                  <a16:creationId xmlns:a16="http://schemas.microsoft.com/office/drawing/2014/main" id="{F45A3B95-45D9-D722-9A96-9F6806C47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2425" y="3400269"/>
              <a:ext cx="238262" cy="794971"/>
            </a:xfrm>
            <a:custGeom>
              <a:avLst/>
              <a:gdLst>
                <a:gd name="T0" fmla="*/ 48 w 61"/>
                <a:gd name="T1" fmla="*/ 168 h 202"/>
                <a:gd name="T2" fmla="*/ 56 w 61"/>
                <a:gd name="T3" fmla="*/ 34 h 202"/>
                <a:gd name="T4" fmla="*/ 12 w 61"/>
                <a:gd name="T5" fmla="*/ 28 h 202"/>
                <a:gd name="T6" fmla="*/ 4 w 61"/>
                <a:gd name="T7" fmla="*/ 174 h 202"/>
                <a:gd name="T8" fmla="*/ 48 w 61"/>
                <a:gd name="T9" fmla="*/ 16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202">
                  <a:moveTo>
                    <a:pt x="48" y="168"/>
                  </a:moveTo>
                  <a:cubicBezTo>
                    <a:pt x="44" y="123"/>
                    <a:pt x="47" y="78"/>
                    <a:pt x="56" y="34"/>
                  </a:cubicBezTo>
                  <a:cubicBezTo>
                    <a:pt x="61" y="6"/>
                    <a:pt x="17" y="0"/>
                    <a:pt x="12" y="28"/>
                  </a:cubicBezTo>
                  <a:cubicBezTo>
                    <a:pt x="2" y="76"/>
                    <a:pt x="0" y="125"/>
                    <a:pt x="4" y="174"/>
                  </a:cubicBezTo>
                  <a:cubicBezTo>
                    <a:pt x="6" y="202"/>
                    <a:pt x="50" y="196"/>
                    <a:pt x="48" y="16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9" name="Freeform 644">
              <a:extLst>
                <a:ext uri="{FF2B5EF4-FFF2-40B4-BE49-F238E27FC236}">
                  <a16:creationId xmlns:a16="http://schemas.microsoft.com/office/drawing/2014/main" id="{7261F2D4-709A-43EE-6BB3-AC261F889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4900" y="3455254"/>
              <a:ext cx="105386" cy="64147"/>
            </a:xfrm>
            <a:custGeom>
              <a:avLst/>
              <a:gdLst>
                <a:gd name="T0" fmla="*/ 26 w 27"/>
                <a:gd name="T1" fmla="*/ 10 h 16"/>
                <a:gd name="T2" fmla="*/ 12 w 27"/>
                <a:gd name="T3" fmla="*/ 15 h 16"/>
                <a:gd name="T4" fmla="*/ 1 w 27"/>
                <a:gd name="T5" fmla="*/ 6 h 16"/>
                <a:gd name="T6" fmla="*/ 15 w 27"/>
                <a:gd name="T7" fmla="*/ 1 h 16"/>
                <a:gd name="T8" fmla="*/ 26 w 27"/>
                <a:gd name="T9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26" y="10"/>
                  </a:moveTo>
                  <a:cubicBezTo>
                    <a:pt x="25" y="14"/>
                    <a:pt x="19" y="16"/>
                    <a:pt x="12" y="15"/>
                  </a:cubicBezTo>
                  <a:cubicBezTo>
                    <a:pt x="5" y="13"/>
                    <a:pt x="0" y="9"/>
                    <a:pt x="1" y="6"/>
                  </a:cubicBezTo>
                  <a:cubicBezTo>
                    <a:pt x="2" y="2"/>
                    <a:pt x="8" y="0"/>
                    <a:pt x="15" y="1"/>
                  </a:cubicBezTo>
                  <a:cubicBezTo>
                    <a:pt x="22" y="3"/>
                    <a:pt x="27" y="7"/>
                    <a:pt x="26" y="1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645">
              <a:extLst>
                <a:ext uri="{FF2B5EF4-FFF2-40B4-BE49-F238E27FC236}">
                  <a16:creationId xmlns:a16="http://schemas.microsoft.com/office/drawing/2014/main" id="{6D22E409-4D68-901B-2504-B7D58CDBD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4649" y="3498781"/>
              <a:ext cx="467361" cy="865992"/>
            </a:xfrm>
            <a:custGeom>
              <a:avLst/>
              <a:gdLst>
                <a:gd name="T0" fmla="*/ 50 w 119"/>
                <a:gd name="T1" fmla="*/ 193 h 220"/>
                <a:gd name="T2" fmla="*/ 107 w 119"/>
                <a:gd name="T3" fmla="*/ 42 h 220"/>
                <a:gd name="T4" fmla="*/ 66 w 119"/>
                <a:gd name="T5" fmla="*/ 26 h 220"/>
                <a:gd name="T6" fmla="*/ 9 w 119"/>
                <a:gd name="T7" fmla="*/ 178 h 220"/>
                <a:gd name="T8" fmla="*/ 50 w 119"/>
                <a:gd name="T9" fmla="*/ 19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220">
                  <a:moveTo>
                    <a:pt x="50" y="193"/>
                  </a:moveTo>
                  <a:cubicBezTo>
                    <a:pt x="66" y="141"/>
                    <a:pt x="85" y="91"/>
                    <a:pt x="107" y="42"/>
                  </a:cubicBezTo>
                  <a:cubicBezTo>
                    <a:pt x="119" y="16"/>
                    <a:pt x="78" y="0"/>
                    <a:pt x="66" y="26"/>
                  </a:cubicBezTo>
                  <a:cubicBezTo>
                    <a:pt x="44" y="75"/>
                    <a:pt x="24" y="126"/>
                    <a:pt x="9" y="178"/>
                  </a:cubicBezTo>
                  <a:cubicBezTo>
                    <a:pt x="0" y="205"/>
                    <a:pt x="42" y="220"/>
                    <a:pt x="50" y="193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1" name="Freeform 646">
              <a:extLst>
                <a:ext uri="{FF2B5EF4-FFF2-40B4-BE49-F238E27FC236}">
                  <a16:creationId xmlns:a16="http://schemas.microsoft.com/office/drawing/2014/main" id="{485ECB2B-E84A-4A6E-86F0-2BECED645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641" y="3565221"/>
              <a:ext cx="105386" cy="71020"/>
            </a:xfrm>
            <a:custGeom>
              <a:avLst/>
              <a:gdLst>
                <a:gd name="T0" fmla="*/ 25 w 27"/>
                <a:gd name="T1" fmla="*/ 14 h 18"/>
                <a:gd name="T2" fmla="*/ 11 w 27"/>
                <a:gd name="T3" fmla="*/ 15 h 18"/>
                <a:gd name="T4" fmla="*/ 1 w 27"/>
                <a:gd name="T5" fmla="*/ 3 h 18"/>
                <a:gd name="T6" fmla="*/ 16 w 27"/>
                <a:gd name="T7" fmla="*/ 2 h 18"/>
                <a:gd name="T8" fmla="*/ 25 w 27"/>
                <a:gd name="T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8">
                  <a:moveTo>
                    <a:pt x="25" y="14"/>
                  </a:moveTo>
                  <a:cubicBezTo>
                    <a:pt x="24" y="17"/>
                    <a:pt x="17" y="18"/>
                    <a:pt x="11" y="15"/>
                  </a:cubicBezTo>
                  <a:cubicBezTo>
                    <a:pt x="4" y="12"/>
                    <a:pt x="0" y="7"/>
                    <a:pt x="1" y="3"/>
                  </a:cubicBezTo>
                  <a:cubicBezTo>
                    <a:pt x="3" y="0"/>
                    <a:pt x="9" y="0"/>
                    <a:pt x="16" y="2"/>
                  </a:cubicBezTo>
                  <a:cubicBezTo>
                    <a:pt x="22" y="5"/>
                    <a:pt x="27" y="10"/>
                    <a:pt x="25" y="1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2" name="Freeform 647">
              <a:extLst>
                <a:ext uri="{FF2B5EF4-FFF2-40B4-BE49-F238E27FC236}">
                  <a16:creationId xmlns:a16="http://schemas.microsoft.com/office/drawing/2014/main" id="{33DEED29-91D7-A903-6764-76A70092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3780" y="3727879"/>
              <a:ext cx="572746" cy="584200"/>
            </a:xfrm>
            <a:custGeom>
              <a:avLst/>
              <a:gdLst>
                <a:gd name="T0" fmla="*/ 50 w 146"/>
                <a:gd name="T1" fmla="*/ 124 h 149"/>
                <a:gd name="T2" fmla="*/ 122 w 146"/>
                <a:gd name="T3" fmla="*/ 49 h 149"/>
                <a:gd name="T4" fmla="*/ 94 w 146"/>
                <a:gd name="T5" fmla="*/ 15 h 149"/>
                <a:gd name="T6" fmla="*/ 14 w 146"/>
                <a:gd name="T7" fmla="*/ 98 h 149"/>
                <a:gd name="T8" fmla="*/ 50 w 146"/>
                <a:gd name="T9" fmla="*/ 12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49">
                  <a:moveTo>
                    <a:pt x="50" y="124"/>
                  </a:moveTo>
                  <a:cubicBezTo>
                    <a:pt x="68" y="93"/>
                    <a:pt x="92" y="68"/>
                    <a:pt x="122" y="49"/>
                  </a:cubicBezTo>
                  <a:cubicBezTo>
                    <a:pt x="146" y="34"/>
                    <a:pt x="118" y="0"/>
                    <a:pt x="94" y="15"/>
                  </a:cubicBezTo>
                  <a:cubicBezTo>
                    <a:pt x="61" y="36"/>
                    <a:pt x="34" y="64"/>
                    <a:pt x="14" y="98"/>
                  </a:cubicBezTo>
                  <a:cubicBezTo>
                    <a:pt x="0" y="123"/>
                    <a:pt x="36" y="149"/>
                    <a:pt x="50" y="1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3" name="Freeform 648">
              <a:extLst>
                <a:ext uri="{FF2B5EF4-FFF2-40B4-BE49-F238E27FC236}">
                  <a16:creationId xmlns:a16="http://schemas.microsoft.com/office/drawing/2014/main" id="{D2E9C167-28E6-E51C-CC2C-2C25563CC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032" y="3789736"/>
              <a:ext cx="87057" cy="98512"/>
            </a:xfrm>
            <a:custGeom>
              <a:avLst/>
              <a:gdLst>
                <a:gd name="T0" fmla="*/ 19 w 22"/>
                <a:gd name="T1" fmla="*/ 22 h 25"/>
                <a:gd name="T2" fmla="*/ 5 w 22"/>
                <a:gd name="T3" fmla="*/ 17 h 25"/>
                <a:gd name="T4" fmla="*/ 2 w 22"/>
                <a:gd name="T5" fmla="*/ 3 h 25"/>
                <a:gd name="T6" fmla="*/ 16 w 22"/>
                <a:gd name="T7" fmla="*/ 8 h 25"/>
                <a:gd name="T8" fmla="*/ 19 w 22"/>
                <a:gd name="T9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5">
                  <a:moveTo>
                    <a:pt x="19" y="22"/>
                  </a:moveTo>
                  <a:cubicBezTo>
                    <a:pt x="16" y="25"/>
                    <a:pt x="10" y="22"/>
                    <a:pt x="5" y="17"/>
                  </a:cubicBezTo>
                  <a:cubicBezTo>
                    <a:pt x="1" y="11"/>
                    <a:pt x="0" y="5"/>
                    <a:pt x="2" y="3"/>
                  </a:cubicBezTo>
                  <a:cubicBezTo>
                    <a:pt x="5" y="0"/>
                    <a:pt x="11" y="3"/>
                    <a:pt x="16" y="8"/>
                  </a:cubicBezTo>
                  <a:cubicBezTo>
                    <a:pt x="20" y="14"/>
                    <a:pt x="22" y="20"/>
                    <a:pt x="19" y="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4" name="Freeform 656">
              <a:extLst>
                <a:ext uri="{FF2B5EF4-FFF2-40B4-BE49-F238E27FC236}">
                  <a16:creationId xmlns:a16="http://schemas.microsoft.com/office/drawing/2014/main" id="{FC208423-3A52-02B2-A362-436705B930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2574" y="651091"/>
              <a:ext cx="286374" cy="132877"/>
            </a:xfrm>
            <a:custGeom>
              <a:avLst/>
              <a:gdLst>
                <a:gd name="T0" fmla="*/ 73 w 73"/>
                <a:gd name="T1" fmla="*/ 9 h 34"/>
                <a:gd name="T2" fmla="*/ 60 w 73"/>
                <a:gd name="T3" fmla="*/ 16 h 34"/>
                <a:gd name="T4" fmla="*/ 0 w 73"/>
                <a:gd name="T5" fmla="*/ 17 h 34"/>
                <a:gd name="T6" fmla="*/ 61 w 73"/>
                <a:gd name="T7" fmla="*/ 18 h 34"/>
                <a:gd name="T8" fmla="*/ 73 w 73"/>
                <a:gd name="T9" fmla="*/ 25 h 34"/>
                <a:gd name="T10" fmla="*/ 73 w 73"/>
                <a:gd name="T11" fmla="*/ 9 h 34"/>
                <a:gd name="T12" fmla="*/ 15 w 73"/>
                <a:gd name="T13" fmla="*/ 17 h 34"/>
                <a:gd name="T14" fmla="*/ 12 w 73"/>
                <a:gd name="T15" fmla="*/ 15 h 34"/>
                <a:gd name="T16" fmla="*/ 15 w 73"/>
                <a:gd name="T17" fmla="*/ 13 h 34"/>
                <a:gd name="T18" fmla="*/ 17 w 73"/>
                <a:gd name="T19" fmla="*/ 15 h 34"/>
                <a:gd name="T20" fmla="*/ 15 w 73"/>
                <a:gd name="T21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" h="34">
                  <a:moveTo>
                    <a:pt x="73" y="9"/>
                  </a:moveTo>
                  <a:cubicBezTo>
                    <a:pt x="60" y="16"/>
                    <a:pt x="60" y="16"/>
                    <a:pt x="60" y="16"/>
                  </a:cubicBezTo>
                  <a:cubicBezTo>
                    <a:pt x="44" y="0"/>
                    <a:pt x="17" y="1"/>
                    <a:pt x="0" y="17"/>
                  </a:cubicBezTo>
                  <a:cubicBezTo>
                    <a:pt x="17" y="34"/>
                    <a:pt x="44" y="34"/>
                    <a:pt x="61" y="18"/>
                  </a:cubicBezTo>
                  <a:cubicBezTo>
                    <a:pt x="73" y="25"/>
                    <a:pt x="73" y="25"/>
                    <a:pt x="73" y="25"/>
                  </a:cubicBezTo>
                  <a:lnTo>
                    <a:pt x="73" y="9"/>
                  </a:lnTo>
                  <a:close/>
                  <a:moveTo>
                    <a:pt x="15" y="17"/>
                  </a:moveTo>
                  <a:cubicBezTo>
                    <a:pt x="13" y="17"/>
                    <a:pt x="12" y="16"/>
                    <a:pt x="12" y="15"/>
                  </a:cubicBezTo>
                  <a:cubicBezTo>
                    <a:pt x="12" y="14"/>
                    <a:pt x="13" y="13"/>
                    <a:pt x="15" y="13"/>
                  </a:cubicBezTo>
                  <a:cubicBezTo>
                    <a:pt x="16" y="13"/>
                    <a:pt x="17" y="14"/>
                    <a:pt x="17" y="15"/>
                  </a:cubicBezTo>
                  <a:cubicBezTo>
                    <a:pt x="17" y="16"/>
                    <a:pt x="16" y="17"/>
                    <a:pt x="15" y="1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6" name="Freeform 659">
              <a:extLst>
                <a:ext uri="{FF2B5EF4-FFF2-40B4-BE49-F238E27FC236}">
                  <a16:creationId xmlns:a16="http://schemas.microsoft.com/office/drawing/2014/main" id="{72326F93-DCAA-368B-7D61-1285DC3CA5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6654" y="2344126"/>
              <a:ext cx="437578" cy="201606"/>
            </a:xfrm>
            <a:custGeom>
              <a:avLst/>
              <a:gdLst>
                <a:gd name="T0" fmla="*/ 112 w 112"/>
                <a:gd name="T1" fmla="*/ 13 h 51"/>
                <a:gd name="T2" fmla="*/ 93 w 112"/>
                <a:gd name="T3" fmla="*/ 24 h 51"/>
                <a:gd name="T4" fmla="*/ 0 w 112"/>
                <a:gd name="T5" fmla="*/ 26 h 51"/>
                <a:gd name="T6" fmla="*/ 93 w 112"/>
                <a:gd name="T7" fmla="*/ 27 h 51"/>
                <a:gd name="T8" fmla="*/ 112 w 112"/>
                <a:gd name="T9" fmla="*/ 38 h 51"/>
                <a:gd name="T10" fmla="*/ 112 w 112"/>
                <a:gd name="T11" fmla="*/ 13 h 51"/>
                <a:gd name="T12" fmla="*/ 22 w 112"/>
                <a:gd name="T13" fmla="*/ 26 h 51"/>
                <a:gd name="T14" fmla="*/ 18 w 112"/>
                <a:gd name="T15" fmla="*/ 22 h 51"/>
                <a:gd name="T16" fmla="*/ 22 w 112"/>
                <a:gd name="T17" fmla="*/ 18 h 51"/>
                <a:gd name="T18" fmla="*/ 26 w 112"/>
                <a:gd name="T19" fmla="*/ 22 h 51"/>
                <a:gd name="T20" fmla="*/ 22 w 112"/>
                <a:gd name="T21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51">
                  <a:moveTo>
                    <a:pt x="112" y="13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67" y="0"/>
                    <a:pt x="26" y="0"/>
                    <a:pt x="0" y="26"/>
                  </a:cubicBezTo>
                  <a:cubicBezTo>
                    <a:pt x="26" y="51"/>
                    <a:pt x="67" y="51"/>
                    <a:pt x="93" y="27"/>
                  </a:cubicBezTo>
                  <a:cubicBezTo>
                    <a:pt x="112" y="38"/>
                    <a:pt x="112" y="38"/>
                    <a:pt x="112" y="38"/>
                  </a:cubicBezTo>
                  <a:lnTo>
                    <a:pt x="112" y="13"/>
                  </a:lnTo>
                  <a:close/>
                  <a:moveTo>
                    <a:pt x="22" y="26"/>
                  </a:moveTo>
                  <a:cubicBezTo>
                    <a:pt x="20" y="26"/>
                    <a:pt x="18" y="24"/>
                    <a:pt x="18" y="22"/>
                  </a:cubicBezTo>
                  <a:cubicBezTo>
                    <a:pt x="18" y="20"/>
                    <a:pt x="20" y="18"/>
                    <a:pt x="22" y="18"/>
                  </a:cubicBezTo>
                  <a:cubicBezTo>
                    <a:pt x="24" y="18"/>
                    <a:pt x="26" y="20"/>
                    <a:pt x="26" y="22"/>
                  </a:cubicBezTo>
                  <a:cubicBezTo>
                    <a:pt x="26" y="24"/>
                    <a:pt x="24" y="26"/>
                    <a:pt x="22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660">
              <a:extLst>
                <a:ext uri="{FF2B5EF4-FFF2-40B4-BE49-F238E27FC236}">
                  <a16:creationId xmlns:a16="http://schemas.microsoft.com/office/drawing/2014/main" id="{C6BAB84D-2ADE-A02F-BD29-847D04A83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7722" y="726692"/>
              <a:ext cx="439869" cy="199314"/>
            </a:xfrm>
            <a:custGeom>
              <a:avLst/>
              <a:gdLst>
                <a:gd name="T0" fmla="*/ 112 w 112"/>
                <a:gd name="T1" fmla="*/ 13 h 51"/>
                <a:gd name="T2" fmla="*/ 93 w 112"/>
                <a:gd name="T3" fmla="*/ 24 h 51"/>
                <a:gd name="T4" fmla="*/ 0 w 112"/>
                <a:gd name="T5" fmla="*/ 26 h 51"/>
                <a:gd name="T6" fmla="*/ 93 w 112"/>
                <a:gd name="T7" fmla="*/ 27 h 51"/>
                <a:gd name="T8" fmla="*/ 112 w 112"/>
                <a:gd name="T9" fmla="*/ 38 h 51"/>
                <a:gd name="T10" fmla="*/ 112 w 112"/>
                <a:gd name="T11" fmla="*/ 13 h 51"/>
                <a:gd name="T12" fmla="*/ 22 w 112"/>
                <a:gd name="T13" fmla="*/ 26 h 51"/>
                <a:gd name="T14" fmla="*/ 18 w 112"/>
                <a:gd name="T15" fmla="*/ 22 h 51"/>
                <a:gd name="T16" fmla="*/ 22 w 112"/>
                <a:gd name="T17" fmla="*/ 18 h 51"/>
                <a:gd name="T18" fmla="*/ 26 w 112"/>
                <a:gd name="T19" fmla="*/ 22 h 51"/>
                <a:gd name="T20" fmla="*/ 22 w 112"/>
                <a:gd name="T21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51">
                  <a:moveTo>
                    <a:pt x="112" y="13"/>
                  </a:moveTo>
                  <a:cubicBezTo>
                    <a:pt x="93" y="24"/>
                    <a:pt x="93" y="24"/>
                    <a:pt x="93" y="24"/>
                  </a:cubicBezTo>
                  <a:cubicBezTo>
                    <a:pt x="67" y="0"/>
                    <a:pt x="26" y="0"/>
                    <a:pt x="0" y="26"/>
                  </a:cubicBezTo>
                  <a:cubicBezTo>
                    <a:pt x="26" y="51"/>
                    <a:pt x="67" y="51"/>
                    <a:pt x="93" y="27"/>
                  </a:cubicBezTo>
                  <a:cubicBezTo>
                    <a:pt x="112" y="38"/>
                    <a:pt x="112" y="38"/>
                    <a:pt x="112" y="38"/>
                  </a:cubicBezTo>
                  <a:lnTo>
                    <a:pt x="112" y="13"/>
                  </a:lnTo>
                  <a:close/>
                  <a:moveTo>
                    <a:pt x="22" y="26"/>
                  </a:moveTo>
                  <a:cubicBezTo>
                    <a:pt x="20" y="26"/>
                    <a:pt x="18" y="24"/>
                    <a:pt x="18" y="22"/>
                  </a:cubicBezTo>
                  <a:cubicBezTo>
                    <a:pt x="18" y="20"/>
                    <a:pt x="20" y="18"/>
                    <a:pt x="22" y="18"/>
                  </a:cubicBezTo>
                  <a:cubicBezTo>
                    <a:pt x="24" y="18"/>
                    <a:pt x="26" y="20"/>
                    <a:pt x="26" y="22"/>
                  </a:cubicBezTo>
                  <a:cubicBezTo>
                    <a:pt x="26" y="24"/>
                    <a:pt x="24" y="26"/>
                    <a:pt x="22" y="2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88816E6-6DCF-0E51-07B9-B24BE589454E}"/>
                </a:ext>
              </a:extLst>
            </p:cNvPr>
            <p:cNvGrpSpPr/>
            <p:nvPr/>
          </p:nvGrpSpPr>
          <p:grpSpPr>
            <a:xfrm>
              <a:off x="9024862" y="2651130"/>
              <a:ext cx="1200476" cy="1749220"/>
              <a:chOff x="7478449" y="759235"/>
              <a:chExt cx="1200476" cy="1749220"/>
            </a:xfrm>
          </p:grpSpPr>
          <p:sp>
            <p:nvSpPr>
              <p:cNvPr id="50" name="Freeform 464">
                <a:extLst>
                  <a:ext uri="{FF2B5EF4-FFF2-40B4-BE49-F238E27FC236}">
                    <a16:creationId xmlns:a16="http://schemas.microsoft.com/office/drawing/2014/main" id="{FAC122D3-C806-9A4C-1A60-D87B5D4F2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1912" y="1204884"/>
                <a:ext cx="316156" cy="714787"/>
              </a:xfrm>
              <a:custGeom>
                <a:avLst/>
                <a:gdLst>
                  <a:gd name="T0" fmla="*/ 76 w 81"/>
                  <a:gd name="T1" fmla="*/ 182 h 182"/>
                  <a:gd name="T2" fmla="*/ 66 w 81"/>
                  <a:gd name="T3" fmla="*/ 117 h 182"/>
                  <a:gd name="T4" fmla="*/ 46 w 81"/>
                  <a:gd name="T5" fmla="*/ 85 h 182"/>
                  <a:gd name="T6" fmla="*/ 39 w 81"/>
                  <a:gd name="T7" fmla="*/ 36 h 182"/>
                  <a:gd name="T8" fmla="*/ 0 w 81"/>
                  <a:gd name="T9" fmla="*/ 0 h 182"/>
                  <a:gd name="T10" fmla="*/ 11 w 81"/>
                  <a:gd name="T11" fmla="*/ 40 h 182"/>
                  <a:gd name="T12" fmla="*/ 7 w 81"/>
                  <a:gd name="T13" fmla="*/ 84 h 182"/>
                  <a:gd name="T14" fmla="*/ 73 w 81"/>
                  <a:gd name="T15" fmla="*/ 167 h 182"/>
                  <a:gd name="T16" fmla="*/ 76 w 81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1" h="182">
                    <a:moveTo>
                      <a:pt x="76" y="182"/>
                    </a:moveTo>
                    <a:cubicBezTo>
                      <a:pt x="81" y="160"/>
                      <a:pt x="77" y="136"/>
                      <a:pt x="66" y="117"/>
                    </a:cubicBezTo>
                    <a:cubicBezTo>
                      <a:pt x="59" y="106"/>
                      <a:pt x="50" y="97"/>
                      <a:pt x="46" y="85"/>
                    </a:cubicBezTo>
                    <a:cubicBezTo>
                      <a:pt x="41" y="69"/>
                      <a:pt x="45" y="51"/>
                      <a:pt x="39" y="36"/>
                    </a:cubicBezTo>
                    <a:cubicBezTo>
                      <a:pt x="32" y="18"/>
                      <a:pt x="16" y="9"/>
                      <a:pt x="0" y="0"/>
                    </a:cubicBezTo>
                    <a:cubicBezTo>
                      <a:pt x="12" y="9"/>
                      <a:pt x="13" y="26"/>
                      <a:pt x="11" y="40"/>
                    </a:cubicBezTo>
                    <a:cubicBezTo>
                      <a:pt x="9" y="55"/>
                      <a:pt x="5" y="69"/>
                      <a:pt x="7" y="84"/>
                    </a:cubicBezTo>
                    <a:cubicBezTo>
                      <a:pt x="14" y="119"/>
                      <a:pt x="60" y="133"/>
                      <a:pt x="73" y="167"/>
                    </a:cubicBezTo>
                    <a:cubicBezTo>
                      <a:pt x="75" y="173"/>
                      <a:pt x="75" y="176"/>
                      <a:pt x="76" y="18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1" name="Freeform 465">
                <a:extLst>
                  <a:ext uri="{FF2B5EF4-FFF2-40B4-BE49-F238E27FC236}">
                    <a16:creationId xmlns:a16="http://schemas.microsoft.com/office/drawing/2014/main" id="{A98A40EB-EDFD-6671-6851-9FB04645A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9740" y="1431693"/>
                <a:ext cx="318447" cy="451323"/>
              </a:xfrm>
              <a:custGeom>
                <a:avLst/>
                <a:gdLst>
                  <a:gd name="T0" fmla="*/ 24 w 81"/>
                  <a:gd name="T1" fmla="*/ 64 h 115"/>
                  <a:gd name="T2" fmla="*/ 81 w 81"/>
                  <a:gd name="T3" fmla="*/ 0 h 115"/>
                  <a:gd name="T4" fmla="*/ 69 w 81"/>
                  <a:gd name="T5" fmla="*/ 46 h 115"/>
                  <a:gd name="T6" fmla="*/ 0 w 81"/>
                  <a:gd name="T7" fmla="*/ 115 h 115"/>
                  <a:gd name="T8" fmla="*/ 9 w 81"/>
                  <a:gd name="T9" fmla="*/ 94 h 115"/>
                  <a:gd name="T10" fmla="*/ 24 w 81"/>
                  <a:gd name="T11" fmla="*/ 64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1" h="115">
                    <a:moveTo>
                      <a:pt x="24" y="64"/>
                    </a:moveTo>
                    <a:cubicBezTo>
                      <a:pt x="38" y="39"/>
                      <a:pt x="60" y="19"/>
                      <a:pt x="81" y="0"/>
                    </a:cubicBezTo>
                    <a:cubicBezTo>
                      <a:pt x="75" y="15"/>
                      <a:pt x="74" y="31"/>
                      <a:pt x="69" y="46"/>
                    </a:cubicBezTo>
                    <a:cubicBezTo>
                      <a:pt x="60" y="74"/>
                      <a:pt x="0" y="115"/>
                      <a:pt x="0" y="115"/>
                    </a:cubicBezTo>
                    <a:cubicBezTo>
                      <a:pt x="0" y="115"/>
                      <a:pt x="6" y="100"/>
                      <a:pt x="9" y="94"/>
                    </a:cubicBezTo>
                    <a:cubicBezTo>
                      <a:pt x="15" y="84"/>
                      <a:pt x="19" y="74"/>
                      <a:pt x="24" y="64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2" name="Freeform 466">
                <a:extLst>
                  <a:ext uri="{FF2B5EF4-FFF2-40B4-BE49-F238E27FC236}">
                    <a16:creationId xmlns:a16="http://schemas.microsoft.com/office/drawing/2014/main" id="{5FC7B59D-881A-AE7C-EB74-CC5025D1E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5776" y="1239250"/>
                <a:ext cx="398631" cy="274917"/>
              </a:xfrm>
              <a:custGeom>
                <a:avLst/>
                <a:gdLst>
                  <a:gd name="T0" fmla="*/ 0 w 102"/>
                  <a:gd name="T1" fmla="*/ 70 h 70"/>
                  <a:gd name="T2" fmla="*/ 11 w 102"/>
                  <a:gd name="T3" fmla="*/ 61 h 70"/>
                  <a:gd name="T4" fmla="*/ 75 w 102"/>
                  <a:gd name="T5" fmla="*/ 3 h 70"/>
                  <a:gd name="T6" fmla="*/ 102 w 102"/>
                  <a:gd name="T7" fmla="*/ 0 h 70"/>
                  <a:gd name="T8" fmla="*/ 83 w 102"/>
                  <a:gd name="T9" fmla="*/ 21 h 70"/>
                  <a:gd name="T10" fmla="*/ 69 w 102"/>
                  <a:gd name="T11" fmla="*/ 48 h 70"/>
                  <a:gd name="T12" fmla="*/ 31 w 102"/>
                  <a:gd name="T13" fmla="*/ 64 h 70"/>
                  <a:gd name="T14" fmla="*/ 0 w 102"/>
                  <a:gd name="T15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" h="70">
                    <a:moveTo>
                      <a:pt x="0" y="70"/>
                    </a:moveTo>
                    <a:cubicBezTo>
                      <a:pt x="1" y="65"/>
                      <a:pt x="7" y="63"/>
                      <a:pt x="11" y="61"/>
                    </a:cubicBezTo>
                    <a:cubicBezTo>
                      <a:pt x="38" y="51"/>
                      <a:pt x="48" y="14"/>
                      <a:pt x="75" y="3"/>
                    </a:cubicBezTo>
                    <a:cubicBezTo>
                      <a:pt x="83" y="0"/>
                      <a:pt x="93" y="0"/>
                      <a:pt x="102" y="0"/>
                    </a:cubicBezTo>
                    <a:cubicBezTo>
                      <a:pt x="92" y="4"/>
                      <a:pt x="87" y="12"/>
                      <a:pt x="83" y="21"/>
                    </a:cubicBezTo>
                    <a:cubicBezTo>
                      <a:pt x="79" y="30"/>
                      <a:pt x="76" y="40"/>
                      <a:pt x="69" y="48"/>
                    </a:cubicBezTo>
                    <a:cubicBezTo>
                      <a:pt x="59" y="58"/>
                      <a:pt x="44" y="62"/>
                      <a:pt x="31" y="64"/>
                    </a:cubicBezTo>
                    <a:cubicBezTo>
                      <a:pt x="20" y="66"/>
                      <a:pt x="10" y="68"/>
                      <a:pt x="0" y="7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3" name="Freeform 467">
                <a:extLst>
                  <a:ext uri="{FF2B5EF4-FFF2-40B4-BE49-F238E27FC236}">
                    <a16:creationId xmlns:a16="http://schemas.microsoft.com/office/drawing/2014/main" id="{7E511CC8-FDDE-E246-FF98-83150FB654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2683" y="1000988"/>
                <a:ext cx="126004" cy="497142"/>
              </a:xfrm>
              <a:custGeom>
                <a:avLst/>
                <a:gdLst>
                  <a:gd name="T0" fmla="*/ 26 w 32"/>
                  <a:gd name="T1" fmla="*/ 127 h 127"/>
                  <a:gd name="T2" fmla="*/ 18 w 32"/>
                  <a:gd name="T3" fmla="*/ 95 h 127"/>
                  <a:gd name="T4" fmla="*/ 1 w 32"/>
                  <a:gd name="T5" fmla="*/ 62 h 127"/>
                  <a:gd name="T6" fmla="*/ 3 w 32"/>
                  <a:gd name="T7" fmla="*/ 43 h 127"/>
                  <a:gd name="T8" fmla="*/ 10 w 32"/>
                  <a:gd name="T9" fmla="*/ 0 h 127"/>
                  <a:gd name="T10" fmla="*/ 19 w 32"/>
                  <a:gd name="T11" fmla="*/ 43 h 127"/>
                  <a:gd name="T12" fmla="*/ 20 w 32"/>
                  <a:gd name="T13" fmla="*/ 72 h 127"/>
                  <a:gd name="T14" fmla="*/ 29 w 32"/>
                  <a:gd name="T15" fmla="*/ 98 h 127"/>
                  <a:gd name="T16" fmla="*/ 26 w 32"/>
                  <a:gd name="T17" fmla="*/ 12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127">
                    <a:moveTo>
                      <a:pt x="26" y="127"/>
                    </a:moveTo>
                    <a:cubicBezTo>
                      <a:pt x="26" y="116"/>
                      <a:pt x="23" y="105"/>
                      <a:pt x="18" y="95"/>
                    </a:cubicBezTo>
                    <a:cubicBezTo>
                      <a:pt x="12" y="84"/>
                      <a:pt x="3" y="75"/>
                      <a:pt x="1" y="62"/>
                    </a:cubicBezTo>
                    <a:cubicBezTo>
                      <a:pt x="0" y="56"/>
                      <a:pt x="1" y="49"/>
                      <a:pt x="3" y="43"/>
                    </a:cubicBezTo>
                    <a:cubicBezTo>
                      <a:pt x="5" y="28"/>
                      <a:pt x="7" y="14"/>
                      <a:pt x="10" y="0"/>
                    </a:cubicBezTo>
                    <a:cubicBezTo>
                      <a:pt x="9" y="7"/>
                      <a:pt x="17" y="28"/>
                      <a:pt x="19" y="43"/>
                    </a:cubicBezTo>
                    <a:cubicBezTo>
                      <a:pt x="21" y="52"/>
                      <a:pt x="18" y="62"/>
                      <a:pt x="20" y="72"/>
                    </a:cubicBezTo>
                    <a:cubicBezTo>
                      <a:pt x="22" y="81"/>
                      <a:pt x="27" y="89"/>
                      <a:pt x="29" y="98"/>
                    </a:cubicBezTo>
                    <a:cubicBezTo>
                      <a:pt x="32" y="109"/>
                      <a:pt x="32" y="117"/>
                      <a:pt x="26" y="12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4" name="Freeform 468">
                <a:extLst>
                  <a:ext uri="{FF2B5EF4-FFF2-40B4-BE49-F238E27FC236}">
                    <a16:creationId xmlns:a16="http://schemas.microsoft.com/office/drawing/2014/main" id="{B753466C-9B1E-21CB-DB00-929F7B3FD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4723" y="783343"/>
                <a:ext cx="148914" cy="547545"/>
              </a:xfrm>
              <a:custGeom>
                <a:avLst/>
                <a:gdLst>
                  <a:gd name="T0" fmla="*/ 7 w 38"/>
                  <a:gd name="T1" fmla="*/ 139 h 139"/>
                  <a:gd name="T2" fmla="*/ 11 w 38"/>
                  <a:gd name="T3" fmla="*/ 100 h 139"/>
                  <a:gd name="T4" fmla="*/ 1 w 38"/>
                  <a:gd name="T5" fmla="*/ 70 h 139"/>
                  <a:gd name="T6" fmla="*/ 5 w 38"/>
                  <a:gd name="T7" fmla="*/ 36 h 139"/>
                  <a:gd name="T8" fmla="*/ 15 w 38"/>
                  <a:gd name="T9" fmla="*/ 0 h 139"/>
                  <a:gd name="T10" fmla="*/ 29 w 38"/>
                  <a:gd name="T11" fmla="*/ 39 h 139"/>
                  <a:gd name="T12" fmla="*/ 32 w 38"/>
                  <a:gd name="T13" fmla="*/ 93 h 139"/>
                  <a:gd name="T14" fmla="*/ 7 w 38"/>
                  <a:gd name="T15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139">
                    <a:moveTo>
                      <a:pt x="7" y="139"/>
                    </a:moveTo>
                    <a:cubicBezTo>
                      <a:pt x="13" y="127"/>
                      <a:pt x="14" y="113"/>
                      <a:pt x="11" y="100"/>
                    </a:cubicBezTo>
                    <a:cubicBezTo>
                      <a:pt x="9" y="90"/>
                      <a:pt x="3" y="80"/>
                      <a:pt x="1" y="70"/>
                    </a:cubicBezTo>
                    <a:cubicBezTo>
                      <a:pt x="0" y="59"/>
                      <a:pt x="2" y="47"/>
                      <a:pt x="5" y="36"/>
                    </a:cubicBezTo>
                    <a:cubicBezTo>
                      <a:pt x="8" y="24"/>
                      <a:pt x="12" y="12"/>
                      <a:pt x="15" y="0"/>
                    </a:cubicBezTo>
                    <a:cubicBezTo>
                      <a:pt x="18" y="15"/>
                      <a:pt x="24" y="26"/>
                      <a:pt x="29" y="39"/>
                    </a:cubicBezTo>
                    <a:cubicBezTo>
                      <a:pt x="35" y="56"/>
                      <a:pt x="38" y="76"/>
                      <a:pt x="32" y="93"/>
                    </a:cubicBezTo>
                    <a:cubicBezTo>
                      <a:pt x="26" y="109"/>
                      <a:pt x="13" y="122"/>
                      <a:pt x="7" y="13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5" name="Freeform 469">
                <a:extLst>
                  <a:ext uri="{FF2B5EF4-FFF2-40B4-BE49-F238E27FC236}">
                    <a16:creationId xmlns:a16="http://schemas.microsoft.com/office/drawing/2014/main" id="{0BBEF030-ECF5-3D86-53BD-81DD7E37A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0576" y="1880725"/>
                <a:ext cx="423833" cy="215352"/>
              </a:xfrm>
              <a:custGeom>
                <a:avLst/>
                <a:gdLst>
                  <a:gd name="T0" fmla="*/ 0 w 108"/>
                  <a:gd name="T1" fmla="*/ 55 h 55"/>
                  <a:gd name="T2" fmla="*/ 40 w 108"/>
                  <a:gd name="T3" fmla="*/ 23 h 55"/>
                  <a:gd name="T4" fmla="*/ 58 w 108"/>
                  <a:gd name="T5" fmla="*/ 22 h 55"/>
                  <a:gd name="T6" fmla="*/ 108 w 108"/>
                  <a:gd name="T7" fmla="*/ 0 h 55"/>
                  <a:gd name="T8" fmla="*/ 107 w 108"/>
                  <a:gd name="T9" fmla="*/ 16 h 55"/>
                  <a:gd name="T10" fmla="*/ 101 w 108"/>
                  <a:gd name="T11" fmla="*/ 37 h 55"/>
                  <a:gd name="T12" fmla="*/ 91 w 108"/>
                  <a:gd name="T13" fmla="*/ 44 h 55"/>
                  <a:gd name="T14" fmla="*/ 62 w 108"/>
                  <a:gd name="T15" fmla="*/ 51 h 55"/>
                  <a:gd name="T16" fmla="*/ 33 w 108"/>
                  <a:gd name="T17" fmla="*/ 47 h 55"/>
                  <a:gd name="T18" fmla="*/ 0 w 108"/>
                  <a:gd name="T1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55">
                    <a:moveTo>
                      <a:pt x="0" y="55"/>
                    </a:moveTo>
                    <a:cubicBezTo>
                      <a:pt x="11" y="41"/>
                      <a:pt x="23" y="26"/>
                      <a:pt x="40" y="23"/>
                    </a:cubicBezTo>
                    <a:cubicBezTo>
                      <a:pt x="46" y="22"/>
                      <a:pt x="52" y="22"/>
                      <a:pt x="58" y="22"/>
                    </a:cubicBezTo>
                    <a:cubicBezTo>
                      <a:pt x="77" y="21"/>
                      <a:pt x="95" y="13"/>
                      <a:pt x="108" y="0"/>
                    </a:cubicBezTo>
                    <a:cubicBezTo>
                      <a:pt x="107" y="6"/>
                      <a:pt x="108" y="10"/>
                      <a:pt x="107" y="16"/>
                    </a:cubicBezTo>
                    <a:cubicBezTo>
                      <a:pt x="106" y="23"/>
                      <a:pt x="105" y="31"/>
                      <a:pt x="101" y="37"/>
                    </a:cubicBezTo>
                    <a:cubicBezTo>
                      <a:pt x="99" y="40"/>
                      <a:pt x="95" y="42"/>
                      <a:pt x="91" y="44"/>
                    </a:cubicBezTo>
                    <a:cubicBezTo>
                      <a:pt x="83" y="49"/>
                      <a:pt x="72" y="51"/>
                      <a:pt x="62" y="51"/>
                    </a:cubicBezTo>
                    <a:cubicBezTo>
                      <a:pt x="52" y="50"/>
                      <a:pt x="43" y="47"/>
                      <a:pt x="33" y="47"/>
                    </a:cubicBezTo>
                    <a:cubicBezTo>
                      <a:pt x="21" y="46"/>
                      <a:pt x="11" y="51"/>
                      <a:pt x="0" y="5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6" name="Freeform 470">
                <a:extLst>
                  <a:ext uri="{FF2B5EF4-FFF2-40B4-BE49-F238E27FC236}">
                    <a16:creationId xmlns:a16="http://schemas.microsoft.com/office/drawing/2014/main" id="{805249F8-1EBB-200F-01EB-B23E9C92E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0925" y="1761594"/>
                <a:ext cx="423833" cy="593364"/>
              </a:xfrm>
              <a:custGeom>
                <a:avLst/>
                <a:gdLst>
                  <a:gd name="T0" fmla="*/ 103 w 108"/>
                  <a:gd name="T1" fmla="*/ 151 h 151"/>
                  <a:gd name="T2" fmla="*/ 77 w 108"/>
                  <a:gd name="T3" fmla="*/ 117 h 151"/>
                  <a:gd name="T4" fmla="*/ 41 w 108"/>
                  <a:gd name="T5" fmla="*/ 92 h 151"/>
                  <a:gd name="T6" fmla="*/ 5 w 108"/>
                  <a:gd name="T7" fmla="*/ 0 h 151"/>
                  <a:gd name="T8" fmla="*/ 34 w 108"/>
                  <a:gd name="T9" fmla="*/ 39 h 151"/>
                  <a:gd name="T10" fmla="*/ 75 w 108"/>
                  <a:gd name="T11" fmla="*/ 69 h 151"/>
                  <a:gd name="T12" fmla="*/ 103 w 108"/>
                  <a:gd name="T13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8" h="151">
                    <a:moveTo>
                      <a:pt x="103" y="151"/>
                    </a:moveTo>
                    <a:cubicBezTo>
                      <a:pt x="100" y="137"/>
                      <a:pt x="89" y="125"/>
                      <a:pt x="77" y="117"/>
                    </a:cubicBezTo>
                    <a:cubicBezTo>
                      <a:pt x="66" y="108"/>
                      <a:pt x="52" y="101"/>
                      <a:pt x="41" y="92"/>
                    </a:cubicBezTo>
                    <a:cubicBezTo>
                      <a:pt x="14" y="71"/>
                      <a:pt x="0" y="34"/>
                      <a:pt x="5" y="0"/>
                    </a:cubicBezTo>
                    <a:cubicBezTo>
                      <a:pt x="9" y="17"/>
                      <a:pt x="20" y="29"/>
                      <a:pt x="34" y="39"/>
                    </a:cubicBezTo>
                    <a:cubicBezTo>
                      <a:pt x="47" y="49"/>
                      <a:pt x="62" y="57"/>
                      <a:pt x="75" y="69"/>
                    </a:cubicBezTo>
                    <a:cubicBezTo>
                      <a:pt x="97" y="90"/>
                      <a:pt x="108" y="121"/>
                      <a:pt x="103" y="15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7" name="Freeform 471">
                <a:extLst>
                  <a:ext uri="{FF2B5EF4-FFF2-40B4-BE49-F238E27FC236}">
                    <a16:creationId xmlns:a16="http://schemas.microsoft.com/office/drawing/2014/main" id="{B26215C1-5E58-ECDE-F78F-8D7B4BC15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3401" y="1573734"/>
                <a:ext cx="396341" cy="517762"/>
              </a:xfrm>
              <a:custGeom>
                <a:avLst/>
                <a:gdLst>
                  <a:gd name="T0" fmla="*/ 101 w 101"/>
                  <a:gd name="T1" fmla="*/ 132 h 132"/>
                  <a:gd name="T2" fmla="*/ 73 w 101"/>
                  <a:gd name="T3" fmla="*/ 108 h 132"/>
                  <a:gd name="T4" fmla="*/ 45 w 101"/>
                  <a:gd name="T5" fmla="*/ 92 h 132"/>
                  <a:gd name="T6" fmla="*/ 24 w 101"/>
                  <a:gd name="T7" fmla="*/ 76 h 132"/>
                  <a:gd name="T8" fmla="*/ 9 w 101"/>
                  <a:gd name="T9" fmla="*/ 0 h 132"/>
                  <a:gd name="T10" fmla="*/ 22 w 101"/>
                  <a:gd name="T11" fmla="*/ 41 h 132"/>
                  <a:gd name="T12" fmla="*/ 43 w 101"/>
                  <a:gd name="T13" fmla="*/ 60 h 132"/>
                  <a:gd name="T14" fmla="*/ 81 w 101"/>
                  <a:gd name="T15" fmla="*/ 89 h 132"/>
                  <a:gd name="T16" fmla="*/ 101 w 101"/>
                  <a:gd name="T17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" h="132">
                    <a:moveTo>
                      <a:pt x="101" y="132"/>
                    </a:moveTo>
                    <a:cubicBezTo>
                      <a:pt x="98" y="120"/>
                      <a:pt x="84" y="113"/>
                      <a:pt x="73" y="108"/>
                    </a:cubicBezTo>
                    <a:cubicBezTo>
                      <a:pt x="63" y="103"/>
                      <a:pt x="54" y="98"/>
                      <a:pt x="45" y="92"/>
                    </a:cubicBezTo>
                    <a:cubicBezTo>
                      <a:pt x="38" y="88"/>
                      <a:pt x="31" y="82"/>
                      <a:pt x="24" y="76"/>
                    </a:cubicBezTo>
                    <a:cubicBezTo>
                      <a:pt x="6" y="56"/>
                      <a:pt x="0" y="26"/>
                      <a:pt x="9" y="0"/>
                    </a:cubicBezTo>
                    <a:cubicBezTo>
                      <a:pt x="11" y="15"/>
                      <a:pt x="13" y="30"/>
                      <a:pt x="22" y="41"/>
                    </a:cubicBezTo>
                    <a:cubicBezTo>
                      <a:pt x="28" y="49"/>
                      <a:pt x="35" y="55"/>
                      <a:pt x="43" y="60"/>
                    </a:cubicBezTo>
                    <a:cubicBezTo>
                      <a:pt x="56" y="69"/>
                      <a:pt x="70" y="78"/>
                      <a:pt x="81" y="89"/>
                    </a:cubicBezTo>
                    <a:cubicBezTo>
                      <a:pt x="93" y="100"/>
                      <a:pt x="101" y="116"/>
                      <a:pt x="101" y="13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8" name="Freeform 472">
                <a:extLst>
                  <a:ext uri="{FF2B5EF4-FFF2-40B4-BE49-F238E27FC236}">
                    <a16:creationId xmlns:a16="http://schemas.microsoft.com/office/drawing/2014/main" id="{F2A25E81-193A-4851-E12B-3C644B7912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1847" y="2194589"/>
                <a:ext cx="485689" cy="180987"/>
              </a:xfrm>
              <a:custGeom>
                <a:avLst/>
                <a:gdLst>
                  <a:gd name="T0" fmla="*/ 124 w 124"/>
                  <a:gd name="T1" fmla="*/ 22 h 46"/>
                  <a:gd name="T2" fmla="*/ 102 w 124"/>
                  <a:gd name="T3" fmla="*/ 6 h 46"/>
                  <a:gd name="T4" fmla="*/ 75 w 124"/>
                  <a:gd name="T5" fmla="*/ 3 h 46"/>
                  <a:gd name="T6" fmla="*/ 49 w 124"/>
                  <a:gd name="T7" fmla="*/ 20 h 46"/>
                  <a:gd name="T8" fmla="*/ 0 w 124"/>
                  <a:gd name="T9" fmla="*/ 34 h 46"/>
                  <a:gd name="T10" fmla="*/ 58 w 124"/>
                  <a:gd name="T11" fmla="*/ 38 h 46"/>
                  <a:gd name="T12" fmla="*/ 94 w 124"/>
                  <a:gd name="T13" fmla="*/ 19 h 46"/>
                  <a:gd name="T14" fmla="*/ 124 w 124"/>
                  <a:gd name="T15" fmla="*/ 2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46">
                    <a:moveTo>
                      <a:pt x="124" y="22"/>
                    </a:moveTo>
                    <a:cubicBezTo>
                      <a:pt x="117" y="16"/>
                      <a:pt x="110" y="10"/>
                      <a:pt x="102" y="6"/>
                    </a:cubicBezTo>
                    <a:cubicBezTo>
                      <a:pt x="94" y="2"/>
                      <a:pt x="84" y="0"/>
                      <a:pt x="75" y="3"/>
                    </a:cubicBezTo>
                    <a:cubicBezTo>
                      <a:pt x="65" y="6"/>
                      <a:pt x="58" y="15"/>
                      <a:pt x="49" y="20"/>
                    </a:cubicBezTo>
                    <a:cubicBezTo>
                      <a:pt x="33" y="28"/>
                      <a:pt x="14" y="26"/>
                      <a:pt x="0" y="34"/>
                    </a:cubicBezTo>
                    <a:cubicBezTo>
                      <a:pt x="19" y="41"/>
                      <a:pt x="40" y="46"/>
                      <a:pt x="58" y="38"/>
                    </a:cubicBezTo>
                    <a:cubicBezTo>
                      <a:pt x="71" y="33"/>
                      <a:pt x="80" y="22"/>
                      <a:pt x="94" y="19"/>
                    </a:cubicBezTo>
                    <a:cubicBezTo>
                      <a:pt x="103" y="17"/>
                      <a:pt x="115" y="20"/>
                      <a:pt x="124" y="2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59" name="Freeform 473">
                <a:extLst>
                  <a:ext uri="{FF2B5EF4-FFF2-40B4-BE49-F238E27FC236}">
                    <a16:creationId xmlns:a16="http://schemas.microsoft.com/office/drawing/2014/main" id="{8F6FD9B6-9F67-2492-4E4A-649D4B467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0925" y="2073168"/>
                <a:ext cx="348229" cy="435287"/>
              </a:xfrm>
              <a:custGeom>
                <a:avLst/>
                <a:gdLst>
                  <a:gd name="T0" fmla="*/ 87 w 89"/>
                  <a:gd name="T1" fmla="*/ 111 h 111"/>
                  <a:gd name="T2" fmla="*/ 78 w 89"/>
                  <a:gd name="T3" fmla="*/ 91 h 111"/>
                  <a:gd name="T4" fmla="*/ 32 w 89"/>
                  <a:gd name="T5" fmla="*/ 53 h 111"/>
                  <a:gd name="T6" fmla="*/ 10 w 89"/>
                  <a:gd name="T7" fmla="*/ 0 h 111"/>
                  <a:gd name="T8" fmla="*/ 2 w 89"/>
                  <a:gd name="T9" fmla="*/ 50 h 111"/>
                  <a:gd name="T10" fmla="*/ 31 w 89"/>
                  <a:gd name="T11" fmla="*/ 92 h 111"/>
                  <a:gd name="T12" fmla="*/ 62 w 89"/>
                  <a:gd name="T13" fmla="*/ 99 h 111"/>
                  <a:gd name="T14" fmla="*/ 87 w 89"/>
                  <a:gd name="T15" fmla="*/ 1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9" h="111">
                    <a:moveTo>
                      <a:pt x="87" y="111"/>
                    </a:moveTo>
                    <a:cubicBezTo>
                      <a:pt x="89" y="104"/>
                      <a:pt x="83" y="96"/>
                      <a:pt x="78" y="91"/>
                    </a:cubicBezTo>
                    <a:cubicBezTo>
                      <a:pt x="63" y="77"/>
                      <a:pt x="46" y="67"/>
                      <a:pt x="32" y="53"/>
                    </a:cubicBezTo>
                    <a:cubicBezTo>
                      <a:pt x="19" y="38"/>
                      <a:pt x="8" y="19"/>
                      <a:pt x="10" y="0"/>
                    </a:cubicBezTo>
                    <a:cubicBezTo>
                      <a:pt x="4" y="16"/>
                      <a:pt x="0" y="33"/>
                      <a:pt x="2" y="50"/>
                    </a:cubicBezTo>
                    <a:cubicBezTo>
                      <a:pt x="5" y="68"/>
                      <a:pt x="15" y="85"/>
                      <a:pt x="31" y="92"/>
                    </a:cubicBezTo>
                    <a:cubicBezTo>
                      <a:pt x="41" y="96"/>
                      <a:pt x="52" y="97"/>
                      <a:pt x="62" y="99"/>
                    </a:cubicBezTo>
                    <a:cubicBezTo>
                      <a:pt x="72" y="101"/>
                      <a:pt x="82" y="102"/>
                      <a:pt x="87" y="1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0" name="Freeform 475">
                <a:extLst>
                  <a:ext uri="{FF2B5EF4-FFF2-40B4-BE49-F238E27FC236}">
                    <a16:creationId xmlns:a16="http://schemas.microsoft.com/office/drawing/2014/main" id="{CBF2CDEF-9000-8379-635C-57F6A4752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1195" y="1264450"/>
                <a:ext cx="345939" cy="242844"/>
              </a:xfrm>
              <a:custGeom>
                <a:avLst/>
                <a:gdLst>
                  <a:gd name="T0" fmla="*/ 0 w 88"/>
                  <a:gd name="T1" fmla="*/ 62 h 62"/>
                  <a:gd name="T2" fmla="*/ 0 w 88"/>
                  <a:gd name="T3" fmla="*/ 61 h 62"/>
                  <a:gd name="T4" fmla="*/ 59 w 88"/>
                  <a:gd name="T5" fmla="*/ 32 h 62"/>
                  <a:gd name="T6" fmla="*/ 66 w 88"/>
                  <a:gd name="T7" fmla="*/ 21 h 62"/>
                  <a:gd name="T8" fmla="*/ 71 w 88"/>
                  <a:gd name="T9" fmla="*/ 13 h 62"/>
                  <a:gd name="T10" fmla="*/ 87 w 88"/>
                  <a:gd name="T11" fmla="*/ 0 h 62"/>
                  <a:gd name="T12" fmla="*/ 88 w 88"/>
                  <a:gd name="T13" fmla="*/ 1 h 62"/>
                  <a:gd name="T14" fmla="*/ 71 w 88"/>
                  <a:gd name="T15" fmla="*/ 14 h 62"/>
                  <a:gd name="T16" fmla="*/ 66 w 88"/>
                  <a:gd name="T17" fmla="*/ 22 h 62"/>
                  <a:gd name="T18" fmla="*/ 60 w 88"/>
                  <a:gd name="T19" fmla="*/ 32 h 62"/>
                  <a:gd name="T20" fmla="*/ 0 w 88"/>
                  <a:gd name="T2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62">
                    <a:moveTo>
                      <a:pt x="0" y="62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23" y="56"/>
                      <a:pt x="45" y="49"/>
                      <a:pt x="59" y="32"/>
                    </a:cubicBezTo>
                    <a:cubicBezTo>
                      <a:pt x="61" y="28"/>
                      <a:pt x="63" y="25"/>
                      <a:pt x="66" y="21"/>
                    </a:cubicBezTo>
                    <a:cubicBezTo>
                      <a:pt x="67" y="19"/>
                      <a:pt x="69" y="16"/>
                      <a:pt x="71" y="13"/>
                    </a:cubicBezTo>
                    <a:cubicBezTo>
                      <a:pt x="76" y="6"/>
                      <a:pt x="81" y="2"/>
                      <a:pt x="87" y="0"/>
                    </a:cubicBezTo>
                    <a:cubicBezTo>
                      <a:pt x="88" y="1"/>
                      <a:pt x="88" y="1"/>
                      <a:pt x="88" y="1"/>
                    </a:cubicBezTo>
                    <a:cubicBezTo>
                      <a:pt x="82" y="2"/>
                      <a:pt x="76" y="7"/>
                      <a:pt x="71" y="14"/>
                    </a:cubicBezTo>
                    <a:cubicBezTo>
                      <a:pt x="70" y="17"/>
                      <a:pt x="68" y="19"/>
                      <a:pt x="66" y="22"/>
                    </a:cubicBezTo>
                    <a:cubicBezTo>
                      <a:pt x="64" y="25"/>
                      <a:pt x="62" y="29"/>
                      <a:pt x="60" y="32"/>
                    </a:cubicBezTo>
                    <a:cubicBezTo>
                      <a:pt x="46" y="50"/>
                      <a:pt x="23" y="57"/>
                      <a:pt x="0" y="6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1" name="Freeform 476">
                <a:extLst>
                  <a:ext uri="{FF2B5EF4-FFF2-40B4-BE49-F238E27FC236}">
                    <a16:creationId xmlns:a16="http://schemas.microsoft.com/office/drawing/2014/main" id="{12551518-AEE8-A2D1-6C20-DA333AA4B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9740" y="1511877"/>
                <a:ext cx="263464" cy="371139"/>
              </a:xfrm>
              <a:custGeom>
                <a:avLst/>
                <a:gdLst>
                  <a:gd name="T0" fmla="*/ 1 w 67"/>
                  <a:gd name="T1" fmla="*/ 95 h 95"/>
                  <a:gd name="T2" fmla="*/ 0 w 67"/>
                  <a:gd name="T3" fmla="*/ 94 h 95"/>
                  <a:gd name="T4" fmla="*/ 17 w 67"/>
                  <a:gd name="T5" fmla="*/ 75 h 95"/>
                  <a:gd name="T6" fmla="*/ 20 w 67"/>
                  <a:gd name="T7" fmla="*/ 73 h 95"/>
                  <a:gd name="T8" fmla="*/ 27 w 67"/>
                  <a:gd name="T9" fmla="*/ 67 h 95"/>
                  <a:gd name="T10" fmla="*/ 39 w 67"/>
                  <a:gd name="T11" fmla="*/ 48 h 95"/>
                  <a:gd name="T12" fmla="*/ 66 w 67"/>
                  <a:gd name="T13" fmla="*/ 0 h 95"/>
                  <a:gd name="T14" fmla="*/ 67 w 67"/>
                  <a:gd name="T15" fmla="*/ 0 h 95"/>
                  <a:gd name="T16" fmla="*/ 40 w 67"/>
                  <a:gd name="T17" fmla="*/ 49 h 95"/>
                  <a:gd name="T18" fmla="*/ 27 w 67"/>
                  <a:gd name="T19" fmla="*/ 68 h 95"/>
                  <a:gd name="T20" fmla="*/ 21 w 67"/>
                  <a:gd name="T21" fmla="*/ 74 h 95"/>
                  <a:gd name="T22" fmla="*/ 18 w 67"/>
                  <a:gd name="T23" fmla="*/ 76 h 95"/>
                  <a:gd name="T24" fmla="*/ 1 w 67"/>
                  <a:gd name="T25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7" h="95">
                    <a:moveTo>
                      <a:pt x="1" y="95"/>
                    </a:moveTo>
                    <a:cubicBezTo>
                      <a:pt x="0" y="94"/>
                      <a:pt x="0" y="94"/>
                      <a:pt x="0" y="94"/>
                    </a:cubicBezTo>
                    <a:cubicBezTo>
                      <a:pt x="5" y="87"/>
                      <a:pt x="11" y="81"/>
                      <a:pt x="17" y="75"/>
                    </a:cubicBezTo>
                    <a:cubicBezTo>
                      <a:pt x="18" y="74"/>
                      <a:pt x="19" y="74"/>
                      <a:pt x="20" y="73"/>
                    </a:cubicBezTo>
                    <a:cubicBezTo>
                      <a:pt x="22" y="71"/>
                      <a:pt x="25" y="69"/>
                      <a:pt x="27" y="67"/>
                    </a:cubicBezTo>
                    <a:cubicBezTo>
                      <a:pt x="32" y="61"/>
                      <a:pt x="36" y="54"/>
                      <a:pt x="39" y="48"/>
                    </a:cubicBezTo>
                    <a:cubicBezTo>
                      <a:pt x="49" y="32"/>
                      <a:pt x="58" y="16"/>
                      <a:pt x="66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58" y="16"/>
                      <a:pt x="49" y="33"/>
                      <a:pt x="40" y="49"/>
                    </a:cubicBezTo>
                    <a:cubicBezTo>
                      <a:pt x="37" y="55"/>
                      <a:pt x="33" y="62"/>
                      <a:pt x="27" y="68"/>
                    </a:cubicBezTo>
                    <a:cubicBezTo>
                      <a:pt x="25" y="70"/>
                      <a:pt x="23" y="72"/>
                      <a:pt x="21" y="74"/>
                    </a:cubicBezTo>
                    <a:cubicBezTo>
                      <a:pt x="20" y="74"/>
                      <a:pt x="19" y="75"/>
                      <a:pt x="18" y="76"/>
                    </a:cubicBezTo>
                    <a:cubicBezTo>
                      <a:pt x="12" y="81"/>
                      <a:pt x="6" y="88"/>
                      <a:pt x="1" y="9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2" name="Freeform 477">
                <a:extLst>
                  <a:ext uri="{FF2B5EF4-FFF2-40B4-BE49-F238E27FC236}">
                    <a16:creationId xmlns:a16="http://schemas.microsoft.com/office/drawing/2014/main" id="{64520A25-0D82-8778-2C78-3DBD7E3CA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8285" y="1942581"/>
                <a:ext cx="387177" cy="160369"/>
              </a:xfrm>
              <a:custGeom>
                <a:avLst/>
                <a:gdLst>
                  <a:gd name="T0" fmla="*/ 0 w 99"/>
                  <a:gd name="T1" fmla="*/ 41 h 41"/>
                  <a:gd name="T2" fmla="*/ 0 w 99"/>
                  <a:gd name="T3" fmla="*/ 41 h 41"/>
                  <a:gd name="T4" fmla="*/ 43 w 99"/>
                  <a:gd name="T5" fmla="*/ 17 h 41"/>
                  <a:gd name="T6" fmla="*/ 56 w 99"/>
                  <a:gd name="T7" fmla="*/ 18 h 41"/>
                  <a:gd name="T8" fmla="*/ 71 w 99"/>
                  <a:gd name="T9" fmla="*/ 18 h 41"/>
                  <a:gd name="T10" fmla="*/ 99 w 99"/>
                  <a:gd name="T11" fmla="*/ 0 h 41"/>
                  <a:gd name="T12" fmla="*/ 99 w 99"/>
                  <a:gd name="T13" fmla="*/ 1 h 41"/>
                  <a:gd name="T14" fmla="*/ 71 w 99"/>
                  <a:gd name="T15" fmla="*/ 19 h 41"/>
                  <a:gd name="T16" fmla="*/ 56 w 99"/>
                  <a:gd name="T17" fmla="*/ 19 h 41"/>
                  <a:gd name="T18" fmla="*/ 43 w 99"/>
                  <a:gd name="T19" fmla="*/ 18 h 41"/>
                  <a:gd name="T20" fmla="*/ 0 w 99"/>
                  <a:gd name="T21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41">
                    <a:moveTo>
                      <a:pt x="0" y="41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1" y="31"/>
                      <a:pt x="26" y="18"/>
                      <a:pt x="43" y="17"/>
                    </a:cubicBezTo>
                    <a:cubicBezTo>
                      <a:pt x="47" y="17"/>
                      <a:pt x="52" y="17"/>
                      <a:pt x="56" y="18"/>
                    </a:cubicBezTo>
                    <a:cubicBezTo>
                      <a:pt x="61" y="18"/>
                      <a:pt x="66" y="18"/>
                      <a:pt x="71" y="18"/>
                    </a:cubicBezTo>
                    <a:cubicBezTo>
                      <a:pt x="83" y="16"/>
                      <a:pt x="92" y="7"/>
                      <a:pt x="99" y="0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2" y="8"/>
                      <a:pt x="83" y="17"/>
                      <a:pt x="71" y="19"/>
                    </a:cubicBezTo>
                    <a:cubicBezTo>
                      <a:pt x="66" y="19"/>
                      <a:pt x="61" y="19"/>
                      <a:pt x="56" y="19"/>
                    </a:cubicBezTo>
                    <a:cubicBezTo>
                      <a:pt x="52" y="18"/>
                      <a:pt x="47" y="18"/>
                      <a:pt x="43" y="18"/>
                    </a:cubicBezTo>
                    <a:cubicBezTo>
                      <a:pt x="28" y="19"/>
                      <a:pt x="15" y="29"/>
                      <a:pt x="0" y="4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3" name="Freeform 478">
                <a:extLst>
                  <a:ext uri="{FF2B5EF4-FFF2-40B4-BE49-F238E27FC236}">
                    <a16:creationId xmlns:a16="http://schemas.microsoft.com/office/drawing/2014/main" id="{9C62DBE4-C3E3-DF8B-2F9A-5E905216C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7362" y="1903635"/>
                <a:ext cx="705623" cy="444450"/>
              </a:xfrm>
              <a:custGeom>
                <a:avLst/>
                <a:gdLst>
                  <a:gd name="T0" fmla="*/ 93 w 180"/>
                  <a:gd name="T1" fmla="*/ 109 h 113"/>
                  <a:gd name="T2" fmla="*/ 88 w 180"/>
                  <a:gd name="T3" fmla="*/ 107 h 113"/>
                  <a:gd name="T4" fmla="*/ 87 w 180"/>
                  <a:gd name="T5" fmla="*/ 107 h 113"/>
                  <a:gd name="T6" fmla="*/ 86 w 180"/>
                  <a:gd name="T7" fmla="*/ 104 h 113"/>
                  <a:gd name="T8" fmla="*/ 70 w 180"/>
                  <a:gd name="T9" fmla="*/ 70 h 113"/>
                  <a:gd name="T10" fmla="*/ 44 w 180"/>
                  <a:gd name="T11" fmla="*/ 50 h 113"/>
                  <a:gd name="T12" fmla="*/ 19 w 180"/>
                  <a:gd name="T13" fmla="*/ 31 h 113"/>
                  <a:gd name="T14" fmla="*/ 0 w 180"/>
                  <a:gd name="T15" fmla="*/ 1 h 113"/>
                  <a:gd name="T16" fmla="*/ 1 w 180"/>
                  <a:gd name="T17" fmla="*/ 0 h 113"/>
                  <a:gd name="T18" fmla="*/ 19 w 180"/>
                  <a:gd name="T19" fmla="*/ 31 h 113"/>
                  <a:gd name="T20" fmla="*/ 44 w 180"/>
                  <a:gd name="T21" fmla="*/ 49 h 113"/>
                  <a:gd name="T22" fmla="*/ 71 w 180"/>
                  <a:gd name="T23" fmla="*/ 69 h 113"/>
                  <a:gd name="T24" fmla="*/ 87 w 180"/>
                  <a:gd name="T25" fmla="*/ 104 h 113"/>
                  <a:gd name="T26" fmla="*/ 88 w 180"/>
                  <a:gd name="T27" fmla="*/ 106 h 113"/>
                  <a:gd name="T28" fmla="*/ 144 w 180"/>
                  <a:gd name="T29" fmla="*/ 96 h 113"/>
                  <a:gd name="T30" fmla="*/ 148 w 180"/>
                  <a:gd name="T31" fmla="*/ 93 h 113"/>
                  <a:gd name="T32" fmla="*/ 160 w 180"/>
                  <a:gd name="T33" fmla="*/ 85 h 113"/>
                  <a:gd name="T34" fmla="*/ 180 w 180"/>
                  <a:gd name="T35" fmla="*/ 82 h 113"/>
                  <a:gd name="T36" fmla="*/ 180 w 180"/>
                  <a:gd name="T37" fmla="*/ 83 h 113"/>
                  <a:gd name="T38" fmla="*/ 161 w 180"/>
                  <a:gd name="T39" fmla="*/ 86 h 113"/>
                  <a:gd name="T40" fmla="*/ 149 w 180"/>
                  <a:gd name="T41" fmla="*/ 93 h 113"/>
                  <a:gd name="T42" fmla="*/ 144 w 180"/>
                  <a:gd name="T43" fmla="*/ 96 h 113"/>
                  <a:gd name="T44" fmla="*/ 93 w 180"/>
                  <a:gd name="T45" fmla="*/ 10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80" h="113">
                    <a:moveTo>
                      <a:pt x="93" y="109"/>
                    </a:moveTo>
                    <a:cubicBezTo>
                      <a:pt x="91" y="108"/>
                      <a:pt x="89" y="108"/>
                      <a:pt x="88" y="107"/>
                    </a:cubicBezTo>
                    <a:cubicBezTo>
                      <a:pt x="87" y="107"/>
                      <a:pt x="87" y="107"/>
                      <a:pt x="87" y="107"/>
                    </a:cubicBezTo>
                    <a:cubicBezTo>
                      <a:pt x="86" y="104"/>
                      <a:pt x="86" y="104"/>
                      <a:pt x="86" y="104"/>
                    </a:cubicBezTo>
                    <a:cubicBezTo>
                      <a:pt x="82" y="92"/>
                      <a:pt x="78" y="80"/>
                      <a:pt x="70" y="70"/>
                    </a:cubicBezTo>
                    <a:cubicBezTo>
                      <a:pt x="63" y="61"/>
                      <a:pt x="53" y="55"/>
                      <a:pt x="44" y="50"/>
                    </a:cubicBezTo>
                    <a:cubicBezTo>
                      <a:pt x="35" y="44"/>
                      <a:pt x="26" y="39"/>
                      <a:pt x="19" y="31"/>
                    </a:cubicBezTo>
                    <a:cubicBezTo>
                      <a:pt x="10" y="23"/>
                      <a:pt x="5" y="1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6" y="11"/>
                      <a:pt x="11" y="22"/>
                      <a:pt x="19" y="31"/>
                    </a:cubicBezTo>
                    <a:cubicBezTo>
                      <a:pt x="26" y="38"/>
                      <a:pt x="35" y="44"/>
                      <a:pt x="44" y="49"/>
                    </a:cubicBezTo>
                    <a:cubicBezTo>
                      <a:pt x="54" y="55"/>
                      <a:pt x="63" y="61"/>
                      <a:pt x="71" y="69"/>
                    </a:cubicBezTo>
                    <a:cubicBezTo>
                      <a:pt x="79" y="79"/>
                      <a:pt x="83" y="92"/>
                      <a:pt x="87" y="104"/>
                    </a:cubicBezTo>
                    <a:cubicBezTo>
                      <a:pt x="88" y="106"/>
                      <a:pt x="88" y="106"/>
                      <a:pt x="88" y="106"/>
                    </a:cubicBezTo>
                    <a:cubicBezTo>
                      <a:pt x="110" y="113"/>
                      <a:pt x="132" y="103"/>
                      <a:pt x="144" y="96"/>
                    </a:cubicBezTo>
                    <a:cubicBezTo>
                      <a:pt x="145" y="95"/>
                      <a:pt x="147" y="94"/>
                      <a:pt x="148" y="93"/>
                    </a:cubicBezTo>
                    <a:cubicBezTo>
                      <a:pt x="152" y="90"/>
                      <a:pt x="156" y="87"/>
                      <a:pt x="160" y="85"/>
                    </a:cubicBezTo>
                    <a:cubicBezTo>
                      <a:pt x="167" y="82"/>
                      <a:pt x="174" y="81"/>
                      <a:pt x="180" y="82"/>
                    </a:cubicBezTo>
                    <a:cubicBezTo>
                      <a:pt x="180" y="83"/>
                      <a:pt x="180" y="83"/>
                      <a:pt x="180" y="83"/>
                    </a:cubicBezTo>
                    <a:cubicBezTo>
                      <a:pt x="174" y="82"/>
                      <a:pt x="168" y="83"/>
                      <a:pt x="161" y="86"/>
                    </a:cubicBezTo>
                    <a:cubicBezTo>
                      <a:pt x="157" y="88"/>
                      <a:pt x="153" y="91"/>
                      <a:pt x="149" y="93"/>
                    </a:cubicBezTo>
                    <a:cubicBezTo>
                      <a:pt x="147" y="94"/>
                      <a:pt x="146" y="95"/>
                      <a:pt x="144" y="96"/>
                    </a:cubicBezTo>
                    <a:cubicBezTo>
                      <a:pt x="133" y="103"/>
                      <a:pt x="113" y="113"/>
                      <a:pt x="93" y="10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4" name="Freeform 479">
                <a:extLst>
                  <a:ext uri="{FF2B5EF4-FFF2-40B4-BE49-F238E27FC236}">
                    <a16:creationId xmlns:a16="http://schemas.microsoft.com/office/drawing/2014/main" id="{3A5A7C3C-A9D5-2762-2042-0782166C5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7581" y="2222081"/>
                <a:ext cx="304701" cy="286372"/>
              </a:xfrm>
              <a:custGeom>
                <a:avLst/>
                <a:gdLst>
                  <a:gd name="T0" fmla="*/ 77 w 78"/>
                  <a:gd name="T1" fmla="*/ 73 h 73"/>
                  <a:gd name="T2" fmla="*/ 61 w 78"/>
                  <a:gd name="T3" fmla="*/ 56 h 73"/>
                  <a:gd name="T4" fmla="*/ 45 w 78"/>
                  <a:gd name="T5" fmla="*/ 51 h 73"/>
                  <a:gd name="T6" fmla="*/ 38 w 78"/>
                  <a:gd name="T7" fmla="*/ 49 h 73"/>
                  <a:gd name="T8" fmla="*/ 16 w 78"/>
                  <a:gd name="T9" fmla="*/ 37 h 73"/>
                  <a:gd name="T10" fmla="*/ 9 w 78"/>
                  <a:gd name="T11" fmla="*/ 23 h 73"/>
                  <a:gd name="T12" fmla="*/ 0 w 78"/>
                  <a:gd name="T13" fmla="*/ 0 h 73"/>
                  <a:gd name="T14" fmla="*/ 1 w 78"/>
                  <a:gd name="T15" fmla="*/ 0 h 73"/>
                  <a:gd name="T16" fmla="*/ 10 w 78"/>
                  <a:gd name="T17" fmla="*/ 23 h 73"/>
                  <a:gd name="T18" fmla="*/ 17 w 78"/>
                  <a:gd name="T19" fmla="*/ 36 h 73"/>
                  <a:gd name="T20" fmla="*/ 38 w 78"/>
                  <a:gd name="T21" fmla="*/ 48 h 73"/>
                  <a:gd name="T22" fmla="*/ 45 w 78"/>
                  <a:gd name="T23" fmla="*/ 50 h 73"/>
                  <a:gd name="T24" fmla="*/ 62 w 78"/>
                  <a:gd name="T25" fmla="*/ 55 h 73"/>
                  <a:gd name="T26" fmla="*/ 78 w 78"/>
                  <a:gd name="T27" fmla="*/ 73 h 73"/>
                  <a:gd name="T28" fmla="*/ 77 w 78"/>
                  <a:gd name="T29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3">
                    <a:moveTo>
                      <a:pt x="77" y="73"/>
                    </a:moveTo>
                    <a:cubicBezTo>
                      <a:pt x="75" y="66"/>
                      <a:pt x="70" y="60"/>
                      <a:pt x="61" y="56"/>
                    </a:cubicBezTo>
                    <a:cubicBezTo>
                      <a:pt x="56" y="54"/>
                      <a:pt x="50" y="52"/>
                      <a:pt x="45" y="51"/>
                    </a:cubicBezTo>
                    <a:cubicBezTo>
                      <a:pt x="42" y="50"/>
                      <a:pt x="40" y="50"/>
                      <a:pt x="38" y="49"/>
                    </a:cubicBezTo>
                    <a:cubicBezTo>
                      <a:pt x="31" y="47"/>
                      <a:pt x="22" y="44"/>
                      <a:pt x="16" y="37"/>
                    </a:cubicBezTo>
                    <a:cubicBezTo>
                      <a:pt x="13" y="33"/>
                      <a:pt x="11" y="28"/>
                      <a:pt x="9" y="23"/>
                    </a:cubicBezTo>
                    <a:cubicBezTo>
                      <a:pt x="6" y="16"/>
                      <a:pt x="3" y="8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8"/>
                      <a:pt x="7" y="15"/>
                      <a:pt x="10" y="23"/>
                    </a:cubicBezTo>
                    <a:cubicBezTo>
                      <a:pt x="12" y="28"/>
                      <a:pt x="14" y="32"/>
                      <a:pt x="17" y="36"/>
                    </a:cubicBezTo>
                    <a:cubicBezTo>
                      <a:pt x="23" y="43"/>
                      <a:pt x="32" y="46"/>
                      <a:pt x="38" y="48"/>
                    </a:cubicBezTo>
                    <a:cubicBezTo>
                      <a:pt x="40" y="49"/>
                      <a:pt x="43" y="49"/>
                      <a:pt x="45" y="50"/>
                    </a:cubicBezTo>
                    <a:cubicBezTo>
                      <a:pt x="51" y="51"/>
                      <a:pt x="56" y="53"/>
                      <a:pt x="62" y="55"/>
                    </a:cubicBezTo>
                    <a:cubicBezTo>
                      <a:pt x="70" y="59"/>
                      <a:pt x="76" y="66"/>
                      <a:pt x="78" y="73"/>
                    </a:cubicBezTo>
                    <a:lnTo>
                      <a:pt x="77" y="7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5" name="Freeform 480">
                <a:extLst>
                  <a:ext uri="{FF2B5EF4-FFF2-40B4-BE49-F238E27FC236}">
                    <a16:creationId xmlns:a16="http://schemas.microsoft.com/office/drawing/2014/main" id="{207FA5A7-269B-196A-2708-373EC7B9E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3803" y="1722646"/>
                <a:ext cx="341357" cy="339065"/>
              </a:xfrm>
              <a:custGeom>
                <a:avLst/>
                <a:gdLst>
                  <a:gd name="T0" fmla="*/ 86 w 87"/>
                  <a:gd name="T1" fmla="*/ 86 h 86"/>
                  <a:gd name="T2" fmla="*/ 43 w 87"/>
                  <a:gd name="T3" fmla="*/ 46 h 86"/>
                  <a:gd name="T4" fmla="*/ 40 w 87"/>
                  <a:gd name="T5" fmla="*/ 45 h 86"/>
                  <a:gd name="T6" fmla="*/ 25 w 87"/>
                  <a:gd name="T7" fmla="*/ 36 h 86"/>
                  <a:gd name="T8" fmla="*/ 16 w 87"/>
                  <a:gd name="T9" fmla="*/ 27 h 86"/>
                  <a:gd name="T10" fmla="*/ 0 w 87"/>
                  <a:gd name="T11" fmla="*/ 1 h 86"/>
                  <a:gd name="T12" fmla="*/ 1 w 87"/>
                  <a:gd name="T13" fmla="*/ 0 h 86"/>
                  <a:gd name="T14" fmla="*/ 17 w 87"/>
                  <a:gd name="T15" fmla="*/ 26 h 86"/>
                  <a:gd name="T16" fmla="*/ 26 w 87"/>
                  <a:gd name="T17" fmla="*/ 35 h 86"/>
                  <a:gd name="T18" fmla="*/ 41 w 87"/>
                  <a:gd name="T19" fmla="*/ 44 h 86"/>
                  <a:gd name="T20" fmla="*/ 43 w 87"/>
                  <a:gd name="T21" fmla="*/ 46 h 86"/>
                  <a:gd name="T22" fmla="*/ 87 w 87"/>
                  <a:gd name="T23" fmla="*/ 85 h 86"/>
                  <a:gd name="T24" fmla="*/ 86 w 87"/>
                  <a:gd name="T25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86">
                    <a:moveTo>
                      <a:pt x="86" y="86"/>
                    </a:moveTo>
                    <a:cubicBezTo>
                      <a:pt x="79" y="71"/>
                      <a:pt x="65" y="58"/>
                      <a:pt x="43" y="46"/>
                    </a:cubicBezTo>
                    <a:cubicBezTo>
                      <a:pt x="42" y="46"/>
                      <a:pt x="41" y="46"/>
                      <a:pt x="40" y="45"/>
                    </a:cubicBezTo>
                    <a:cubicBezTo>
                      <a:pt x="35" y="42"/>
                      <a:pt x="30" y="40"/>
                      <a:pt x="25" y="36"/>
                    </a:cubicBezTo>
                    <a:cubicBezTo>
                      <a:pt x="22" y="33"/>
                      <a:pt x="19" y="30"/>
                      <a:pt x="16" y="27"/>
                    </a:cubicBezTo>
                    <a:cubicBezTo>
                      <a:pt x="11" y="20"/>
                      <a:pt x="4" y="1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" y="11"/>
                      <a:pt x="11" y="20"/>
                      <a:pt x="17" y="26"/>
                    </a:cubicBezTo>
                    <a:cubicBezTo>
                      <a:pt x="20" y="29"/>
                      <a:pt x="22" y="32"/>
                      <a:pt x="26" y="35"/>
                    </a:cubicBezTo>
                    <a:cubicBezTo>
                      <a:pt x="30" y="39"/>
                      <a:pt x="36" y="42"/>
                      <a:pt x="41" y="44"/>
                    </a:cubicBezTo>
                    <a:cubicBezTo>
                      <a:pt x="41" y="45"/>
                      <a:pt x="42" y="45"/>
                      <a:pt x="43" y="46"/>
                    </a:cubicBezTo>
                    <a:cubicBezTo>
                      <a:pt x="65" y="57"/>
                      <a:pt x="80" y="70"/>
                      <a:pt x="87" y="85"/>
                    </a:cubicBezTo>
                    <a:lnTo>
                      <a:pt x="86" y="8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6" name="Freeform 481">
                <a:extLst>
                  <a:ext uri="{FF2B5EF4-FFF2-40B4-BE49-F238E27FC236}">
                    <a16:creationId xmlns:a16="http://schemas.microsoft.com/office/drawing/2014/main" id="{3F9BB988-A7DE-A284-5651-11BB9213D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9806" y="1310270"/>
                <a:ext cx="210770" cy="490270"/>
              </a:xfrm>
              <a:custGeom>
                <a:avLst/>
                <a:gdLst>
                  <a:gd name="T0" fmla="*/ 53 w 54"/>
                  <a:gd name="T1" fmla="*/ 125 h 125"/>
                  <a:gd name="T2" fmla="*/ 45 w 54"/>
                  <a:gd name="T3" fmla="*/ 104 h 125"/>
                  <a:gd name="T4" fmla="*/ 38 w 54"/>
                  <a:gd name="T5" fmla="*/ 90 h 125"/>
                  <a:gd name="T6" fmla="*/ 28 w 54"/>
                  <a:gd name="T7" fmla="*/ 81 h 125"/>
                  <a:gd name="T8" fmla="*/ 26 w 54"/>
                  <a:gd name="T9" fmla="*/ 80 h 125"/>
                  <a:gd name="T10" fmla="*/ 10 w 54"/>
                  <a:gd name="T11" fmla="*/ 64 h 125"/>
                  <a:gd name="T12" fmla="*/ 2 w 54"/>
                  <a:gd name="T13" fmla="*/ 43 h 125"/>
                  <a:gd name="T14" fmla="*/ 4 w 54"/>
                  <a:gd name="T15" fmla="*/ 29 h 125"/>
                  <a:gd name="T16" fmla="*/ 5 w 54"/>
                  <a:gd name="T17" fmla="*/ 10 h 125"/>
                  <a:gd name="T18" fmla="*/ 0 w 54"/>
                  <a:gd name="T19" fmla="*/ 0 h 125"/>
                  <a:gd name="T20" fmla="*/ 1 w 54"/>
                  <a:gd name="T21" fmla="*/ 0 h 125"/>
                  <a:gd name="T22" fmla="*/ 5 w 54"/>
                  <a:gd name="T23" fmla="*/ 10 h 125"/>
                  <a:gd name="T24" fmla="*/ 5 w 54"/>
                  <a:gd name="T25" fmla="*/ 29 h 125"/>
                  <a:gd name="T26" fmla="*/ 3 w 54"/>
                  <a:gd name="T27" fmla="*/ 43 h 125"/>
                  <a:gd name="T28" fmla="*/ 11 w 54"/>
                  <a:gd name="T29" fmla="*/ 63 h 125"/>
                  <a:gd name="T30" fmla="*/ 27 w 54"/>
                  <a:gd name="T31" fmla="*/ 79 h 125"/>
                  <a:gd name="T32" fmla="*/ 29 w 54"/>
                  <a:gd name="T33" fmla="*/ 80 h 125"/>
                  <a:gd name="T34" fmla="*/ 38 w 54"/>
                  <a:gd name="T35" fmla="*/ 89 h 125"/>
                  <a:gd name="T36" fmla="*/ 46 w 54"/>
                  <a:gd name="T37" fmla="*/ 103 h 125"/>
                  <a:gd name="T38" fmla="*/ 54 w 54"/>
                  <a:gd name="T39" fmla="*/ 125 h 125"/>
                  <a:gd name="T40" fmla="*/ 53 w 54"/>
                  <a:gd name="T41" fmla="*/ 125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4" h="125">
                    <a:moveTo>
                      <a:pt x="53" y="125"/>
                    </a:moveTo>
                    <a:cubicBezTo>
                      <a:pt x="51" y="118"/>
                      <a:pt x="48" y="111"/>
                      <a:pt x="45" y="104"/>
                    </a:cubicBezTo>
                    <a:cubicBezTo>
                      <a:pt x="43" y="99"/>
                      <a:pt x="41" y="94"/>
                      <a:pt x="38" y="90"/>
                    </a:cubicBezTo>
                    <a:cubicBezTo>
                      <a:pt x="35" y="86"/>
                      <a:pt x="31" y="84"/>
                      <a:pt x="28" y="81"/>
                    </a:cubicBezTo>
                    <a:cubicBezTo>
                      <a:pt x="26" y="80"/>
                      <a:pt x="26" y="80"/>
                      <a:pt x="26" y="80"/>
                    </a:cubicBezTo>
                    <a:cubicBezTo>
                      <a:pt x="21" y="76"/>
                      <a:pt x="15" y="71"/>
                      <a:pt x="10" y="64"/>
                    </a:cubicBezTo>
                    <a:cubicBezTo>
                      <a:pt x="6" y="57"/>
                      <a:pt x="3" y="50"/>
                      <a:pt x="2" y="43"/>
                    </a:cubicBezTo>
                    <a:cubicBezTo>
                      <a:pt x="2" y="38"/>
                      <a:pt x="3" y="34"/>
                      <a:pt x="4" y="29"/>
                    </a:cubicBezTo>
                    <a:cubicBezTo>
                      <a:pt x="5" y="23"/>
                      <a:pt x="6" y="17"/>
                      <a:pt x="5" y="10"/>
                    </a:cubicBezTo>
                    <a:cubicBezTo>
                      <a:pt x="4" y="7"/>
                      <a:pt x="2" y="3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3"/>
                      <a:pt x="4" y="6"/>
                      <a:pt x="5" y="10"/>
                    </a:cubicBezTo>
                    <a:cubicBezTo>
                      <a:pt x="7" y="16"/>
                      <a:pt x="6" y="23"/>
                      <a:pt x="5" y="29"/>
                    </a:cubicBezTo>
                    <a:cubicBezTo>
                      <a:pt x="4" y="34"/>
                      <a:pt x="3" y="38"/>
                      <a:pt x="3" y="43"/>
                    </a:cubicBezTo>
                    <a:cubicBezTo>
                      <a:pt x="4" y="50"/>
                      <a:pt x="6" y="57"/>
                      <a:pt x="11" y="63"/>
                    </a:cubicBezTo>
                    <a:cubicBezTo>
                      <a:pt x="16" y="70"/>
                      <a:pt x="22" y="75"/>
                      <a:pt x="27" y="79"/>
                    </a:cubicBezTo>
                    <a:cubicBezTo>
                      <a:pt x="29" y="80"/>
                      <a:pt x="29" y="80"/>
                      <a:pt x="29" y="80"/>
                    </a:cubicBezTo>
                    <a:cubicBezTo>
                      <a:pt x="32" y="83"/>
                      <a:pt x="36" y="86"/>
                      <a:pt x="38" y="89"/>
                    </a:cubicBezTo>
                    <a:cubicBezTo>
                      <a:pt x="42" y="93"/>
                      <a:pt x="44" y="98"/>
                      <a:pt x="46" y="103"/>
                    </a:cubicBezTo>
                    <a:cubicBezTo>
                      <a:pt x="49" y="110"/>
                      <a:pt x="52" y="118"/>
                      <a:pt x="54" y="125"/>
                    </a:cubicBezTo>
                    <a:lnTo>
                      <a:pt x="53" y="12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7" name="Freeform 482">
                <a:extLst>
                  <a:ext uri="{FF2B5EF4-FFF2-40B4-BE49-F238E27FC236}">
                    <a16:creationId xmlns:a16="http://schemas.microsoft.com/office/drawing/2014/main" id="{23F0A232-1BFE-C9F5-59B4-1BFF3388B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9338" y="1097209"/>
                <a:ext cx="82475" cy="366557"/>
              </a:xfrm>
              <a:custGeom>
                <a:avLst/>
                <a:gdLst>
                  <a:gd name="T0" fmla="*/ 20 w 21"/>
                  <a:gd name="T1" fmla="*/ 93 h 93"/>
                  <a:gd name="T2" fmla="*/ 11 w 21"/>
                  <a:gd name="T3" fmla="*/ 60 h 93"/>
                  <a:gd name="T4" fmla="*/ 2 w 21"/>
                  <a:gd name="T5" fmla="*/ 27 h 93"/>
                  <a:gd name="T6" fmla="*/ 2 w 21"/>
                  <a:gd name="T7" fmla="*/ 21 h 93"/>
                  <a:gd name="T8" fmla="*/ 3 w 21"/>
                  <a:gd name="T9" fmla="*/ 13 h 93"/>
                  <a:gd name="T10" fmla="*/ 0 w 21"/>
                  <a:gd name="T11" fmla="*/ 1 h 93"/>
                  <a:gd name="T12" fmla="*/ 1 w 21"/>
                  <a:gd name="T13" fmla="*/ 0 h 93"/>
                  <a:gd name="T14" fmla="*/ 4 w 21"/>
                  <a:gd name="T15" fmla="*/ 13 h 93"/>
                  <a:gd name="T16" fmla="*/ 3 w 21"/>
                  <a:gd name="T17" fmla="*/ 21 h 93"/>
                  <a:gd name="T18" fmla="*/ 3 w 21"/>
                  <a:gd name="T19" fmla="*/ 27 h 93"/>
                  <a:gd name="T20" fmla="*/ 12 w 21"/>
                  <a:gd name="T21" fmla="*/ 59 h 93"/>
                  <a:gd name="T22" fmla="*/ 21 w 21"/>
                  <a:gd name="T23" fmla="*/ 93 h 93"/>
                  <a:gd name="T24" fmla="*/ 20 w 21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93">
                    <a:moveTo>
                      <a:pt x="20" y="93"/>
                    </a:moveTo>
                    <a:cubicBezTo>
                      <a:pt x="20" y="81"/>
                      <a:pt x="16" y="70"/>
                      <a:pt x="11" y="60"/>
                    </a:cubicBezTo>
                    <a:cubicBezTo>
                      <a:pt x="6" y="49"/>
                      <a:pt x="2" y="39"/>
                      <a:pt x="2" y="27"/>
                    </a:cubicBezTo>
                    <a:cubicBezTo>
                      <a:pt x="2" y="25"/>
                      <a:pt x="2" y="23"/>
                      <a:pt x="2" y="21"/>
                    </a:cubicBezTo>
                    <a:cubicBezTo>
                      <a:pt x="2" y="18"/>
                      <a:pt x="3" y="16"/>
                      <a:pt x="3" y="13"/>
                    </a:cubicBezTo>
                    <a:cubicBezTo>
                      <a:pt x="2" y="9"/>
                      <a:pt x="1" y="5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5"/>
                      <a:pt x="3" y="9"/>
                      <a:pt x="4" y="13"/>
                    </a:cubicBezTo>
                    <a:cubicBezTo>
                      <a:pt x="4" y="16"/>
                      <a:pt x="3" y="19"/>
                      <a:pt x="3" y="21"/>
                    </a:cubicBezTo>
                    <a:cubicBezTo>
                      <a:pt x="3" y="23"/>
                      <a:pt x="3" y="25"/>
                      <a:pt x="3" y="27"/>
                    </a:cubicBezTo>
                    <a:cubicBezTo>
                      <a:pt x="3" y="38"/>
                      <a:pt x="7" y="49"/>
                      <a:pt x="12" y="59"/>
                    </a:cubicBezTo>
                    <a:cubicBezTo>
                      <a:pt x="16" y="70"/>
                      <a:pt x="21" y="81"/>
                      <a:pt x="21" y="93"/>
                    </a:cubicBezTo>
                    <a:lnTo>
                      <a:pt x="20" y="9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8" name="Freeform 548">
                <a:extLst>
                  <a:ext uri="{FF2B5EF4-FFF2-40B4-BE49-F238E27FC236}">
                    <a16:creationId xmlns:a16="http://schemas.microsoft.com/office/drawing/2014/main" id="{E2C6870E-067B-CDAD-6ABB-32A30BD0A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4658" y="854364"/>
                <a:ext cx="123713" cy="126003"/>
              </a:xfrm>
              <a:custGeom>
                <a:avLst/>
                <a:gdLst>
                  <a:gd name="T0" fmla="*/ 30 w 32"/>
                  <a:gd name="T1" fmla="*/ 16 h 32"/>
                  <a:gd name="T2" fmla="*/ 28 w 32"/>
                  <a:gd name="T3" fmla="*/ 16 h 32"/>
                  <a:gd name="T4" fmla="*/ 16 w 32"/>
                  <a:gd name="T5" fmla="*/ 28 h 32"/>
                  <a:gd name="T6" fmla="*/ 4 w 32"/>
                  <a:gd name="T7" fmla="*/ 16 h 32"/>
                  <a:gd name="T8" fmla="*/ 16 w 32"/>
                  <a:gd name="T9" fmla="*/ 4 h 32"/>
                  <a:gd name="T10" fmla="*/ 28 w 32"/>
                  <a:gd name="T11" fmla="*/ 16 h 32"/>
                  <a:gd name="T12" fmla="*/ 30 w 32"/>
                  <a:gd name="T13" fmla="*/ 16 h 32"/>
                  <a:gd name="T14" fmla="*/ 32 w 32"/>
                  <a:gd name="T15" fmla="*/ 16 h 32"/>
                  <a:gd name="T16" fmla="*/ 16 w 32"/>
                  <a:gd name="T17" fmla="*/ 0 h 32"/>
                  <a:gd name="T18" fmla="*/ 0 w 32"/>
                  <a:gd name="T19" fmla="*/ 16 h 32"/>
                  <a:gd name="T20" fmla="*/ 16 w 32"/>
                  <a:gd name="T21" fmla="*/ 32 h 32"/>
                  <a:gd name="T22" fmla="*/ 32 w 32"/>
                  <a:gd name="T23" fmla="*/ 16 h 32"/>
                  <a:gd name="T24" fmla="*/ 30 w 32"/>
                  <a:gd name="T2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32">
                    <a:moveTo>
                      <a:pt x="30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2"/>
                      <a:pt x="23" y="28"/>
                      <a:pt x="16" y="28"/>
                    </a:cubicBezTo>
                    <a:cubicBezTo>
                      <a:pt x="10" y="28"/>
                      <a:pt x="4" y="22"/>
                      <a:pt x="4" y="16"/>
                    </a:cubicBezTo>
                    <a:cubicBezTo>
                      <a:pt x="4" y="9"/>
                      <a:pt x="10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lnTo>
                      <a:pt x="30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69" name="Freeform 549">
                <a:extLst>
                  <a:ext uri="{FF2B5EF4-FFF2-40B4-BE49-F238E27FC236}">
                    <a16:creationId xmlns:a16="http://schemas.microsoft.com/office/drawing/2014/main" id="{2694580C-650E-FC4B-3C3E-21EF80358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6895" y="822291"/>
                <a:ext cx="126004" cy="126003"/>
              </a:xfrm>
              <a:custGeom>
                <a:avLst/>
                <a:gdLst>
                  <a:gd name="T0" fmla="*/ 30 w 32"/>
                  <a:gd name="T1" fmla="*/ 16 h 32"/>
                  <a:gd name="T2" fmla="*/ 28 w 32"/>
                  <a:gd name="T3" fmla="*/ 16 h 32"/>
                  <a:gd name="T4" fmla="*/ 16 w 32"/>
                  <a:gd name="T5" fmla="*/ 28 h 32"/>
                  <a:gd name="T6" fmla="*/ 4 w 32"/>
                  <a:gd name="T7" fmla="*/ 16 h 32"/>
                  <a:gd name="T8" fmla="*/ 16 w 32"/>
                  <a:gd name="T9" fmla="*/ 4 h 32"/>
                  <a:gd name="T10" fmla="*/ 28 w 32"/>
                  <a:gd name="T11" fmla="*/ 16 h 32"/>
                  <a:gd name="T12" fmla="*/ 30 w 32"/>
                  <a:gd name="T13" fmla="*/ 16 h 32"/>
                  <a:gd name="T14" fmla="*/ 32 w 32"/>
                  <a:gd name="T15" fmla="*/ 16 h 32"/>
                  <a:gd name="T16" fmla="*/ 16 w 32"/>
                  <a:gd name="T17" fmla="*/ 0 h 32"/>
                  <a:gd name="T18" fmla="*/ 0 w 32"/>
                  <a:gd name="T19" fmla="*/ 16 h 32"/>
                  <a:gd name="T20" fmla="*/ 16 w 32"/>
                  <a:gd name="T21" fmla="*/ 32 h 32"/>
                  <a:gd name="T22" fmla="*/ 32 w 32"/>
                  <a:gd name="T23" fmla="*/ 16 h 32"/>
                  <a:gd name="T24" fmla="*/ 30 w 32"/>
                  <a:gd name="T2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32">
                    <a:moveTo>
                      <a:pt x="30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lnTo>
                      <a:pt x="30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70" name="Freeform 667">
                <a:extLst>
                  <a:ext uri="{FF2B5EF4-FFF2-40B4-BE49-F238E27FC236}">
                    <a16:creationId xmlns:a16="http://schemas.microsoft.com/office/drawing/2014/main" id="{2CAB070B-C137-2540-406D-1F0A4F42D6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78449" y="826873"/>
                <a:ext cx="281792" cy="130585"/>
              </a:xfrm>
              <a:custGeom>
                <a:avLst/>
                <a:gdLst>
                  <a:gd name="T0" fmla="*/ 72 w 72"/>
                  <a:gd name="T1" fmla="*/ 9 h 33"/>
                  <a:gd name="T2" fmla="*/ 60 w 72"/>
                  <a:gd name="T3" fmla="*/ 16 h 33"/>
                  <a:gd name="T4" fmla="*/ 0 w 72"/>
                  <a:gd name="T5" fmla="*/ 17 h 33"/>
                  <a:gd name="T6" fmla="*/ 60 w 72"/>
                  <a:gd name="T7" fmla="*/ 17 h 33"/>
                  <a:gd name="T8" fmla="*/ 72 w 72"/>
                  <a:gd name="T9" fmla="*/ 24 h 33"/>
                  <a:gd name="T10" fmla="*/ 72 w 72"/>
                  <a:gd name="T11" fmla="*/ 9 h 33"/>
                  <a:gd name="T12" fmla="*/ 14 w 72"/>
                  <a:gd name="T13" fmla="*/ 17 h 33"/>
                  <a:gd name="T14" fmla="*/ 11 w 72"/>
                  <a:gd name="T15" fmla="*/ 14 h 33"/>
                  <a:gd name="T16" fmla="*/ 14 w 72"/>
                  <a:gd name="T17" fmla="*/ 12 h 33"/>
                  <a:gd name="T18" fmla="*/ 16 w 72"/>
                  <a:gd name="T19" fmla="*/ 14 h 33"/>
                  <a:gd name="T20" fmla="*/ 14 w 72"/>
                  <a:gd name="T21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33">
                    <a:moveTo>
                      <a:pt x="72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3" y="0"/>
                      <a:pt x="16" y="0"/>
                      <a:pt x="0" y="17"/>
                    </a:cubicBezTo>
                    <a:cubicBezTo>
                      <a:pt x="16" y="33"/>
                      <a:pt x="43" y="33"/>
                      <a:pt x="60" y="17"/>
                    </a:cubicBezTo>
                    <a:cubicBezTo>
                      <a:pt x="72" y="24"/>
                      <a:pt x="72" y="24"/>
                      <a:pt x="72" y="24"/>
                    </a:cubicBezTo>
                    <a:lnTo>
                      <a:pt x="72" y="9"/>
                    </a:lnTo>
                    <a:close/>
                    <a:moveTo>
                      <a:pt x="14" y="17"/>
                    </a:moveTo>
                    <a:cubicBezTo>
                      <a:pt x="12" y="17"/>
                      <a:pt x="11" y="16"/>
                      <a:pt x="11" y="14"/>
                    </a:cubicBezTo>
                    <a:cubicBezTo>
                      <a:pt x="11" y="13"/>
                      <a:pt x="12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ubicBezTo>
                      <a:pt x="16" y="16"/>
                      <a:pt x="15" y="17"/>
                      <a:pt x="14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71" name="Freeform 673">
                <a:extLst>
                  <a:ext uri="{FF2B5EF4-FFF2-40B4-BE49-F238E27FC236}">
                    <a16:creationId xmlns:a16="http://schemas.microsoft.com/office/drawing/2014/main" id="{AF918CE2-A238-5C7A-CD4E-63830B8732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392551" y="759235"/>
                <a:ext cx="286374" cy="128294"/>
              </a:xfrm>
              <a:custGeom>
                <a:avLst/>
                <a:gdLst>
                  <a:gd name="T0" fmla="*/ 73 w 73"/>
                  <a:gd name="T1" fmla="*/ 9 h 33"/>
                  <a:gd name="T2" fmla="*/ 60 w 73"/>
                  <a:gd name="T3" fmla="*/ 16 h 33"/>
                  <a:gd name="T4" fmla="*/ 0 w 73"/>
                  <a:gd name="T5" fmla="*/ 17 h 33"/>
                  <a:gd name="T6" fmla="*/ 61 w 73"/>
                  <a:gd name="T7" fmla="*/ 17 h 33"/>
                  <a:gd name="T8" fmla="*/ 73 w 73"/>
                  <a:gd name="T9" fmla="*/ 24 h 33"/>
                  <a:gd name="T10" fmla="*/ 73 w 73"/>
                  <a:gd name="T11" fmla="*/ 9 h 33"/>
                  <a:gd name="T12" fmla="*/ 15 w 73"/>
                  <a:gd name="T13" fmla="*/ 17 h 33"/>
                  <a:gd name="T14" fmla="*/ 12 w 73"/>
                  <a:gd name="T15" fmla="*/ 14 h 33"/>
                  <a:gd name="T16" fmla="*/ 15 w 73"/>
                  <a:gd name="T17" fmla="*/ 12 h 33"/>
                  <a:gd name="T18" fmla="*/ 17 w 73"/>
                  <a:gd name="T19" fmla="*/ 14 h 33"/>
                  <a:gd name="T20" fmla="*/ 15 w 73"/>
                  <a:gd name="T21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3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0"/>
                      <a:pt x="0" y="17"/>
                    </a:cubicBezTo>
                    <a:cubicBezTo>
                      <a:pt x="17" y="33"/>
                      <a:pt x="44" y="33"/>
                      <a:pt x="61" y="17"/>
                    </a:cubicBezTo>
                    <a:cubicBezTo>
                      <a:pt x="73" y="24"/>
                      <a:pt x="73" y="24"/>
                      <a:pt x="73" y="24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4"/>
                    </a:cubicBezTo>
                    <a:cubicBezTo>
                      <a:pt x="12" y="13"/>
                      <a:pt x="13" y="12"/>
                      <a:pt x="15" y="12"/>
                    </a:cubicBezTo>
                    <a:cubicBezTo>
                      <a:pt x="16" y="12"/>
                      <a:pt x="17" y="13"/>
                      <a:pt x="17" y="14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2DBAF6F-C4C4-14CB-1A38-F91EBDB17438}"/>
                </a:ext>
              </a:extLst>
            </p:cNvPr>
            <p:cNvGrpSpPr/>
            <p:nvPr/>
          </p:nvGrpSpPr>
          <p:grpSpPr>
            <a:xfrm>
              <a:off x="6200077" y="1657393"/>
              <a:ext cx="1546415" cy="632311"/>
              <a:chOff x="5952654" y="737523"/>
              <a:chExt cx="1546415" cy="632311"/>
            </a:xfrm>
          </p:grpSpPr>
          <p:sp>
            <p:nvSpPr>
              <p:cNvPr id="42" name="Freeform 653">
                <a:extLst>
                  <a:ext uri="{FF2B5EF4-FFF2-40B4-BE49-F238E27FC236}">
                    <a16:creationId xmlns:a16="http://schemas.microsoft.com/office/drawing/2014/main" id="{7FC6A4F3-E612-066F-3E83-E7BC4A1774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89667" y="863528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0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4 w 73"/>
                  <a:gd name="T13" fmla="*/ 17 h 34"/>
                  <a:gd name="T14" fmla="*/ 12 w 73"/>
                  <a:gd name="T15" fmla="*/ 15 h 34"/>
                  <a:gd name="T16" fmla="*/ 14 w 73"/>
                  <a:gd name="T17" fmla="*/ 12 h 34"/>
                  <a:gd name="T18" fmla="*/ 17 w 73"/>
                  <a:gd name="T19" fmla="*/ 15 h 34"/>
                  <a:gd name="T20" fmla="*/ 14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3" y="0"/>
                      <a:pt x="17" y="0"/>
                      <a:pt x="0" y="17"/>
                    </a:cubicBezTo>
                    <a:cubicBezTo>
                      <a:pt x="17" y="34"/>
                      <a:pt x="43" y="34"/>
                      <a:pt x="60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4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3"/>
                      <a:pt x="13" y="12"/>
                      <a:pt x="14" y="12"/>
                    </a:cubicBezTo>
                    <a:cubicBezTo>
                      <a:pt x="16" y="12"/>
                      <a:pt x="17" y="13"/>
                      <a:pt x="17" y="15"/>
                    </a:cubicBezTo>
                    <a:cubicBezTo>
                      <a:pt x="17" y="16"/>
                      <a:pt x="16" y="17"/>
                      <a:pt x="14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3" name="Freeform 654">
                <a:extLst>
                  <a:ext uri="{FF2B5EF4-FFF2-40B4-BE49-F238E27FC236}">
                    <a16:creationId xmlns:a16="http://schemas.microsoft.com/office/drawing/2014/main" id="{E8DE6A13-FDF7-9CBE-7798-A2452D3BB3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14868" y="1094916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4" name="Freeform 655">
                <a:extLst>
                  <a:ext uri="{FF2B5EF4-FFF2-40B4-BE49-F238E27FC236}">
                    <a16:creationId xmlns:a16="http://schemas.microsoft.com/office/drawing/2014/main" id="{EC63096B-961A-F152-BA41-792FCB9344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9245" y="1094916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5" name="Freeform 662">
                <a:extLst>
                  <a:ext uri="{FF2B5EF4-FFF2-40B4-BE49-F238E27FC236}">
                    <a16:creationId xmlns:a16="http://schemas.microsoft.com/office/drawing/2014/main" id="{AABAF8A3-4DE0-653C-A4FC-E21C5A400F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9819" y="737523"/>
                <a:ext cx="286374" cy="128294"/>
              </a:xfrm>
              <a:custGeom>
                <a:avLst/>
                <a:gdLst>
                  <a:gd name="T0" fmla="*/ 73 w 73"/>
                  <a:gd name="T1" fmla="*/ 8 h 33"/>
                  <a:gd name="T2" fmla="*/ 61 w 73"/>
                  <a:gd name="T3" fmla="*/ 16 h 33"/>
                  <a:gd name="T4" fmla="*/ 0 w 73"/>
                  <a:gd name="T5" fmla="*/ 16 h 33"/>
                  <a:gd name="T6" fmla="*/ 61 w 73"/>
                  <a:gd name="T7" fmla="*/ 17 h 33"/>
                  <a:gd name="T8" fmla="*/ 73 w 73"/>
                  <a:gd name="T9" fmla="*/ 24 h 33"/>
                  <a:gd name="T10" fmla="*/ 73 w 73"/>
                  <a:gd name="T11" fmla="*/ 8 h 33"/>
                  <a:gd name="T12" fmla="*/ 15 w 73"/>
                  <a:gd name="T13" fmla="*/ 17 h 33"/>
                  <a:gd name="T14" fmla="*/ 12 w 73"/>
                  <a:gd name="T15" fmla="*/ 14 h 33"/>
                  <a:gd name="T16" fmla="*/ 15 w 73"/>
                  <a:gd name="T17" fmla="*/ 12 h 33"/>
                  <a:gd name="T18" fmla="*/ 17 w 73"/>
                  <a:gd name="T19" fmla="*/ 14 h 33"/>
                  <a:gd name="T20" fmla="*/ 15 w 73"/>
                  <a:gd name="T21" fmla="*/ 17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3">
                    <a:moveTo>
                      <a:pt x="73" y="8"/>
                    </a:moveTo>
                    <a:cubicBezTo>
                      <a:pt x="61" y="16"/>
                      <a:pt x="61" y="16"/>
                      <a:pt x="61" y="16"/>
                    </a:cubicBezTo>
                    <a:cubicBezTo>
                      <a:pt x="44" y="0"/>
                      <a:pt x="17" y="0"/>
                      <a:pt x="0" y="16"/>
                    </a:cubicBezTo>
                    <a:cubicBezTo>
                      <a:pt x="17" y="33"/>
                      <a:pt x="44" y="33"/>
                      <a:pt x="61" y="17"/>
                    </a:cubicBezTo>
                    <a:cubicBezTo>
                      <a:pt x="73" y="24"/>
                      <a:pt x="73" y="24"/>
                      <a:pt x="73" y="24"/>
                    </a:cubicBezTo>
                    <a:lnTo>
                      <a:pt x="73" y="8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5"/>
                      <a:pt x="12" y="14"/>
                    </a:cubicBezTo>
                    <a:cubicBezTo>
                      <a:pt x="12" y="13"/>
                      <a:pt x="13" y="12"/>
                      <a:pt x="15" y="12"/>
                    </a:cubicBezTo>
                    <a:cubicBezTo>
                      <a:pt x="16" y="12"/>
                      <a:pt x="17" y="13"/>
                      <a:pt x="17" y="14"/>
                    </a:cubicBezTo>
                    <a:cubicBezTo>
                      <a:pt x="17" y="15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6" name="Freeform 665">
                <a:extLst>
                  <a:ext uri="{FF2B5EF4-FFF2-40B4-BE49-F238E27FC236}">
                    <a16:creationId xmlns:a16="http://schemas.microsoft.com/office/drawing/2014/main" id="{7F68924B-5C0A-A36E-2059-F431D888B4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2695" y="959750"/>
                <a:ext cx="286374" cy="13516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7 h 34"/>
                  <a:gd name="T4" fmla="*/ 0 w 73"/>
                  <a:gd name="T5" fmla="*/ 17 h 34"/>
                  <a:gd name="T6" fmla="*/ 60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4 w 73"/>
                  <a:gd name="T13" fmla="*/ 18 h 34"/>
                  <a:gd name="T14" fmla="*/ 12 w 73"/>
                  <a:gd name="T15" fmla="*/ 15 h 34"/>
                  <a:gd name="T16" fmla="*/ 14 w 73"/>
                  <a:gd name="T17" fmla="*/ 13 h 34"/>
                  <a:gd name="T18" fmla="*/ 17 w 73"/>
                  <a:gd name="T19" fmla="*/ 15 h 34"/>
                  <a:gd name="T20" fmla="*/ 14 w 73"/>
                  <a:gd name="T21" fmla="*/ 1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7"/>
                      <a:pt x="60" y="17"/>
                      <a:pt x="60" y="17"/>
                    </a:cubicBezTo>
                    <a:cubicBezTo>
                      <a:pt x="43" y="0"/>
                      <a:pt x="17" y="1"/>
                      <a:pt x="0" y="17"/>
                    </a:cubicBezTo>
                    <a:cubicBezTo>
                      <a:pt x="17" y="34"/>
                      <a:pt x="43" y="34"/>
                      <a:pt x="60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4" y="18"/>
                    </a:moveTo>
                    <a:cubicBezTo>
                      <a:pt x="13" y="18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4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8"/>
                      <a:pt x="14" y="1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7" name="Freeform 670">
                <a:extLst>
                  <a:ext uri="{FF2B5EF4-FFF2-40B4-BE49-F238E27FC236}">
                    <a16:creationId xmlns:a16="http://schemas.microsoft.com/office/drawing/2014/main" id="{E220D0BC-1C62-118B-2D59-ABCF668DFB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52654" y="918511"/>
                <a:ext cx="284082" cy="132877"/>
              </a:xfrm>
              <a:custGeom>
                <a:avLst/>
                <a:gdLst>
                  <a:gd name="T0" fmla="*/ 72 w 72"/>
                  <a:gd name="T1" fmla="*/ 9 h 34"/>
                  <a:gd name="T2" fmla="*/ 60 w 72"/>
                  <a:gd name="T3" fmla="*/ 16 h 34"/>
                  <a:gd name="T4" fmla="*/ 0 w 72"/>
                  <a:gd name="T5" fmla="*/ 17 h 34"/>
                  <a:gd name="T6" fmla="*/ 0 w 72"/>
                  <a:gd name="T7" fmla="*/ 17 h 34"/>
                  <a:gd name="T8" fmla="*/ 60 w 72"/>
                  <a:gd name="T9" fmla="*/ 17 h 34"/>
                  <a:gd name="T10" fmla="*/ 72 w 72"/>
                  <a:gd name="T11" fmla="*/ 25 h 34"/>
                  <a:gd name="T12" fmla="*/ 72 w 72"/>
                  <a:gd name="T13" fmla="*/ 9 h 34"/>
                  <a:gd name="T14" fmla="*/ 14 w 72"/>
                  <a:gd name="T15" fmla="*/ 17 h 34"/>
                  <a:gd name="T16" fmla="*/ 12 w 72"/>
                  <a:gd name="T17" fmla="*/ 14 h 34"/>
                  <a:gd name="T18" fmla="*/ 14 w 72"/>
                  <a:gd name="T19" fmla="*/ 12 h 34"/>
                  <a:gd name="T20" fmla="*/ 16 w 72"/>
                  <a:gd name="T21" fmla="*/ 14 h 34"/>
                  <a:gd name="T22" fmla="*/ 14 w 72"/>
                  <a:gd name="T23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" h="34">
                    <a:moveTo>
                      <a:pt x="72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3" y="0"/>
                      <a:pt x="16" y="0"/>
                      <a:pt x="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16" y="33"/>
                      <a:pt x="43" y="34"/>
                      <a:pt x="60" y="17"/>
                    </a:cubicBezTo>
                    <a:cubicBezTo>
                      <a:pt x="72" y="25"/>
                      <a:pt x="72" y="25"/>
                      <a:pt x="72" y="25"/>
                    </a:cubicBezTo>
                    <a:lnTo>
                      <a:pt x="72" y="9"/>
                    </a:lnTo>
                    <a:close/>
                    <a:moveTo>
                      <a:pt x="14" y="17"/>
                    </a:moveTo>
                    <a:cubicBezTo>
                      <a:pt x="13" y="17"/>
                      <a:pt x="12" y="16"/>
                      <a:pt x="12" y="14"/>
                    </a:cubicBezTo>
                    <a:cubicBezTo>
                      <a:pt x="12" y="13"/>
                      <a:pt x="13" y="12"/>
                      <a:pt x="14" y="12"/>
                    </a:cubicBezTo>
                    <a:cubicBezTo>
                      <a:pt x="15" y="12"/>
                      <a:pt x="16" y="13"/>
                      <a:pt x="16" y="14"/>
                    </a:cubicBezTo>
                    <a:cubicBezTo>
                      <a:pt x="16" y="16"/>
                      <a:pt x="15" y="17"/>
                      <a:pt x="14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8" name="Freeform 671">
                <a:extLst>
                  <a:ext uri="{FF2B5EF4-FFF2-40B4-BE49-F238E27FC236}">
                    <a16:creationId xmlns:a16="http://schemas.microsoft.com/office/drawing/2014/main" id="{3AF8866F-5FA4-6A12-6AE0-EC87CE6115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36855" y="1236957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  <p:sp>
            <p:nvSpPr>
              <p:cNvPr id="49" name="Freeform 674">
                <a:extLst>
                  <a:ext uri="{FF2B5EF4-FFF2-40B4-BE49-F238E27FC236}">
                    <a16:creationId xmlns:a16="http://schemas.microsoft.com/office/drawing/2014/main" id="{E6E13D91-18AD-B5BD-C910-C868330E9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36855" y="952876"/>
                <a:ext cx="286374" cy="132877"/>
              </a:xfrm>
              <a:custGeom>
                <a:avLst/>
                <a:gdLst>
                  <a:gd name="T0" fmla="*/ 73 w 73"/>
                  <a:gd name="T1" fmla="*/ 9 h 34"/>
                  <a:gd name="T2" fmla="*/ 60 w 73"/>
                  <a:gd name="T3" fmla="*/ 16 h 34"/>
                  <a:gd name="T4" fmla="*/ 0 w 73"/>
                  <a:gd name="T5" fmla="*/ 17 h 34"/>
                  <a:gd name="T6" fmla="*/ 61 w 73"/>
                  <a:gd name="T7" fmla="*/ 18 h 34"/>
                  <a:gd name="T8" fmla="*/ 73 w 73"/>
                  <a:gd name="T9" fmla="*/ 25 h 34"/>
                  <a:gd name="T10" fmla="*/ 73 w 73"/>
                  <a:gd name="T11" fmla="*/ 9 h 34"/>
                  <a:gd name="T12" fmla="*/ 15 w 73"/>
                  <a:gd name="T13" fmla="*/ 17 h 34"/>
                  <a:gd name="T14" fmla="*/ 12 w 73"/>
                  <a:gd name="T15" fmla="*/ 15 h 34"/>
                  <a:gd name="T16" fmla="*/ 15 w 73"/>
                  <a:gd name="T17" fmla="*/ 13 h 34"/>
                  <a:gd name="T18" fmla="*/ 17 w 73"/>
                  <a:gd name="T19" fmla="*/ 15 h 34"/>
                  <a:gd name="T20" fmla="*/ 15 w 73"/>
                  <a:gd name="T2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3" h="34">
                    <a:moveTo>
                      <a:pt x="73" y="9"/>
                    </a:moveTo>
                    <a:cubicBezTo>
                      <a:pt x="60" y="16"/>
                      <a:pt x="60" y="16"/>
                      <a:pt x="60" y="16"/>
                    </a:cubicBezTo>
                    <a:cubicBezTo>
                      <a:pt x="44" y="0"/>
                      <a:pt x="17" y="1"/>
                      <a:pt x="0" y="17"/>
                    </a:cubicBezTo>
                    <a:cubicBezTo>
                      <a:pt x="17" y="34"/>
                      <a:pt x="44" y="34"/>
                      <a:pt x="61" y="18"/>
                    </a:cubicBezTo>
                    <a:cubicBezTo>
                      <a:pt x="73" y="25"/>
                      <a:pt x="73" y="25"/>
                      <a:pt x="73" y="25"/>
                    </a:cubicBezTo>
                    <a:lnTo>
                      <a:pt x="73" y="9"/>
                    </a:lnTo>
                    <a:close/>
                    <a:moveTo>
                      <a:pt x="15" y="17"/>
                    </a:moveTo>
                    <a:cubicBezTo>
                      <a:pt x="13" y="17"/>
                      <a:pt x="12" y="16"/>
                      <a:pt x="12" y="15"/>
                    </a:cubicBezTo>
                    <a:cubicBezTo>
                      <a:pt x="12" y="14"/>
                      <a:pt x="13" y="13"/>
                      <a:pt x="15" y="13"/>
                    </a:cubicBezTo>
                    <a:cubicBezTo>
                      <a:pt x="16" y="13"/>
                      <a:pt x="17" y="14"/>
                      <a:pt x="17" y="15"/>
                    </a:cubicBezTo>
                    <a:cubicBezTo>
                      <a:pt x="17" y="16"/>
                      <a:pt x="16" y="17"/>
                      <a:pt x="15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/>
              </a:p>
            </p:txBody>
          </p:sp>
        </p:grp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3B0A9D3-FC6E-E91B-0C46-126E12288678}"/>
              </a:ext>
            </a:extLst>
          </p:cNvPr>
          <p:cNvSpPr/>
          <p:nvPr/>
        </p:nvSpPr>
        <p:spPr>
          <a:xfrm>
            <a:off x="0" y="3299463"/>
            <a:ext cx="12192000" cy="1553095"/>
          </a:xfrm>
          <a:custGeom>
            <a:avLst/>
            <a:gdLst>
              <a:gd name="connsiteX0" fmla="*/ 0 w 11754242"/>
              <a:gd name="connsiteY0" fmla="*/ 0 h 1911431"/>
              <a:gd name="connsiteX1" fmla="*/ 391081 w 11754242"/>
              <a:gd name="connsiteY1" fmla="*/ 82518 h 1911431"/>
              <a:gd name="connsiteX2" fmla="*/ 1476524 w 11754242"/>
              <a:gd name="connsiteY2" fmla="*/ 218993 h 1911431"/>
              <a:gd name="connsiteX3" fmla="*/ 2684668 w 11754242"/>
              <a:gd name="connsiteY3" fmla="*/ 278410 h 1911431"/>
              <a:gd name="connsiteX4" fmla="*/ 3553019 w 11754242"/>
              <a:gd name="connsiteY4" fmla="*/ 444284 h 1911431"/>
              <a:gd name="connsiteX5" fmla="*/ 4572391 w 11754242"/>
              <a:gd name="connsiteY5" fmla="*/ 756226 h 1911431"/>
              <a:gd name="connsiteX6" fmla="*/ 7529830 w 11754242"/>
              <a:gd name="connsiteY6" fmla="*/ 1055790 h 1911431"/>
              <a:gd name="connsiteX7" fmla="*/ 9467894 w 11754242"/>
              <a:gd name="connsiteY7" fmla="*/ 1335548 h 1911431"/>
              <a:gd name="connsiteX8" fmla="*/ 10487265 w 11754242"/>
              <a:gd name="connsiteY8" fmla="*/ 1498946 h 1911431"/>
              <a:gd name="connsiteX9" fmla="*/ 11682211 w 11754242"/>
              <a:gd name="connsiteY9" fmla="*/ 1277069 h 1911431"/>
              <a:gd name="connsiteX10" fmla="*/ 11754242 w 11754242"/>
              <a:gd name="connsiteY10" fmla="*/ 1271426 h 1911431"/>
              <a:gd name="connsiteX11" fmla="*/ 11754242 w 11754242"/>
              <a:gd name="connsiteY11" fmla="*/ 1911431 h 1911431"/>
              <a:gd name="connsiteX12" fmla="*/ 0 w 11754242"/>
              <a:gd name="connsiteY12" fmla="*/ 1888561 h 1911431"/>
              <a:gd name="connsiteX13" fmla="*/ 0 w 11754242"/>
              <a:gd name="connsiteY13" fmla="*/ 0 h 1911431"/>
              <a:gd name="connsiteX0" fmla="*/ 0 w 11754242"/>
              <a:gd name="connsiteY0" fmla="*/ 0 h 1911431"/>
              <a:gd name="connsiteX1" fmla="*/ 391081 w 11754242"/>
              <a:gd name="connsiteY1" fmla="*/ 82518 h 1911431"/>
              <a:gd name="connsiteX2" fmla="*/ 1476524 w 11754242"/>
              <a:gd name="connsiteY2" fmla="*/ 218993 h 1911431"/>
              <a:gd name="connsiteX3" fmla="*/ 2684668 w 11754242"/>
              <a:gd name="connsiteY3" fmla="*/ 653534 h 1911431"/>
              <a:gd name="connsiteX4" fmla="*/ 3553019 w 11754242"/>
              <a:gd name="connsiteY4" fmla="*/ 444284 h 1911431"/>
              <a:gd name="connsiteX5" fmla="*/ 4572391 w 11754242"/>
              <a:gd name="connsiteY5" fmla="*/ 756226 h 1911431"/>
              <a:gd name="connsiteX6" fmla="*/ 7529830 w 11754242"/>
              <a:gd name="connsiteY6" fmla="*/ 1055790 h 1911431"/>
              <a:gd name="connsiteX7" fmla="*/ 9467894 w 11754242"/>
              <a:gd name="connsiteY7" fmla="*/ 1335548 h 1911431"/>
              <a:gd name="connsiteX8" fmla="*/ 10487265 w 11754242"/>
              <a:gd name="connsiteY8" fmla="*/ 1498946 h 1911431"/>
              <a:gd name="connsiteX9" fmla="*/ 11682211 w 11754242"/>
              <a:gd name="connsiteY9" fmla="*/ 1277069 h 1911431"/>
              <a:gd name="connsiteX10" fmla="*/ 11754242 w 11754242"/>
              <a:gd name="connsiteY10" fmla="*/ 1271426 h 1911431"/>
              <a:gd name="connsiteX11" fmla="*/ 11754242 w 11754242"/>
              <a:gd name="connsiteY11" fmla="*/ 1911431 h 1911431"/>
              <a:gd name="connsiteX12" fmla="*/ 0 w 11754242"/>
              <a:gd name="connsiteY12" fmla="*/ 1888561 h 1911431"/>
              <a:gd name="connsiteX13" fmla="*/ 0 w 11754242"/>
              <a:gd name="connsiteY13" fmla="*/ 0 h 1911431"/>
              <a:gd name="connsiteX0" fmla="*/ 0 w 11754242"/>
              <a:gd name="connsiteY0" fmla="*/ 0 h 1911431"/>
              <a:gd name="connsiteX1" fmla="*/ 391081 w 11754242"/>
              <a:gd name="connsiteY1" fmla="*/ 82518 h 1911431"/>
              <a:gd name="connsiteX2" fmla="*/ 1476524 w 11754242"/>
              <a:gd name="connsiteY2" fmla="*/ 218993 h 1911431"/>
              <a:gd name="connsiteX3" fmla="*/ 2796614 w 11754242"/>
              <a:gd name="connsiteY3" fmla="*/ 582082 h 1911431"/>
              <a:gd name="connsiteX4" fmla="*/ 3553019 w 11754242"/>
              <a:gd name="connsiteY4" fmla="*/ 444284 h 1911431"/>
              <a:gd name="connsiteX5" fmla="*/ 4572391 w 11754242"/>
              <a:gd name="connsiteY5" fmla="*/ 756226 h 1911431"/>
              <a:gd name="connsiteX6" fmla="*/ 7529830 w 11754242"/>
              <a:gd name="connsiteY6" fmla="*/ 1055790 h 1911431"/>
              <a:gd name="connsiteX7" fmla="*/ 9467894 w 11754242"/>
              <a:gd name="connsiteY7" fmla="*/ 1335548 h 1911431"/>
              <a:gd name="connsiteX8" fmla="*/ 10487265 w 11754242"/>
              <a:gd name="connsiteY8" fmla="*/ 1498946 h 1911431"/>
              <a:gd name="connsiteX9" fmla="*/ 11682211 w 11754242"/>
              <a:gd name="connsiteY9" fmla="*/ 1277069 h 1911431"/>
              <a:gd name="connsiteX10" fmla="*/ 11754242 w 11754242"/>
              <a:gd name="connsiteY10" fmla="*/ 1271426 h 1911431"/>
              <a:gd name="connsiteX11" fmla="*/ 11754242 w 11754242"/>
              <a:gd name="connsiteY11" fmla="*/ 1911431 h 1911431"/>
              <a:gd name="connsiteX12" fmla="*/ 0 w 11754242"/>
              <a:gd name="connsiteY12" fmla="*/ 1888561 h 1911431"/>
              <a:gd name="connsiteX13" fmla="*/ 0 w 11754242"/>
              <a:gd name="connsiteY13" fmla="*/ 0 h 1911431"/>
              <a:gd name="connsiteX0" fmla="*/ 0 w 11754242"/>
              <a:gd name="connsiteY0" fmla="*/ 0 h 1911431"/>
              <a:gd name="connsiteX1" fmla="*/ 391081 w 11754242"/>
              <a:gd name="connsiteY1" fmla="*/ 82518 h 1911431"/>
              <a:gd name="connsiteX2" fmla="*/ 1476524 w 11754242"/>
              <a:gd name="connsiteY2" fmla="*/ 218993 h 1911431"/>
              <a:gd name="connsiteX3" fmla="*/ 2796614 w 11754242"/>
              <a:gd name="connsiteY3" fmla="*/ 582082 h 1911431"/>
              <a:gd name="connsiteX4" fmla="*/ 3553019 w 11754242"/>
              <a:gd name="connsiteY4" fmla="*/ 444284 h 1911431"/>
              <a:gd name="connsiteX5" fmla="*/ 4572391 w 11754242"/>
              <a:gd name="connsiteY5" fmla="*/ 756226 h 1911431"/>
              <a:gd name="connsiteX6" fmla="*/ 7529830 w 11754242"/>
              <a:gd name="connsiteY6" fmla="*/ 1055790 h 1911431"/>
              <a:gd name="connsiteX7" fmla="*/ 9160045 w 11754242"/>
              <a:gd name="connsiteY7" fmla="*/ 1139055 h 1911431"/>
              <a:gd name="connsiteX8" fmla="*/ 10487265 w 11754242"/>
              <a:gd name="connsiteY8" fmla="*/ 1498946 h 1911431"/>
              <a:gd name="connsiteX9" fmla="*/ 11682211 w 11754242"/>
              <a:gd name="connsiteY9" fmla="*/ 1277069 h 1911431"/>
              <a:gd name="connsiteX10" fmla="*/ 11754242 w 11754242"/>
              <a:gd name="connsiteY10" fmla="*/ 1271426 h 1911431"/>
              <a:gd name="connsiteX11" fmla="*/ 11754242 w 11754242"/>
              <a:gd name="connsiteY11" fmla="*/ 1911431 h 1911431"/>
              <a:gd name="connsiteX12" fmla="*/ 0 w 11754242"/>
              <a:gd name="connsiteY12" fmla="*/ 1888561 h 1911431"/>
              <a:gd name="connsiteX13" fmla="*/ 0 w 11754242"/>
              <a:gd name="connsiteY13" fmla="*/ 0 h 191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54242" h="1911431">
                <a:moveTo>
                  <a:pt x="0" y="0"/>
                </a:moveTo>
                <a:lnTo>
                  <a:pt x="391081" y="82518"/>
                </a:lnTo>
                <a:cubicBezTo>
                  <a:pt x="702556" y="142245"/>
                  <a:pt x="1075602" y="135732"/>
                  <a:pt x="1476524" y="218993"/>
                </a:cubicBezTo>
                <a:cubicBezTo>
                  <a:pt x="1877446" y="302254"/>
                  <a:pt x="2419069" y="544946"/>
                  <a:pt x="2796614" y="582082"/>
                </a:cubicBezTo>
                <a:cubicBezTo>
                  <a:pt x="3161574" y="616742"/>
                  <a:pt x="3257056" y="415260"/>
                  <a:pt x="3553019" y="444284"/>
                </a:cubicBezTo>
                <a:cubicBezTo>
                  <a:pt x="3848982" y="473308"/>
                  <a:pt x="4257773" y="649770"/>
                  <a:pt x="4572391" y="756226"/>
                </a:cubicBezTo>
                <a:cubicBezTo>
                  <a:pt x="5679859" y="793363"/>
                  <a:pt x="6765221" y="991985"/>
                  <a:pt x="7529830" y="1055790"/>
                </a:cubicBezTo>
                <a:cubicBezTo>
                  <a:pt x="8294439" y="1119595"/>
                  <a:pt x="8616640" y="1111300"/>
                  <a:pt x="9160045" y="1139055"/>
                </a:cubicBezTo>
                <a:cubicBezTo>
                  <a:pt x="9525004" y="1191045"/>
                  <a:pt x="10066904" y="1475944"/>
                  <a:pt x="10487265" y="1498946"/>
                </a:cubicBezTo>
                <a:cubicBezTo>
                  <a:pt x="10907626" y="1521948"/>
                  <a:pt x="11343464" y="1319055"/>
                  <a:pt x="11682211" y="1277069"/>
                </a:cubicBezTo>
                <a:lnTo>
                  <a:pt x="11754242" y="1271426"/>
                </a:lnTo>
                <a:lnTo>
                  <a:pt x="11754242" y="1911431"/>
                </a:lnTo>
                <a:lnTo>
                  <a:pt x="0" y="188856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6C6BE4-E235-1C4D-BB18-CDDD12E5004C}"/>
              </a:ext>
            </a:extLst>
          </p:cNvPr>
          <p:cNvSpPr/>
          <p:nvPr/>
        </p:nvSpPr>
        <p:spPr>
          <a:xfrm>
            <a:off x="0" y="4692383"/>
            <a:ext cx="12192000" cy="1879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43EE810-2D28-8ED9-347E-6C6D02A28AE3}"/>
              </a:ext>
            </a:extLst>
          </p:cNvPr>
          <p:cNvGrpSpPr/>
          <p:nvPr/>
        </p:nvGrpSpPr>
        <p:grpSpPr>
          <a:xfrm>
            <a:off x="804293" y="4171672"/>
            <a:ext cx="4748782" cy="1963099"/>
            <a:chOff x="804293" y="4014113"/>
            <a:chExt cx="4748782" cy="1963099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4BBCF7E-EDB3-6ABE-D4C1-50B953F46DFD}"/>
                </a:ext>
              </a:extLst>
            </p:cNvPr>
            <p:cNvSpPr txBox="1"/>
            <p:nvPr/>
          </p:nvSpPr>
          <p:spPr>
            <a:xfrm>
              <a:off x="804293" y="4279573"/>
              <a:ext cx="474878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4800" dirty="0"/>
                <a:t>Questions &amp; Answers</a:t>
              </a:r>
              <a:endParaRPr lang="en-US" sz="4800" dirty="0">
                <a:latin typeface="+mj-lt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4E62819-669D-5A50-D3B1-6E210BCFDA5D}"/>
                </a:ext>
              </a:extLst>
            </p:cNvPr>
            <p:cNvSpPr txBox="1"/>
            <p:nvPr/>
          </p:nvSpPr>
          <p:spPr>
            <a:xfrm>
              <a:off x="842392" y="4014113"/>
              <a:ext cx="1631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>
                  <a:solidFill>
                    <a:schemeClr val="accent1"/>
                  </a:solidFill>
                  <a:latin typeface="+mj-lt"/>
                </a:rPr>
                <a:t>Maritime Healthcare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409F4828-DCA3-F8DD-A691-76B66A68B200}"/>
                </a:ext>
              </a:extLst>
            </p:cNvPr>
            <p:cNvGrpSpPr/>
            <p:nvPr/>
          </p:nvGrpSpPr>
          <p:grpSpPr>
            <a:xfrm>
              <a:off x="937167" y="5914479"/>
              <a:ext cx="335756" cy="62733"/>
              <a:chOff x="1092994" y="337482"/>
              <a:chExt cx="646047" cy="120709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87B1CA7-279F-5E8C-B03A-15DBF5F3295E}"/>
                  </a:ext>
                </a:extLst>
              </p:cNvPr>
              <p:cNvSpPr/>
              <p:nvPr/>
            </p:nvSpPr>
            <p:spPr>
              <a:xfrm>
                <a:off x="1092994" y="337482"/>
                <a:ext cx="120709" cy="12070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F4BE604-4E28-3873-2CD7-3CA5CF52AE0B}"/>
                  </a:ext>
                </a:extLst>
              </p:cNvPr>
              <p:cNvSpPr/>
              <p:nvPr/>
            </p:nvSpPr>
            <p:spPr>
              <a:xfrm>
                <a:off x="1355663" y="337482"/>
                <a:ext cx="120709" cy="120709"/>
              </a:xfrm>
              <a:prstGeom prst="rect">
                <a:avLst/>
              </a:prstGeom>
              <a:solidFill>
                <a:schemeClr val="accent1">
                  <a:alpha val="5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575ABF6-7BF5-8C7D-E2A1-C652E30C14D9}"/>
                  </a:ext>
                </a:extLst>
              </p:cNvPr>
              <p:cNvSpPr/>
              <p:nvPr/>
            </p:nvSpPr>
            <p:spPr>
              <a:xfrm>
                <a:off x="1618332" y="337482"/>
                <a:ext cx="120709" cy="120709"/>
              </a:xfrm>
              <a:prstGeom prst="rect">
                <a:avLst/>
              </a:prstGeom>
              <a:solidFill>
                <a:schemeClr val="accent1">
                  <a:alpha val="1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7581B84-87D1-5991-FB58-EC20A4A46C15}"/>
              </a:ext>
            </a:extLst>
          </p:cNvPr>
          <p:cNvSpPr txBox="1"/>
          <p:nvPr/>
        </p:nvSpPr>
        <p:spPr>
          <a:xfrm>
            <a:off x="6741476" y="4984039"/>
            <a:ext cx="2907350" cy="629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80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Open Floor for Your Questions</a:t>
            </a:r>
            <a:br>
              <a:rPr lang="en-ID" dirty="0"/>
            </a:br>
            <a:r>
              <a:rPr lang="en-US" dirty="0"/>
              <a:t>We’d love to hear your thoughts!</a:t>
            </a:r>
          </a:p>
        </p:txBody>
      </p:sp>
      <p:pic>
        <p:nvPicPr>
          <p:cNvPr id="142" name="Graphic 141">
            <a:extLst>
              <a:ext uri="{FF2B5EF4-FFF2-40B4-BE49-F238E27FC236}">
                <a16:creationId xmlns:a16="http://schemas.microsoft.com/office/drawing/2014/main" id="{E3599B9E-8EFF-050E-57A8-DFE63D371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1499" y="389496"/>
            <a:ext cx="1016001" cy="74939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4030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4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EA1"/>
            </a:gs>
            <a:gs pos="67000">
              <a:srgbClr val="00B6AB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78" descr="A container ship in the ocean&#10;&#10;AI-generated content may be incorrect.">
            <a:extLst>
              <a:ext uri="{FF2B5EF4-FFF2-40B4-BE49-F238E27FC236}">
                <a16:creationId xmlns:a16="http://schemas.microsoft.com/office/drawing/2014/main" id="{3782260F-63C3-12CD-C7F0-37107755AC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0FC3E79-A60A-BA06-C0E0-B1BABACC4691}"/>
              </a:ext>
            </a:extLst>
          </p:cNvPr>
          <p:cNvGrpSpPr/>
          <p:nvPr/>
        </p:nvGrpSpPr>
        <p:grpSpPr>
          <a:xfrm>
            <a:off x="1083142" y="2785764"/>
            <a:ext cx="2384727" cy="276999"/>
            <a:chOff x="854542" y="4843792"/>
            <a:chExt cx="2384727" cy="276999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09A41AA-18B8-0A3C-27B8-9D5430AB43E9}"/>
                </a:ext>
              </a:extLst>
            </p:cNvPr>
            <p:cNvSpPr txBox="1"/>
            <p:nvPr/>
          </p:nvSpPr>
          <p:spPr>
            <a:xfrm>
              <a:off x="1294826" y="4843792"/>
              <a:ext cx="1944443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  <a:latin typeface="BasikW05-Book" panose="01000000000000000000" pitchFamily="2" charset="0"/>
                </a:rPr>
                <a:t>www.medshield.In</a:t>
              </a:r>
            </a:p>
          </p:txBody>
        </p:sp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B43968A2-7378-144F-EC5A-C81A647B6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4542" y="4885687"/>
              <a:ext cx="193208" cy="193208"/>
            </a:xfrm>
            <a:prstGeom prst="rect">
              <a:avLst/>
            </a:prstGeom>
          </p:spPr>
        </p:pic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BF4BDA6-4FDC-330B-8DC2-F644411D87F5}"/>
              </a:ext>
            </a:extLst>
          </p:cNvPr>
          <p:cNvGrpSpPr/>
          <p:nvPr/>
        </p:nvGrpSpPr>
        <p:grpSpPr>
          <a:xfrm>
            <a:off x="3382723" y="3299188"/>
            <a:ext cx="2400757" cy="276999"/>
            <a:chOff x="854542" y="4352282"/>
            <a:chExt cx="2400757" cy="276999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36A423C-488B-1ABC-7AD3-5FBDB341B1AB}"/>
                </a:ext>
              </a:extLst>
            </p:cNvPr>
            <p:cNvSpPr txBox="1"/>
            <p:nvPr/>
          </p:nvSpPr>
          <p:spPr>
            <a:xfrm>
              <a:off x="1294826" y="4352282"/>
              <a:ext cx="1960473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dirty="0" err="1">
                  <a:solidFill>
                    <a:srgbClr val="FFFFFF"/>
                  </a:solidFill>
                  <a:latin typeface="BasikW05-Book" panose="01000000000000000000" pitchFamily="2" charset="0"/>
                </a:rPr>
                <a:t>info@medshield.In</a:t>
              </a:r>
              <a:r>
                <a:rPr lang="en-US" dirty="0">
                  <a:solidFill>
                    <a:srgbClr val="FFFFFF"/>
                  </a:solidFill>
                  <a:latin typeface="BasikW05-Book" panose="01000000000000000000" pitchFamily="2" charset="0"/>
                </a:rPr>
                <a:t> </a:t>
              </a:r>
            </a:p>
          </p:txBody>
        </p:sp>
        <p:pic>
          <p:nvPicPr>
            <p:cNvPr id="155" name="Graphic 154">
              <a:extLst>
                <a:ext uri="{FF2B5EF4-FFF2-40B4-BE49-F238E27FC236}">
                  <a16:creationId xmlns:a16="http://schemas.microsoft.com/office/drawing/2014/main" id="{30A002BA-51E1-DD43-8806-53C258E39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4542" y="4394177"/>
              <a:ext cx="193208" cy="193208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0DC8C35-0A96-BB4D-F285-AC5898ADF6BB}"/>
              </a:ext>
            </a:extLst>
          </p:cNvPr>
          <p:cNvGrpSpPr/>
          <p:nvPr/>
        </p:nvGrpSpPr>
        <p:grpSpPr>
          <a:xfrm>
            <a:off x="3373670" y="3786891"/>
            <a:ext cx="2250075" cy="276999"/>
            <a:chOff x="854542" y="5826813"/>
            <a:chExt cx="2250075" cy="276999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E17A20D-9C95-908D-A9FD-739635DF034E}"/>
                </a:ext>
              </a:extLst>
            </p:cNvPr>
            <p:cNvSpPr txBox="1"/>
            <p:nvPr/>
          </p:nvSpPr>
          <p:spPr>
            <a:xfrm>
              <a:off x="1294826" y="5826813"/>
              <a:ext cx="1809791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  <a:latin typeface="BasikW05-Book" panose="01000000000000000000" pitchFamily="2" charset="0"/>
                </a:rPr>
                <a:t>+91 98406 03936</a:t>
              </a:r>
            </a:p>
          </p:txBody>
        </p:sp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9BCBC477-3BA7-073D-D644-7D5E3D71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4542" y="5869904"/>
              <a:ext cx="193208" cy="193208"/>
            </a:xfrm>
            <a:prstGeom prst="rect">
              <a:avLst/>
            </a:prstGeom>
          </p:spPr>
        </p:pic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6D8C0D3-ECB4-6621-0915-39D39337CD97}"/>
              </a:ext>
            </a:extLst>
          </p:cNvPr>
          <p:cNvGrpSpPr/>
          <p:nvPr/>
        </p:nvGrpSpPr>
        <p:grpSpPr>
          <a:xfrm>
            <a:off x="1092196" y="3829535"/>
            <a:ext cx="2290149" cy="276999"/>
            <a:chOff x="854542" y="5335302"/>
            <a:chExt cx="2290149" cy="276999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08A1637-367A-B473-CC9C-E2CAC640D5AC}"/>
                </a:ext>
              </a:extLst>
            </p:cNvPr>
            <p:cNvSpPr txBox="1"/>
            <p:nvPr/>
          </p:nvSpPr>
          <p:spPr>
            <a:xfrm>
              <a:off x="1294826" y="5335302"/>
              <a:ext cx="1849865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dirty="0">
                  <a:solidFill>
                    <a:srgbClr val="FFFFFF"/>
                  </a:solidFill>
                  <a:latin typeface="BasikW05-Book" panose="01000000000000000000" pitchFamily="2" charset="0"/>
                </a:rPr>
                <a:t>+91 44 3594 9210 </a:t>
              </a:r>
            </a:p>
          </p:txBody>
        </p:sp>
        <p:pic>
          <p:nvPicPr>
            <p:cNvPr id="164" name="Graphic 163">
              <a:extLst>
                <a:ext uri="{FF2B5EF4-FFF2-40B4-BE49-F238E27FC236}">
                  <a16:creationId xmlns:a16="http://schemas.microsoft.com/office/drawing/2014/main" id="{37E49E7D-3E30-8E1A-DAF9-01F31CBC3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10410" t="10410" r="10410" b="10410"/>
            <a:stretch/>
          </p:blipFill>
          <p:spPr>
            <a:xfrm>
              <a:off x="854542" y="5377197"/>
              <a:ext cx="193208" cy="193208"/>
            </a:xfrm>
            <a:prstGeom prst="rect">
              <a:avLst/>
            </a:prstGeom>
          </p:spPr>
        </p:pic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06B46FF-E15C-EEC0-D637-D37B54F4DC6D}"/>
              </a:ext>
            </a:extLst>
          </p:cNvPr>
          <p:cNvGrpSpPr/>
          <p:nvPr/>
        </p:nvGrpSpPr>
        <p:grpSpPr>
          <a:xfrm>
            <a:off x="1083142" y="3314672"/>
            <a:ext cx="2261295" cy="276999"/>
            <a:chOff x="854542" y="3860772"/>
            <a:chExt cx="2261295" cy="276999"/>
          </a:xfrm>
        </p:grpSpPr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26DA9AC-FED7-671E-F034-D08E7675063A}"/>
                </a:ext>
              </a:extLst>
            </p:cNvPr>
            <p:cNvSpPr txBox="1"/>
            <p:nvPr/>
          </p:nvSpPr>
          <p:spPr>
            <a:xfrm>
              <a:off x="1294826" y="3860772"/>
              <a:ext cx="1821011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dirty="0" err="1">
                  <a:solidFill>
                    <a:srgbClr val="FFFFFF"/>
                  </a:solidFill>
                  <a:latin typeface="BasikW05-Book" panose="01000000000000000000" pitchFamily="2" charset="0"/>
                </a:rPr>
                <a:t>ds@medshield.In</a:t>
              </a:r>
              <a:r>
                <a:rPr lang="en-US" dirty="0">
                  <a:solidFill>
                    <a:srgbClr val="FFFFFF"/>
                  </a:solidFill>
                  <a:latin typeface="BasikW05-Book" panose="01000000000000000000" pitchFamily="2" charset="0"/>
                </a:rPr>
                <a:t> </a:t>
              </a:r>
            </a:p>
          </p:txBody>
        </p:sp>
        <p:pic>
          <p:nvPicPr>
            <p:cNvPr id="168" name="Graphic 167">
              <a:extLst>
                <a:ext uri="{FF2B5EF4-FFF2-40B4-BE49-F238E27FC236}">
                  <a16:creationId xmlns:a16="http://schemas.microsoft.com/office/drawing/2014/main" id="{CEF3F046-0A3D-F37D-DC11-16E4BDC01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4542" y="3902667"/>
              <a:ext cx="193208" cy="193208"/>
            </a:xfrm>
            <a:prstGeom prst="rect">
              <a:avLst/>
            </a:prstGeom>
          </p:spPr>
        </p:pic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F4715762-63C4-C34A-970A-65454047758B}"/>
              </a:ext>
            </a:extLst>
          </p:cNvPr>
          <p:cNvSpPr txBox="1"/>
          <p:nvPr/>
        </p:nvSpPr>
        <p:spPr>
          <a:xfrm>
            <a:off x="1006595" y="826708"/>
            <a:ext cx="7346563" cy="923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  <a:latin typeface="+mj-lt"/>
              </a:rPr>
              <a:t>Medshield Maritime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FD6F39C-FB0B-8CFC-83C0-C7A24E84E2C7}"/>
              </a:ext>
            </a:extLst>
          </p:cNvPr>
          <p:cNvSpPr txBox="1"/>
          <p:nvPr/>
        </p:nvSpPr>
        <p:spPr>
          <a:xfrm>
            <a:off x="1006595" y="1757981"/>
            <a:ext cx="5227393" cy="430887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+mj-lt"/>
              </a:rPr>
              <a:t>Healthcare India Private Limited</a:t>
            </a:r>
          </a:p>
        </p:txBody>
      </p:sp>
      <p:pic>
        <p:nvPicPr>
          <p:cNvPr id="172" name="Graphic 171">
            <a:extLst>
              <a:ext uri="{FF2B5EF4-FFF2-40B4-BE49-F238E27FC236}">
                <a16:creationId xmlns:a16="http://schemas.microsoft.com/office/drawing/2014/main" id="{911A77DF-899A-285F-7CF2-DC0DBA1142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67381" y="1049896"/>
            <a:ext cx="1397520" cy="1030795"/>
          </a:xfrm>
          <a:prstGeom prst="rect">
            <a:avLst/>
          </a:prstGeom>
          <a:effectLst/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B3C34482-C2E4-9CA5-77A2-74F8972689E3}"/>
              </a:ext>
            </a:extLst>
          </p:cNvPr>
          <p:cNvSpPr txBox="1"/>
          <p:nvPr/>
        </p:nvSpPr>
        <p:spPr>
          <a:xfrm>
            <a:off x="1077514" y="5634935"/>
            <a:ext cx="1703993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181" name="Picture 180" descr="A group of people wearing white lab coats&#10;&#10;AI-generated content may be incorrect.">
            <a:extLst>
              <a:ext uri="{FF2B5EF4-FFF2-40B4-BE49-F238E27FC236}">
                <a16:creationId xmlns:a16="http://schemas.microsoft.com/office/drawing/2014/main" id="{638C0EFF-29AC-C0A2-0A1B-6DC9FFAB157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0200" y="2404533"/>
            <a:ext cx="6680200" cy="445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60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MASTER" val="FTI Delta (Client)::genera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512.;513.;514.;506.;507.;508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495.;496.;497.;498.;499.;500.;501.;502.;503.;504.;505.;506.;507.;508.;509.;510.;511.;489.;490.;491.;492.;493.;494.;495.;496.;497.;498.;499.;500.;501.;502.;503.;504.;505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72.;70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72.;70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512.;513.;514.;506.;507.;508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495.;496.;497.;498.;499.;500.;501.;502.;503.;504.;505.;506.;507.;508.;509.;510.;511.;489.;490.;491.;492.;493.;494.;495.;496.;497.;498.;499.;500.;501.;502.;503.;504.;505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8195.;8196.;8197.;8198.;8199.;8200.;8201.;8202.;8203.;8204.;8205.;8206.;8207.;8208.;8209.;8210.;8211.;8212.;8213.;8214.;8215.;8216.;8217.;8218.;8001.;8002.;8003.;8004.;8005.;8006.;8007.;8008.;8009.;8010.;8011.;8012.;8013.;8014.;8015.;8016.;8017.;8018.;8019.;8020.;8021.;8022.;8023.;8024."/>
  <p:tag name="ICONSECONDCOL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370.;371.;372.;373.;374.;375.;376.;377.;365.;366.;367.;368.;369.;370.;371.;372."/>
  <p:tag name="ICONSECONDCOL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2996.;2997.;2998.;2999.;3000.;3001.;2856.;2857.;2858.;2859.;2860.;2861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COUNT" val=";32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3184.;3185.;3186.;3187.;3188.;3189.;3190.;3191.;3192.;3193.;3194.;3195.;3196.;3197.;3198.;3199.;3200.;3201.;3202.;3203.;3204.;3205.;3206.;3207.;3208.;3209.;3210.;3211.;3212.;3213.;3214.;3215.;3216.;3217.;3218.;3219.;3220.;3221.;3042.;3043.;3044.;3045.;3046.;3047.;3048.;3049.;3050.;3051.;3052.;3053.;3054.;3055.;3056.;3057.;3058.;3059.;3060.;3061.;3062.;3063.;3064.;3065.;3066.;3067.;3068.;3069.;3070.;3071.;3072.;3073.;3074.;3075.;3076.;3077.;3078.;3079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1727.;1728.;1729.;1730.;1715.;1716.;1717.;1718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102.;103.;104.;105.;106.;107.;108.;109.;110.;111.;112.;113.;114.;115.;116.;100.;101.;102.;103.;104.;105.;106.;107.;108.;109.;110.;111.;112.;113.;114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CONSECONDCOLOR" val="16777215"/>
  <p:tag name="EASYCOUNT" val=";1123.;1124.;1125.;1126.;1127.;1128.;1114.;1115.;1116.;1117.;1118.;1119."/>
</p:tagLst>
</file>

<file path=ppt/theme/theme1.xml><?xml version="1.0" encoding="utf-8"?>
<a:theme xmlns:a="http://schemas.openxmlformats.org/drawingml/2006/main" name="Office Theme">
  <a:themeElements>
    <a:clrScheme name="Custom 219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175DC8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48">
      <a:majorFont>
        <a:latin typeface="Manrope"/>
        <a:ea typeface=""/>
        <a:cs typeface=""/>
      </a:majorFont>
      <a:minorFont>
        <a:latin typeface="Manrop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4915</TotalTime>
  <Words>1935</Words>
  <Application>Microsoft Office PowerPoint</Application>
  <PresentationFormat>Widescreen</PresentationFormat>
  <Paragraphs>243</Paragraphs>
  <Slides>17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Arial</vt:lpstr>
      <vt:lpstr>BasikW05-Book</vt:lpstr>
      <vt:lpstr>Calibri</vt:lpstr>
      <vt:lpstr>Calibri Light</vt:lpstr>
      <vt:lpstr>Manrope</vt:lpstr>
      <vt:lpstr>Manrope ExtraBold</vt:lpstr>
      <vt:lpstr>Roboto black</vt:lpstr>
      <vt:lpstr>Office Theme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Adella Wima</dc:creator>
  <cp:lastModifiedBy>Baskaran, Dinesh</cp:lastModifiedBy>
  <cp:revision>255</cp:revision>
  <dcterms:created xsi:type="dcterms:W3CDTF">2024-06-13T17:20:23Z</dcterms:created>
  <dcterms:modified xsi:type="dcterms:W3CDTF">2025-05-10T18:45:27Z</dcterms:modified>
</cp:coreProperties>
</file>